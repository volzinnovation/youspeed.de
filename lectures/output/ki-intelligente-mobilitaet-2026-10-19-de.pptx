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6d84270b95f4fa1" /><Relationship Type="http://schemas.openxmlformats.org/officeDocument/2006/relationships/extended-properties" Target="/docProps/app.xml" Id="R33e4e0326ffa442d" /><Relationship Type="http://schemas.openxmlformats.org/officeDocument/2006/relationships/officeDocument" Target="/ppt/presentation.xml" Id="R9756f1ffea1948ea" /></Relationships>
</file>

<file path=ppt/presentation.xml><?xml version="1.0" encoding="utf-8"?>
<p:presentation xmlns:p="http://schemas.openxmlformats.org/presentationml/2006/main">
  <p:sldMasterIdLst>
    <p:sldMasterId xmlns:r="http://schemas.openxmlformats.org/officeDocument/2006/relationships" id="2147483648" r:id="R641bf1f2017744d2"/>
  </p:sldMasterIdLst>
  <p:notesMasterIdLst>
    <p:notesMasterId xmlns:r="http://schemas.openxmlformats.org/officeDocument/2006/relationships" r:id="R1365ec29c428444a"/>
  </p:notesMasterIdLst>
  <p:sldIdLst>
    <p:sldId xmlns:r="http://schemas.openxmlformats.org/officeDocument/2006/relationships" id="256" r:id="R54404ec090ec4683"/>
    <p:sldId xmlns:r="http://schemas.openxmlformats.org/officeDocument/2006/relationships" id="257" r:id="R54fc9d6c052c4f66"/>
    <p:sldId xmlns:r="http://schemas.openxmlformats.org/officeDocument/2006/relationships" id="258" r:id="R8314c9827a1f4ee9"/>
    <p:sldId xmlns:r="http://schemas.openxmlformats.org/officeDocument/2006/relationships" id="259" r:id="Ra45171678771463a"/>
    <p:sldId xmlns:r="http://schemas.openxmlformats.org/officeDocument/2006/relationships" id="260" r:id="R802d55035967411d"/>
    <p:sldId xmlns:r="http://schemas.openxmlformats.org/officeDocument/2006/relationships" id="261" r:id="R70e67f1ca5df4274"/>
    <p:sldId xmlns:r="http://schemas.openxmlformats.org/officeDocument/2006/relationships" id="262" r:id="R1e27834c294f4b45"/>
    <p:sldId xmlns:r="http://schemas.openxmlformats.org/officeDocument/2006/relationships" id="263" r:id="Rf50e0f1291824516"/>
    <p:sldId xmlns:r="http://schemas.openxmlformats.org/officeDocument/2006/relationships" id="264" r:id="R0d8ab8ba637a4895"/>
    <p:sldId xmlns:r="http://schemas.openxmlformats.org/officeDocument/2006/relationships" id="265" r:id="Rdcdd98266d4f48c6"/>
    <p:sldId xmlns:r="http://schemas.openxmlformats.org/officeDocument/2006/relationships" id="266" r:id="Rede6a17149b948f6"/>
    <p:sldId xmlns:r="http://schemas.openxmlformats.org/officeDocument/2006/relationships" id="267" r:id="Rc96d63c6046b46ec"/>
    <p:sldId xmlns:r="http://schemas.openxmlformats.org/officeDocument/2006/relationships" id="268" r:id="Re6a3277341e54604"/>
    <p:sldId xmlns:r="http://schemas.openxmlformats.org/officeDocument/2006/relationships" id="269" r:id="R70ee8f408d1643b8"/>
    <p:sldId xmlns:r="http://schemas.openxmlformats.org/officeDocument/2006/relationships" id="270" r:id="R04cb454639ff4f26"/>
    <p:sldId xmlns:r="http://schemas.openxmlformats.org/officeDocument/2006/relationships" id="271" r:id="Rb605eebb049642e1"/>
    <p:sldId xmlns:r="http://schemas.openxmlformats.org/officeDocument/2006/relationships" id="272" r:id="Rb119feded5094172"/>
    <p:sldId xmlns:r="http://schemas.openxmlformats.org/officeDocument/2006/relationships" id="273" r:id="R00008f32316f4497"/>
    <p:sldId xmlns:r="http://schemas.openxmlformats.org/officeDocument/2006/relationships" id="274" r:id="R2a15c8964db94282"/>
    <p:sldId xmlns:r="http://schemas.openxmlformats.org/officeDocument/2006/relationships" id="275" r:id="Rd77bf7a8aa264174"/>
    <p:sldId xmlns:r="http://schemas.openxmlformats.org/officeDocument/2006/relationships" id="276" r:id="R95880758ab6b4689"/>
    <p:sldId xmlns:r="http://schemas.openxmlformats.org/officeDocument/2006/relationships" id="277" r:id="R21bb91edb5d14059"/>
    <p:sldId xmlns:r="http://schemas.openxmlformats.org/officeDocument/2006/relationships" id="278" r:id="Ra299333010ea44ab"/>
    <p:sldId xmlns:r="http://schemas.openxmlformats.org/officeDocument/2006/relationships" id="279" r:id="Rfe7637463c204ff0"/>
    <p:sldId xmlns:r="http://schemas.openxmlformats.org/officeDocument/2006/relationships" id="280" r:id="R87c612db36fd44c4"/>
    <p:sldId xmlns:r="http://schemas.openxmlformats.org/officeDocument/2006/relationships" id="281" r:id="Rd79ae41f9fe54a44"/>
    <p:sldId xmlns:r="http://schemas.openxmlformats.org/officeDocument/2006/relationships" id="282" r:id="R9a9f1f8a47c0470b"/>
    <p:sldId xmlns:r="http://schemas.openxmlformats.org/officeDocument/2006/relationships" id="283" r:id="R05df3a87030e4c40"/>
    <p:sldId xmlns:r="http://schemas.openxmlformats.org/officeDocument/2006/relationships" id="284" r:id="R20720e246e654488"/>
    <p:sldId xmlns:r="http://schemas.openxmlformats.org/officeDocument/2006/relationships" id="285" r:id="R8a7b77a048544786"/>
    <p:sldId xmlns:r="http://schemas.openxmlformats.org/officeDocument/2006/relationships" id="286" r:id="Rd45332b5d2d24e95"/>
    <p:sldId xmlns:r="http://schemas.openxmlformats.org/officeDocument/2006/relationships" id="287" r:id="Recea52dca43d4b9d"/>
    <p:sldId xmlns:r="http://schemas.openxmlformats.org/officeDocument/2006/relationships" id="288" r:id="R1b58f7c5e80d4abd"/>
    <p:sldId xmlns:r="http://schemas.openxmlformats.org/officeDocument/2006/relationships" id="289" r:id="Rdbeee18e38e14921"/>
    <p:sldId xmlns:r="http://schemas.openxmlformats.org/officeDocument/2006/relationships" id="290" r:id="R18ee3783f88a4fbb"/>
    <p:sldId xmlns:r="http://schemas.openxmlformats.org/officeDocument/2006/relationships" id="291" r:id="R671db4927bc0489d"/>
    <p:sldId xmlns:r="http://schemas.openxmlformats.org/officeDocument/2006/relationships" id="292" r:id="R8d6165f7a3f848a7"/>
    <p:sldId xmlns:r="http://schemas.openxmlformats.org/officeDocument/2006/relationships" id="293" r:id="Rd171d649add5401e"/>
    <p:sldId xmlns:r="http://schemas.openxmlformats.org/officeDocument/2006/relationships" id="294" r:id="R03f8e3edf9be4f49"/>
    <p:sldId xmlns:r="http://schemas.openxmlformats.org/officeDocument/2006/relationships" id="295" r:id="Rdfda19b770d2483b"/>
    <p:sldId xmlns:r="http://schemas.openxmlformats.org/officeDocument/2006/relationships" id="296" r:id="R79b6761a80e64534"/>
    <p:sldId xmlns:r="http://schemas.openxmlformats.org/officeDocument/2006/relationships" id="297" r:id="Rd3bf37e1caf74e7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1fc8093dbec4128" /><Relationship Type="http://schemas.openxmlformats.org/officeDocument/2006/relationships/slideMaster" Target="/ppt/slideMasters/slideMaster1.xml" Id="R641bf1f2017744d2" /><Relationship Type="http://schemas.openxmlformats.org/officeDocument/2006/relationships/notesMaster" Target="/ppt/notesMasters/notesMaster1.xml" Id="R1365ec29c428444a" /><Relationship Type="http://schemas.openxmlformats.org/officeDocument/2006/relationships/presProps" Target="/ppt/presProps.xml" Id="R99fbeb809fbf4cdb" /><Relationship Type="http://schemas.openxmlformats.org/officeDocument/2006/relationships/tableStyles" Target="/ppt/tableStyles.xml" Id="Rd9d487959efc4847" /><Relationship Type="http://schemas.openxmlformats.org/officeDocument/2006/relationships/slide" Target="/ppt/slides/slide1.xml" Id="R54404ec090ec4683" /><Relationship Type="http://schemas.openxmlformats.org/officeDocument/2006/relationships/slide" Target="/ppt/slides/slide2.xml" Id="R54fc9d6c052c4f66" /><Relationship Type="http://schemas.openxmlformats.org/officeDocument/2006/relationships/slide" Target="/ppt/slides/slide3.xml" Id="R8314c9827a1f4ee9" /><Relationship Type="http://schemas.openxmlformats.org/officeDocument/2006/relationships/slide" Target="/ppt/slides/slide4.xml" Id="Ra45171678771463a" /><Relationship Type="http://schemas.openxmlformats.org/officeDocument/2006/relationships/slide" Target="/ppt/slides/slide5.xml" Id="R802d55035967411d" /><Relationship Type="http://schemas.openxmlformats.org/officeDocument/2006/relationships/slide" Target="/ppt/slides/slide6.xml" Id="R70e67f1ca5df4274" /><Relationship Type="http://schemas.openxmlformats.org/officeDocument/2006/relationships/slide" Target="/ppt/slides/slide7.xml" Id="R1e27834c294f4b45" /><Relationship Type="http://schemas.openxmlformats.org/officeDocument/2006/relationships/slide" Target="/ppt/slides/slide8.xml" Id="Rf50e0f1291824516" /><Relationship Type="http://schemas.openxmlformats.org/officeDocument/2006/relationships/slide" Target="/ppt/slides/slide9.xml" Id="R0d8ab8ba637a4895" /><Relationship Type="http://schemas.openxmlformats.org/officeDocument/2006/relationships/slide" Target="/ppt/slides/slide10.xml" Id="Rdcdd98266d4f48c6" /><Relationship Type="http://schemas.openxmlformats.org/officeDocument/2006/relationships/slide" Target="/ppt/slides/slide11.xml" Id="Rede6a17149b948f6" /><Relationship Type="http://schemas.openxmlformats.org/officeDocument/2006/relationships/slide" Target="/ppt/slides/slide12.xml" Id="Rc96d63c6046b46ec" /><Relationship Type="http://schemas.openxmlformats.org/officeDocument/2006/relationships/slide" Target="/ppt/slides/slide13.xml" Id="Re6a3277341e54604" /><Relationship Type="http://schemas.openxmlformats.org/officeDocument/2006/relationships/slide" Target="/ppt/slides/slide14.xml" Id="R70ee8f408d1643b8" /><Relationship Type="http://schemas.openxmlformats.org/officeDocument/2006/relationships/slide" Target="/ppt/slides/slide15.xml" Id="R04cb454639ff4f26" /><Relationship Type="http://schemas.openxmlformats.org/officeDocument/2006/relationships/slide" Target="/ppt/slides/slide16.xml" Id="Rb605eebb049642e1" /><Relationship Type="http://schemas.openxmlformats.org/officeDocument/2006/relationships/slide" Target="/ppt/slides/slide17.xml" Id="Rb119feded5094172" /><Relationship Type="http://schemas.openxmlformats.org/officeDocument/2006/relationships/slide" Target="/ppt/slides/slide18.xml" Id="R00008f32316f4497" /><Relationship Type="http://schemas.openxmlformats.org/officeDocument/2006/relationships/slide" Target="/ppt/slides/slide19.xml" Id="R2a15c8964db94282" /><Relationship Type="http://schemas.openxmlformats.org/officeDocument/2006/relationships/slide" Target="/ppt/slides/slide20.xml" Id="Rd77bf7a8aa264174" /><Relationship Type="http://schemas.openxmlformats.org/officeDocument/2006/relationships/slide" Target="/ppt/slides/slide21.xml" Id="R95880758ab6b4689" /><Relationship Type="http://schemas.openxmlformats.org/officeDocument/2006/relationships/slide" Target="/ppt/slides/slide22.xml" Id="R21bb91edb5d14059" /><Relationship Type="http://schemas.openxmlformats.org/officeDocument/2006/relationships/slide" Target="/ppt/slides/slide23.xml" Id="Ra299333010ea44ab" /><Relationship Type="http://schemas.openxmlformats.org/officeDocument/2006/relationships/slide" Target="/ppt/slides/slide24.xml" Id="Rfe7637463c204ff0" /><Relationship Type="http://schemas.openxmlformats.org/officeDocument/2006/relationships/slide" Target="/ppt/slides/slide25.xml" Id="R87c612db36fd44c4" /><Relationship Type="http://schemas.openxmlformats.org/officeDocument/2006/relationships/slide" Target="/ppt/slides/slide26.xml" Id="Rd79ae41f9fe54a44" /><Relationship Type="http://schemas.openxmlformats.org/officeDocument/2006/relationships/slide" Target="/ppt/slides/slide27.xml" Id="R9a9f1f8a47c0470b" /><Relationship Type="http://schemas.openxmlformats.org/officeDocument/2006/relationships/slide" Target="/ppt/slides/slide28.xml" Id="R05df3a87030e4c40" /><Relationship Type="http://schemas.openxmlformats.org/officeDocument/2006/relationships/slide" Target="/ppt/slides/slide29.xml" Id="R20720e246e654488" /><Relationship Type="http://schemas.openxmlformats.org/officeDocument/2006/relationships/slide" Target="/ppt/slides/slide30.xml" Id="R8a7b77a048544786" /><Relationship Type="http://schemas.openxmlformats.org/officeDocument/2006/relationships/slide" Target="/ppt/slides/slide31.xml" Id="Rd45332b5d2d24e95" /><Relationship Type="http://schemas.openxmlformats.org/officeDocument/2006/relationships/slide" Target="/ppt/slides/slide32.xml" Id="Recea52dca43d4b9d" /><Relationship Type="http://schemas.openxmlformats.org/officeDocument/2006/relationships/slide" Target="/ppt/slides/slide33.xml" Id="R1b58f7c5e80d4abd" /><Relationship Type="http://schemas.openxmlformats.org/officeDocument/2006/relationships/slide" Target="/ppt/slides/slide34.xml" Id="Rdbeee18e38e14921" /><Relationship Type="http://schemas.openxmlformats.org/officeDocument/2006/relationships/slide" Target="/ppt/slides/slide35.xml" Id="R18ee3783f88a4fbb" /><Relationship Type="http://schemas.openxmlformats.org/officeDocument/2006/relationships/slide" Target="/ppt/slides/slide36.xml" Id="R671db4927bc0489d" /><Relationship Type="http://schemas.openxmlformats.org/officeDocument/2006/relationships/slide" Target="/ppt/slides/slide37.xml" Id="R8d6165f7a3f848a7" /><Relationship Type="http://schemas.openxmlformats.org/officeDocument/2006/relationships/slide" Target="/ppt/slides/slide38.xml" Id="Rd171d649add5401e" /><Relationship Type="http://schemas.openxmlformats.org/officeDocument/2006/relationships/slide" Target="/ppt/slides/slide39.xml" Id="R03f8e3edf9be4f49" /><Relationship Type="http://schemas.openxmlformats.org/officeDocument/2006/relationships/slide" Target="/ppt/slides/slide40.xml" Id="Rdfda19b770d2483b" /><Relationship Type="http://schemas.openxmlformats.org/officeDocument/2006/relationships/slide" Target="/ppt/slides/slide41.xml" Id="R79b6761a80e64534" /><Relationship Type="http://schemas.openxmlformats.org/officeDocument/2006/relationships/slide" Target="/ppt/slides/slide42.xml" Id="Rd3bf37e1caf74e7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594548254c84a3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1eccf91a9e74004" /><Relationship Type="http://schemas.openxmlformats.org/officeDocument/2006/relationships/notesMaster" Target="/ppt/notesMasters/notesMaster1.xml" Id="R72b614552d834327" /></Relationships>
</file>

<file path=ppt/notesSlides/_rels/notesSlide2.xml.rels>&#65279;<?xml version="1.0" encoding="utf-8"?><Relationships xmlns="http://schemas.openxmlformats.org/package/2006/relationships"><Relationship Type="http://schemas.openxmlformats.org/officeDocument/2006/relationships/slide" Target="/ppt/slides/slide2.xml" Id="Re290c63338d94112" /><Relationship Type="http://schemas.openxmlformats.org/officeDocument/2006/relationships/notesMaster" Target="/ppt/notesMasters/notesMaster1.xml" Id="R81d7446ac00b4333" /></Relationships>
</file>

<file path=ppt/notesSlides/_rels/notesSlide3.xml.rels>&#65279;<?xml version="1.0" encoding="utf-8"?><Relationships xmlns="http://schemas.openxmlformats.org/package/2006/relationships"><Relationship Type="http://schemas.openxmlformats.org/officeDocument/2006/relationships/slide" Target="/ppt/slides/slide3.xml" Id="R910c1c5176ca48d7" /><Relationship Type="http://schemas.openxmlformats.org/officeDocument/2006/relationships/notesMaster" Target="/ppt/notesMasters/notesMaster1.xml" Id="R7c6e12e681cb4ae5" /></Relationships>
</file>

<file path=ppt/notesSlides/_rels/notesSlide4.xml.rels>&#65279;<?xml version="1.0" encoding="utf-8"?><Relationships xmlns="http://schemas.openxmlformats.org/package/2006/relationships"><Relationship Type="http://schemas.openxmlformats.org/officeDocument/2006/relationships/slide" Target="/ppt/slides/slide4.xml" Id="R46c3a3ac2ee74382" /><Relationship Type="http://schemas.openxmlformats.org/officeDocument/2006/relationships/notesMaster" Target="/ppt/notesMasters/notesMaster1.xml" Id="Re647da0937ee4f20" /></Relationships>
</file>

<file path=ppt/notesSlides/_rels/notesSlide5.xml.rels>&#65279;<?xml version="1.0" encoding="utf-8"?><Relationships xmlns="http://schemas.openxmlformats.org/package/2006/relationships"><Relationship Type="http://schemas.openxmlformats.org/officeDocument/2006/relationships/slide" Target="/ppt/slides/slide5.xml" Id="R0f9eec91a9444f67" /><Relationship Type="http://schemas.openxmlformats.org/officeDocument/2006/relationships/notesMaster" Target="/ppt/notesMasters/notesMaster1.xml" Id="R6fb749e1aaab491b" /></Relationships>
</file>

<file path=ppt/notesSlides/_rels/notesSlide6.xml.rels>&#65279;<?xml version="1.0" encoding="utf-8"?><Relationships xmlns="http://schemas.openxmlformats.org/package/2006/relationships"><Relationship Type="http://schemas.openxmlformats.org/officeDocument/2006/relationships/slide" Target="/ppt/slides/slide6.xml" Id="R1f98f19b2fc94749" /><Relationship Type="http://schemas.openxmlformats.org/officeDocument/2006/relationships/notesMaster" Target="/ppt/notesMasters/notesMaster1.xml" Id="R9925e25dbad04c65" /></Relationships>
</file>

<file path=ppt/notesSlides/_rels/notesSlide7.xml.rels>&#65279;<?xml version="1.0" encoding="utf-8"?><Relationships xmlns="http://schemas.openxmlformats.org/package/2006/relationships"><Relationship Type="http://schemas.openxmlformats.org/officeDocument/2006/relationships/slide" Target="/ppt/slides/slide7.xml" Id="R68645af41fc84ae9" /><Relationship Type="http://schemas.openxmlformats.org/officeDocument/2006/relationships/notesMaster" Target="/ppt/notesMasters/notesMaster1.xml" Id="R03bc94e222fd4736" /></Relationships>
</file>

<file path=ppt/notesSlides/_rels/notesSlide8.xml.rels>&#65279;<?xml version="1.0" encoding="utf-8"?><Relationships xmlns="http://schemas.openxmlformats.org/package/2006/relationships"><Relationship Type="http://schemas.openxmlformats.org/officeDocument/2006/relationships/slide" Target="/ppt/slides/slide8.xml" Id="R9ffc3c318afc4b9e" /><Relationship Type="http://schemas.openxmlformats.org/officeDocument/2006/relationships/notesMaster" Target="/ppt/notesMasters/notesMaster1.xml" Id="R82a54342275a433c" /></Relationships>
</file>

<file path=ppt/notesSlides/_rels/notesSlide9.xml.rels>&#65279;<?xml version="1.0" encoding="utf-8"?><Relationships xmlns="http://schemas.openxmlformats.org/package/2006/relationships"><Relationship Type="http://schemas.openxmlformats.org/officeDocument/2006/relationships/slide" Target="/ppt/slides/slide9.xml" Id="R59152106cd2f4130" /><Relationship Type="http://schemas.openxmlformats.org/officeDocument/2006/relationships/notesMaster" Target="/ppt/notesMasters/notesMaster1.xml" Id="R3a67c306cd4a421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f3187c933ec49b1" /><Relationship Type="http://schemas.openxmlformats.org/officeDocument/2006/relationships/notesMaster" Target="/ppt/notesMasters/notesMaster1.xml" Id="R154773338a2041e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78ce47cdaab43b5" /><Relationship Type="http://schemas.openxmlformats.org/officeDocument/2006/relationships/notesMaster" Target="/ppt/notesMasters/notesMaster1.xml" Id="Rfe46f34b6766427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34a369449594b84" /><Relationship Type="http://schemas.openxmlformats.org/officeDocument/2006/relationships/notesMaster" Target="/ppt/notesMasters/notesMaster1.xml" Id="R8ec001e7cc0b43b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bed4dec817248a2" /><Relationship Type="http://schemas.openxmlformats.org/officeDocument/2006/relationships/notesMaster" Target="/ppt/notesMasters/notesMaster1.xml" Id="Race1c39b0cb24c8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aeae27bfe354651" /><Relationship Type="http://schemas.openxmlformats.org/officeDocument/2006/relationships/notesMaster" Target="/ppt/notesMasters/notesMaster1.xml" Id="R6ebd7a29bd90487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1a05645f67f42fd" /><Relationship Type="http://schemas.openxmlformats.org/officeDocument/2006/relationships/notesMaster" Target="/ppt/notesMasters/notesMaster1.xml" Id="Rdb9d9bf447604a8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4dd93397c664bb1" /><Relationship Type="http://schemas.openxmlformats.org/officeDocument/2006/relationships/notesMaster" Target="/ppt/notesMasters/notesMaster1.xml" Id="R683172086e724d5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e047695ae1d461c" /><Relationship Type="http://schemas.openxmlformats.org/officeDocument/2006/relationships/notesMaster" Target="/ppt/notesMasters/notesMaster1.xml" Id="Rd8eb2a7b44e94fc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f631dd0382642a8" /><Relationship Type="http://schemas.openxmlformats.org/officeDocument/2006/relationships/notesMaster" Target="/ppt/notesMasters/notesMaster1.xml" Id="Rb9da03aa645748e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5581fad44734a7f" /><Relationship Type="http://schemas.openxmlformats.org/officeDocument/2006/relationships/notesMaster" Target="/ppt/notesMasters/notesMaster1.xml" Id="Rbe0c4986b9d34a6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a4a0528b51d4324" /><Relationship Type="http://schemas.openxmlformats.org/officeDocument/2006/relationships/notesMaster" Target="/ppt/notesMasters/notesMaster1.xml" Id="Rfa516bcf3cd94c4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13fb811f3c14ef3" /><Relationship Type="http://schemas.openxmlformats.org/officeDocument/2006/relationships/notesMaster" Target="/ppt/notesMasters/notesMaster1.xml" Id="Rcd0ff7e99c1b42c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6b148bd39734abe" /><Relationship Type="http://schemas.openxmlformats.org/officeDocument/2006/relationships/notesMaster" Target="/ppt/notesMasters/notesMaster1.xml" Id="R664cafa014e0404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355e7e1aae740a2" /><Relationship Type="http://schemas.openxmlformats.org/officeDocument/2006/relationships/notesMaster" Target="/ppt/notesMasters/notesMaster1.xml" Id="R6f118344dbff49f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1e70466543a4038" /><Relationship Type="http://schemas.openxmlformats.org/officeDocument/2006/relationships/notesMaster" Target="/ppt/notesMasters/notesMaster1.xml" Id="R057a4942fb1d49b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05006ef1b1f4fde" /><Relationship Type="http://schemas.openxmlformats.org/officeDocument/2006/relationships/notesMaster" Target="/ppt/notesMasters/notesMaster1.xml" Id="R7337738ba45c462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a078ea2c67d45e9" /><Relationship Type="http://schemas.openxmlformats.org/officeDocument/2006/relationships/notesMaster" Target="/ppt/notesMasters/notesMaster1.xml" Id="R600f1a9359af4c7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23b006d6fe864923" /><Relationship Type="http://schemas.openxmlformats.org/officeDocument/2006/relationships/notesMaster" Target="/ppt/notesMasters/notesMaster1.xml" Id="Re0734d64e89b477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673f78d99e84c30" /><Relationship Type="http://schemas.openxmlformats.org/officeDocument/2006/relationships/notesMaster" Target="/ppt/notesMasters/notesMaster1.xml" Id="Rba1cb52328544091"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66852c2630074ff1" /><Relationship Type="http://schemas.openxmlformats.org/officeDocument/2006/relationships/notesMaster" Target="/ppt/notesMasters/notesMaster1.xml" Id="Rd44f012c52154546"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485479e5b1da4f02" /><Relationship Type="http://schemas.openxmlformats.org/officeDocument/2006/relationships/notesMaster" Target="/ppt/notesMasters/notesMaster1.xml" Id="R96989717224e49de"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d02a26230277486b" /><Relationship Type="http://schemas.openxmlformats.org/officeDocument/2006/relationships/notesMaster" Target="/ppt/notesMasters/notesMaster1.xml" Id="R2bca789a0d2f489e"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821406b31b414715" /><Relationship Type="http://schemas.openxmlformats.org/officeDocument/2006/relationships/notesMaster" Target="/ppt/notesMasters/notesMaster1.xml" Id="Rd8d5099be9944e9b"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cb7e440c679a4c8e" /><Relationship Type="http://schemas.openxmlformats.org/officeDocument/2006/relationships/notesMaster" Target="/ppt/notesMasters/notesMaster1.xml" Id="Ra62f338058b34e37"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434f9d7e6e7f402a" /><Relationship Type="http://schemas.openxmlformats.org/officeDocument/2006/relationships/notesMaster" Target="/ppt/notesMasters/notesMaster1.xml" Id="R4be84c20e9bc4bcf"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a3ac8f2b57094e52" /><Relationship Type="http://schemas.openxmlformats.org/officeDocument/2006/relationships/notesMaster" Target="/ppt/notesMasters/notesMaster1.xml" Id="R578dd9b7066449de"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2f5679d48d234d4a" /><Relationship Type="http://schemas.openxmlformats.org/officeDocument/2006/relationships/notesMaster" Target="/ppt/notesMasters/notesMaster1.xml" Id="R46c73d732fc44222"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38b75c0160cd486c" /><Relationship Type="http://schemas.openxmlformats.org/officeDocument/2006/relationships/notesMaster" Target="/ppt/notesMasters/notesMaster1.xml" Id="R1b95cb5e73d14217"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6046598fbca74587" /><Relationship Type="http://schemas.openxmlformats.org/officeDocument/2006/relationships/notesMaster" Target="/ppt/notesMasters/notesMaster1.xml" Id="R3b9e73c489104c21"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b605351568bc4890" /><Relationship Type="http://schemas.openxmlformats.org/officeDocument/2006/relationships/notesMaster" Target="/ppt/notesMasters/notesMaster1.xml" Id="Rb85c8787da63417a"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bff5f737c47f444a" /><Relationship Type="http://schemas.openxmlformats.org/officeDocument/2006/relationships/notesMaster" Target="/ppt/notesMasters/notesMaster1.xml" Id="R12cbe3fa165c438c"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41d61021f3184f7f" /><Relationship Type="http://schemas.openxmlformats.org/officeDocument/2006/relationships/notesMaster" Target="/ppt/notesMasters/notesMaster1.xml" Id="R3a6e29b11ec94b21"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9a35bf4d25084197" /><Relationship Type="http://schemas.openxmlformats.org/officeDocument/2006/relationships/notesMaster" Target="/ppt/notesMasters/notesMaster1.xml" Id="R6bb7d9b25e3547d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 Minuten (1 Min.)</a:t>
            </a:r>
          </a:p>
          <a:p xmlns:a="http://schemas.openxmlformats.org/drawingml/2006/main">
            <a:r>
              <a:t/>
            </a:r>
          </a:p>
          <a:p xmlns:a="http://schemas.openxmlformats.org/drawingml/2006/main">
            <a:r>
              <a:t>Ein reales Projekt verbindet offene Geodaten, mobile Sensorik und überwacht trainierte Modelle. Das Profilprojekt beginnt mit selbst aufgenommenen Bildern und überprüften menschlichen Labels. Ziel sind nachvollziehbare Verbesserungen für Server und beide mobilen Clients.</a:t>
            </a:r>
          </a:p>
          <a:p xmlns:a="http://schemas.openxmlformats.org/drawingml/2006/main">
            <a:r>
              <a:t/>
            </a:r>
          </a:p>
          <a:p xmlns:a="http://schemas.openxmlformats.org/drawingml/2006/main">
            <a:r>
              <a:t>Quellen:</a:t>
            </a:r>
          </a:p>
          <a:p xmlns:a="http://schemas.openxmlformats.org/drawingml/2006/main">
            <a:r>
              <a:t>https://github.com/volzinnovation/youspeed.de/blob/c1ee94a68c6e13b9371d64b15aa758379746896d/README.md</a:t>
            </a:r>
          </a:p>
          <a:p xmlns:a="http://schemas.openxmlformats.org/drawingml/2006/main">
            <a:r>
              <a:t>https://github.com/volzinnovation/youspeed.de/blob/c1ee94a68c6e13b9371d64b15aa758379746896d/docs/release/dashcam-composites-2026-10-03/README.md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 Minuten (1 Min.)</a:t>
            </a:r>
          </a:p>
          <a:p xmlns:a="http://schemas.openxmlformats.org/drawingml/2006/main">
            <a:r>
              <a:t/>
            </a:r>
          </a:p>
          <a:p xmlns:a="http://schemas.openxmlformats.org/drawingml/2006/main">
            <a:r>
              <a:t>Die Abschnitte strukturieren den Vortrag ohne Minutenangaben auf der Folie. Insgesamt sind 90 Minuten einschließlich Demonstrationen und Fragen vorgesehen. Die zwei Themen werden von jeweils zwei Teams bearbeitet.</a:t>
            </a:r>
          </a:p>
          <a:p xmlns:a="http://schemas.openxmlformats.org/drawingml/2006/main">
            <a:r>
              <a:t/>
            </a:r>
          </a:p>
          <a:p xmlns:a="http://schemas.openxmlformats.org/drawingml/2006/main">
            <a:r>
              <a:t>Quellen:</a:t>
            </a:r>
          </a:p>
          <a:p xmlns:a="http://schemas.openxmlformats.org/drawingml/2006/main">
            <a:r>
              <a:t>https://github.com/volzinnovation/youspeed.de/blob/c1ee94a68c6e13b9371d64b15aa758379746896d/README.md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 Minuten (2 Min.)</a:t>
            </a:r>
          </a:p>
          <a:p xmlns:a="http://schemas.openxmlformats.org/drawingml/2006/main">
            <a:r>
              <a:t/>
            </a:r>
          </a:p>
          <a:p xmlns:a="http://schemas.openxmlformats.org/drawingml/2006/main">
            <a:r>
              <a:t>Die aktuelle Website beschreibt ein Smartphone-Assistenzsystem ohne Fahrzeugintegration. Kameraerkennung funktioniert auf dem Gerät; Videos bleiben lokal. Straßenfotos werden nach Auswahl und mit verbundenem Konto zu Panoramax hochgeladen. Die Website unterscheidet den direkten Android-Download von der jeweiligen Store-Version. Die beiden Links öffnen Projekt und Quellcode.</a:t>
            </a:r>
          </a:p>
          <a:p xmlns:a="http://schemas.openxmlformats.org/drawingml/2006/main">
            <a:r>
              <a:t/>
            </a:r>
          </a:p>
          <a:p xmlns:a="http://schemas.openxmlformats.org/drawingml/2006/main">
            <a:r>
              <a:t>Quellen:</a:t>
            </a:r>
          </a:p>
          <a:p xmlns:a="http://schemas.openxmlformats.org/drawingml/2006/main">
            <a:r>
              <a:t>https://youspeed.de/</a:t>
            </a:r>
          </a:p>
          <a:p xmlns:a="http://schemas.openxmlformats.org/drawingml/2006/main">
            <a:r>
              <a:t>https://github.com/volzinnovation/youspeed.de/blob/main/README.md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4–6 Minuten (2 Min.)</a:t>
            </a:r>
          </a:p>
          <a:p xmlns:a="http://schemas.openxmlformats.org/drawingml/2006/main">
            <a:r>
              <a:t/>
            </a:r>
          </a:p>
          <a:p xmlns:a="http://schemas.openxmlformats.org/drawingml/2006/main">
            <a:r>
              <a:t>Die vertraute Karte ist eine Darstellung einer gemeinschaftlich gepflegten Datenbank. Dieselben Objekte können in Karten, Routenplanern und Analysen genutzt werden. An Pforzheim zeigen: Straßen, Wege, Gebäude, Gewässer und Attribute. Die Datenbank ist für das Projekt wichtiger als ein Kartenhintergrund.</a:t>
            </a:r>
          </a:p>
          <a:p xmlns:a="http://schemas.openxmlformats.org/drawingml/2006/main">
            <a:r>
              <a:t/>
            </a:r>
          </a:p>
          <a:p xmlns:a="http://schemas.openxmlformats.org/drawingml/2006/main">
            <a:r>
              <a:t>Quellen:</a:t>
            </a:r>
          </a:p>
          <a:p xmlns:a="http://schemas.openxmlformats.org/drawingml/2006/main">
            <a:r>
              <a:t>https://www.openstreetmap.org/#map=14/48.891/8.700</a:t>
            </a:r>
          </a:p>
          <a:p xmlns:a="http://schemas.openxmlformats.org/drawingml/2006/main">
            <a:r>
              <a:t>https://www.openstreetmap.org/copyright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6–8 Minuten (2 Min.)</a:t>
            </a:r>
          </a:p>
          <a:p xmlns:a="http://schemas.openxmlformats.org/drawingml/2006/main">
            <a:r>
              <a:t/>
            </a:r>
          </a:p>
          <a:p xmlns:a="http://schemas.openxmlformats.org/drawingml/2006/main">
            <a:r>
              <a:t>Mapper bearbeiten Objekte mit iD oder JOSM. Regionale Extrakte versorgen Anwendungen wie YouSpeed. Panoramax liefert geolokalisierte Bildbelege. Ein Mensch prüft daraus abgeleitete Vorschläge und veröffentlicht einen Changeset. So verbessern Projektbeiträge später die nächste Bundle-Generation.</a:t>
            </a:r>
          </a:p>
          <a:p xmlns:a="http://schemas.openxmlformats.org/drawingml/2006/main">
            <a:r>
              <a:t/>
            </a:r>
          </a:p>
          <a:p xmlns:a="http://schemas.openxmlformats.org/drawingml/2006/main">
            <a:r>
              <a:t>Quellen:</a:t>
            </a:r>
          </a:p>
          <a:p xmlns:a="http://schemas.openxmlformats.org/drawingml/2006/main">
            <a:r>
              <a:t>https://www.openstreetmap.org/about</a:t>
            </a:r>
          </a:p>
          <a:p xmlns:a="http://schemas.openxmlformats.org/drawingml/2006/main">
            <a:r>
              <a:t>https://www.openstreetmap.org/copyright</a:t>
            </a:r>
          </a:p>
          <a:p xmlns:a="http://schemas.openxmlformats.org/drawingml/2006/main">
            <a:r>
              <a:t>https://download.geofabrik.de/</a:t>
            </a:r>
          </a:p>
          <a:p xmlns:a="http://schemas.openxmlformats.org/drawingml/2006/main">
            <a:r>
              <a:t>https://docs.panoramax.fr/</a:t>
            </a:r>
          </a:p>
          <a:p xmlns:a="http://schemas.openxmlformats.org/drawingml/2006/main">
            <a:r>
              <a:t>https://github.com/volzinnovation/youspeed.de/blob/c1ee94a68c6e13b9371d64b15aa758379746896d/mapdata/README.md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8–10 Minuten (2 Min.)</a:t>
            </a:r>
          </a:p>
          <a:p xmlns:a="http://schemas.openxmlformats.org/drawingml/2006/main">
            <a:r>
              <a:t/>
            </a:r>
          </a:p>
          <a:p xmlns:a="http://schemas.openxmlformats.org/drawingml/2006/main">
            <a:r>
              <a:t>Die Highway-Beispiele zeigen OSM-Carto-Renderings aus dem OSM-Wiki für motorway, primary und residential. Der Wert beschreibt die Straßenfunktion. Beim Tempo-50-Schild empfiehlt das OSM Traffic Sign Tool am Knoten traffic_sign=DE:274-50; am Way maxspeed=50, source:maxspeed=sign und traffic_sign=DE:274-50. Die Geometrie-Empfehlungen sind als Beta markiert und müssen fachlich geprüft werden. OSM benutzt Schlüssel-Wert-Paare. Der nationale Zeichencode beschreibt das Schild, der Straßen-Tag dessen geprüfte Wirkung. Eine Ortstafel ist nicht einfach eine Gemeindegrenze. Das OSM-Verkehrswende-Werkzeug hilft beim Auffinden von Zeichencodes und empfohlenen Straßen-Tags; Vorschläge vor einem OSM-Edit fachlich prüfen.</a:t>
            </a:r>
          </a:p>
          <a:p xmlns:a="http://schemas.openxmlformats.org/drawingml/2006/main">
            <a:r>
              <a:t/>
            </a:r>
          </a:p>
          <a:p xmlns:a="http://schemas.openxmlformats.org/drawingml/2006/main">
            <a:r>
              <a:t>Quellen:</a:t>
            </a:r>
          </a:p>
          <a:p xmlns:a="http://schemas.openxmlformats.org/drawingml/2006/main">
            <a:r>
              <a:t>https://wiki.openstreetmap.org/wiki/Elements</a:t>
            </a:r>
          </a:p>
          <a:p xmlns:a="http://schemas.openxmlformats.org/drawingml/2006/main">
            <a:r>
              <a:t>https://wiki.openstreetmap.org/wiki/Key:maxspeed</a:t>
            </a:r>
          </a:p>
          <a:p xmlns:a="http://schemas.openxmlformats.org/drawingml/2006/main">
            <a:r>
              <a:t>https://wiki.openstreetmap.org/wiki/Tag:traffic_sign=DE:310</a:t>
            </a:r>
          </a:p>
          <a:p xmlns:a="http://schemas.openxmlformats.org/drawingml/2006/main">
            <a:r>
              <a:t>https://github.com/volzinnovation/youspeed.de/blob/c1ee94a68c6e13b9371d64b15aa758379746896d/mapdata/spec/README.md</a:t>
            </a:r>
          </a:p>
          <a:p xmlns:a="http://schemas.openxmlformats.org/drawingml/2006/main">
            <a:r>
              <a:t>https://trafficsigns.osm-verkehrswende.org/DE?signs=DE:274-50</a:t>
            </a:r>
          </a:p>
          <a:p xmlns:a="http://schemas.openxmlformats.org/drawingml/2006/main">
            <a:r>
              <a:t>https://wiki.openstreetmap.org/wiki/Key:highway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10–12 Minuten (2 Min.)</a:t>
            </a:r>
          </a:p>
          <a:p xmlns:a="http://schemas.openxmlformats.org/drawingml/2006/main">
            <a:r>
              <a:t/>
            </a:r>
          </a:p>
          <a:p xmlns:a="http://schemas.openxmlformats.org/drawingml/2006/main">
            <a:r>
              <a:t>Der Screenshot zeigt vorhandene Annotationen des realen Bernbach-Bildes. Ein Rahmen lokalisiert das Zeichen innerhalb des Bildes. Semantik kann von einem Modell oder einem Menschen stammen; beides getrennt auswerten. Panoramax-Annotationen sind noch keine OSM-Edits.</a:t>
            </a:r>
          </a:p>
          <a:p xmlns:a="http://schemas.openxmlformats.org/drawingml/2006/main">
            <a:r>
              <a:t/>
            </a:r>
          </a:p>
          <a:p xmlns:a="http://schemas.openxmlformats.org/drawingml/2006/main">
            <a:r>
              <a:t>Quellen:</a:t>
            </a:r>
          </a:p>
          <a:p xmlns:a="http://schemas.openxmlformats.org/drawingml/2006/main">
            <a:r>
              <a:t>https://panoramax.youspeed.de/?pic=a458609a-bbf1-413a-a039-5e0f685e9923&amp;focus=pic</a:t>
            </a:r>
          </a:p>
          <a:p xmlns:a="http://schemas.openxmlformats.org/drawingml/2006/main">
            <a:r>
              <a:t>https://docs.panoramax.fr/tags/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12–15 Minuten (3 Min.)</a:t>
            </a:r>
          </a:p>
          <a:p xmlns:a="http://schemas.openxmlformats.org/drawingml/2006/main">
            <a:r>
              <a:t/>
            </a:r>
          </a:p>
          <a:p xmlns:a="http://schemas.openxmlformats.org/drawingml/2006/main">
            <a:r>
              <a:t>Die Reihenfolge folgt der Produktvorgabe für diese Vorlesung: Nutzerkorrektur vor Kamera vor Datenbank, jeweils im gültigen Kontext. Ein bestätigter Innerorts-/Außerorts-Wechsel invalidiert die bisherige Kamera-Referenz; das Tempolimit wird im neuen Kontext bestimmt. Kurze unbekannte oder schwache Kontextzustände lösen dies nicht aus. Die Bestätigung benötigt vertrauenswürdige Siedlungsevidenz. Eine straßengebundene Sprachkorrektur kann an dieser Grenze ebenfalls enden. Hier wird bestehende Laufzeitlogik erklärt; keine Änderung am geschützten Zustandsautomaten.</a:t>
            </a:r>
          </a:p>
          <a:p xmlns:a="http://schemas.openxmlformats.org/drawingml/2006/main">
            <a:r>
              <a:t/>
            </a:r>
          </a:p>
          <a:p xmlns:a="http://schemas.openxmlformats.org/drawingml/2006/main">
            <a:r>
              <a:t>Quellen:</a:t>
            </a:r>
          </a:p>
          <a:p xmlns:a="http://schemas.openxmlformats.org/drawingml/2006/main">
            <a:r>
              <a:t>https://github.com/volzinnovation/youspeed.de/blob/c1ee94a68c6e13b9371d64b15aa758379746896d/shared/tsr/README.md</a:t>
            </a:r>
          </a:p>
          <a:p xmlns:a="http://schemas.openxmlformats.org/drawingml/2006/main">
            <a:r>
              <a:t>https://github.com/volzinnovation/youspeed.de/blob/c1ee94a68c6e13b9371d64b15aa758379746896d/shared/speed-limit-reference/README.md</a:t>
            </a:r>
          </a:p>
          <a:p xmlns:a="http://schemas.openxmlformats.org/drawingml/2006/main">
            <a:r>
              <a:t>https://github.com/volzinnovation/youspeed.de/blob/c1ee94a68c6e13b9371d64b15aa758379746896d/shared/speed-limit-reference/AGENTS.md</a:t>
            </a:r>
          </a:p>
          <a:p xmlns:a="http://schemas.openxmlformats.org/drawingml/2006/main">
            <a:r>
              <a:t>https://github.com/volzinnovation/youspeed.de/blob/main/iphone/SpeedConsumerApp/DriveSessionViewModel.swift</a:t>
            </a:r>
          </a:p>
          <a:p xmlns:a="http://schemas.openxmlformats.org/drawingml/2006/main">
            <a:r>
              <a:t>https://github.com/volzinnovation/youspeed.de/blob/main/android/app/src/main/java/de/youspeed/android/alpha/ConsumerSessionController.kt</a:t>
            </a:r>
          </a:p>
          <a:p xmlns:a="http://schemas.openxmlformats.org/drawingml/2006/main">
            <a:r>
              <a:t>https://github.com/volzinnovation/youspeed.de/blob/main/docs/speed-limit-reference/MODEL.md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15–17 Minuten (2 Min.)</a:t>
            </a:r>
          </a:p>
          <a:p xmlns:a="http://schemas.openxmlformats.org/drawingml/2006/main">
            <a:r>
              <a:t/>
            </a:r>
          </a:p>
          <a:p xmlns:a="http://schemas.openxmlformats.org/drawingml/2006/main">
            <a:r>
              <a:t>GitHub Actions baut regionale OSM-/SQLite-Bundles samt Regression und Manifest. Die Prolix-/Panoramax-Modellbasis wird für Core ML und LiteRT exportiert. Die App nutzt beides mit Standort und Kamera. Sie produziert Tempohinweise sowie Beobachtungen und Ausschnitte; vollständige Panoramax-Fotos sind ein getrennter Erfassungsweg. Die drei Orakel wurden vorher erklärt.</a:t>
            </a:r>
          </a:p>
          <a:p xmlns:a="http://schemas.openxmlformats.org/drawingml/2006/main">
            <a:r>
              <a:t/>
            </a:r>
          </a:p>
          <a:p xmlns:a="http://schemas.openxmlformats.org/drawingml/2006/main">
            <a:r>
              <a:t>Quellen:</a:t>
            </a:r>
          </a:p>
          <a:p xmlns:a="http://schemas.openxmlformats.org/drawingml/2006/main">
            <a:r>
              <a:t>https://github.com/volzinnovation/youspeed.de/blob/main/.github/workflows/karlsruhe_bundle_build_and_release.yml</a:t>
            </a:r>
          </a:p>
          <a:p xmlns:a="http://schemas.openxmlformats.org/drawingml/2006/main">
            <a:r>
              <a:t>https://github.com/volzinnovation/youspeed.de/blob/c1ee94a68c6e13b9371d64b15aa758379746896d/AGENTS.md</a:t>
            </a:r>
          </a:p>
          <a:p xmlns:a="http://schemas.openxmlformats.org/drawingml/2006/main">
            <a:r>
              <a:t>https://github.com/volzinnovation/youspeed.de/blob/c1ee94a68c6e13b9371d64b15aa758379746896d/iphone/SpeedConsumerApp/README.md</a:t>
            </a:r>
          </a:p>
          <a:p xmlns:a="http://schemas.openxmlformats.org/drawingml/2006/main">
            <a:r>
              <a:t>https://github.com/volzinnovation/youspeed.de/blob/c1ee94a68c6e13b9371d64b15aa758379746896d/android/README.md</a:t>
            </a:r>
          </a:p>
          <a:p xmlns:a="http://schemas.openxmlformats.org/drawingml/2006/main">
            <a:r>
              <a:t>https://github.com/volzinnovation/youspeed.de/blob/c1ee94a68c6e13b9371d64b15aa758379746896d/docs/TSR_SUPPLEMENTARY_OCR_2026-10-16.md</a:t>
            </a:r>
          </a:p>
          <a:p xmlns:a="http://schemas.openxmlformats.org/drawingml/2006/main">
            <a:r>
              <a:t>https://github.com/volzinnovation/youspeed.de/blob/c1ee94a68c6e13b9371d64b15aa758379746896d/README.md</a:t>
            </a:r>
          </a:p>
          <a:p xmlns:a="http://schemas.openxmlformats.org/drawingml/2006/main">
            <a:r>
              <a:t>https://github.com/volzinnovation/youspeed.de/blob/c1ee94a68c6e13b9371d64b15aa758379746896d/docs/PANORAMAX_CAPTURE_FOUNDATION.md</a:t>
            </a:r>
          </a:p>
          <a:p xmlns:a="http://schemas.openxmlformats.org/drawingml/2006/main">
            <a:r>
              <a:t>https://github.com/volzinnovation/youspeed.de/blob/c1ee94a68c6e13b9371d64b15aa758379746896d/docs/YOUSPEED_1_4_APP_IMPLEMENTATION.md</a:t>
            </a:r>
          </a:p>
          <a:p xmlns:a="http://schemas.openxmlformats.org/drawingml/2006/main">
            <a:r>
              <a:t>https://github.com/volzinnovation/Woladen.de-analytics/blob/db87b591e8a0ded8435925077f769f20d1a8b037/docs/youspeed/COLLECTION_UPLOAD_V2.md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17–19 Minuten (2 Min.)</a:t>
            </a:r>
          </a:p>
          <a:p xmlns:a="http://schemas.openxmlformats.org/drawingml/2006/main">
            <a:r>
              <a:t/>
            </a:r>
          </a:p>
          <a:p xmlns:a="http://schemas.openxmlformats.org/drawingml/2006/main">
            <a:r>
              <a:t>Vollständige Straßenfotos gehen nach Auswahl an Panoramax mit Blur, Detektion, Prolix-Klassifikation und OCR. Beobachtungen und Crops gehen zusätzlich über die Upload-API in die Sichtungs-/Crop-Datenbank. Der Inspector macht die Daten überprüfbar. Nutzer geben geeignete Vorschläge frei, exportieren OSC und veröffentlichen im OSM-Editor einen bewussten Changeset. Kein automatischer Modell-Upload nach OSM. Die besseren OSM-Daten gelangen über neue Bundles wieder zu den Apps.</a:t>
            </a:r>
          </a:p>
          <a:p xmlns:a="http://schemas.openxmlformats.org/drawingml/2006/main">
            <a:r>
              <a:t/>
            </a:r>
          </a:p>
          <a:p xmlns:a="http://schemas.openxmlformats.org/drawingml/2006/main">
            <a:r>
              <a:t>Quellen:</a:t>
            </a:r>
          </a:p>
          <a:p xmlns:a="http://schemas.openxmlformats.org/drawingml/2006/main">
            <a:r>
              <a:t>https://github.com/volzinnovation/youspeed.de/blob/c1ee94a68c6e13b9371d64b15aa758379746896d/README.md</a:t>
            </a:r>
          </a:p>
          <a:p xmlns:a="http://schemas.openxmlformats.org/drawingml/2006/main">
            <a:r>
              <a:t>https://github.com/volzinnovation/youspeed.de/blob/c1ee94a68c6e13b9371d64b15aa758379746896d/docs/YOUSPEED_1_4_APP_IMPLEMENTATION.md</a:t>
            </a:r>
          </a:p>
          <a:p xmlns:a="http://schemas.openxmlformats.org/drawingml/2006/main">
            <a:r>
              <a:t>https://github.com/volzinnovation/Woladen.de-analytics/blob/db87b591e8a0ded8435925077f769f20d1a8b037/docs/youspeed/BACKEND_IMPLEMENTATION.md</a:t>
            </a:r>
          </a:p>
          <a:p xmlns:a="http://schemas.openxmlformats.org/drawingml/2006/main">
            <a:r>
              <a:t>https://github.com/volzinnovation/Woladen.de-analytics/blob/db87b591e8a0ded8435925077f769f20d1a8b037/docs/youspeed/PANORAMAX_CORPUS.md</a:t>
            </a:r>
          </a:p>
          <a:p xmlns:a="http://schemas.openxmlformats.org/drawingml/2006/main">
            <a:r>
              <a:t>https://github.com/volzinnovation/Woladen.de-analytics/blob/db87b591e8a0ded8435925077f769f20d1a8b037/deploy/panoramax/README.md</a:t>
            </a:r>
          </a:p>
          <a:p xmlns:a="http://schemas.openxmlformats.org/drawingml/2006/main">
            <a:r>
              <a:t>https://github.com/volzinnovation/youspeed.de/blob/main/docs/YOUSPEED_1_4_SPEC.md</a:t>
            </a:r>
          </a:p>
          <a:p xmlns:a="http://schemas.openxmlformats.org/drawingml/2006/main">
            <a:r>
              <a:t>https://github.com/volzinnovation/youspeed.de/blob/main/docs/USER_GUIDE_DE.md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19–21 Minuten (2 Min.)</a:t>
            </a:r>
          </a:p>
          <a:p xmlns:a="http://schemas.openxmlformats.org/drawingml/2006/main">
            <a:r>
              <a:t/>
            </a:r>
          </a:p>
          <a:p xmlns:a="http://schemas.openxmlformats.org/drawingml/2006/main">
            <a:r>
              <a:t>Die Ansichten stammen aus den deutschsprachigen Store-Metadaten. Das Dashcam-Artwork kombiniert vorhandene native UI mit einem echten Aufnahmebild. Zwei native Implementierungen müssen dasselbe sichtbare Produktverhalten liefern. Die Bilder zeigen Fahrtfunktionen statt eines Einrichtungsdialogs.</a:t>
            </a:r>
          </a:p>
          <a:p xmlns:a="http://schemas.openxmlformats.org/drawingml/2006/main">
            <a:r>
              <a:t/>
            </a:r>
          </a:p>
          <a:p xmlns:a="http://schemas.openxmlformats.org/drawingml/2006/main">
            <a:r>
              <a:t>Quellen:</a:t>
            </a:r>
          </a:p>
          <a:p xmlns:a="http://schemas.openxmlformats.org/drawingml/2006/main">
            <a:r>
              <a:t>https://github.com/volzinnovation/youspeed.de/blob/c1ee94a68c6e13b9371d64b15aa758379746896d/AGENTS.md</a:t>
            </a:r>
          </a:p>
          <a:p xmlns:a="http://schemas.openxmlformats.org/drawingml/2006/main">
            <a:r>
              <a:t>https://github.com/volzinnovation/youspeed.de/blob/c1ee94a68c6e13b9371d64b15aa758379746896d/iphone/SpeedConsumerApp/README.md</a:t>
            </a:r>
          </a:p>
          <a:p xmlns:a="http://schemas.openxmlformats.org/drawingml/2006/main">
            <a:r>
              <a:t>https://github.com/volzinnovation/youspeed.de/blob/c1ee94a68c6e13b9371d64b15aa758379746896d/android/README.md</a:t>
            </a:r>
          </a:p>
          <a:p xmlns:a="http://schemas.openxmlformats.org/drawingml/2006/main">
            <a:r>
              <a:t>https://github.com/volzinnovation/youspeed.de/blob/c1ee94a68c6e13b9371d64b15aa758379746896d/docs/TSR_SUPPLEMENTARY_OCR_2026-10-16.md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21–23 Minuten (2 Min.)</a:t>
            </a:r>
          </a:p>
          <a:p xmlns:a="http://schemas.openxmlformats.org/drawingml/2006/main">
            <a:r>
              <a:t/>
            </a:r>
          </a:p>
          <a:p xmlns:a="http://schemas.openxmlformats.org/drawingml/2006/main">
            <a:r>
              <a:t>Die Pipeline lädt regionale OSM-Daten, baut die SQLite-Datenbank, prüft sie und veröffentlicht versionierte Release-Assets mit Manifest. Die App lädt ein Paket bewusst herunter, validiert es und führt Map Matching lokal aus. Bundle und Modellpaket sind getrennte Artefakte. Die Karte allein beweist keine Erkennungsqualität.</a:t>
            </a:r>
          </a:p>
          <a:p xmlns:a="http://schemas.openxmlformats.org/drawingml/2006/main">
            <a:r>
              <a:t/>
            </a:r>
          </a:p>
          <a:p xmlns:a="http://schemas.openxmlformats.org/drawingml/2006/main">
            <a:r>
              <a:t>Quellen:</a:t>
            </a:r>
          </a:p>
          <a:p xmlns:a="http://schemas.openxmlformats.org/drawingml/2006/main">
            <a:r>
              <a:t>https://github.com/volzinnovation/youspeed.de/blob/c1ee94a68c6e13b9371d64b15aa758379746896d/mapdata/README.md</a:t>
            </a:r>
          </a:p>
          <a:p xmlns:a="http://schemas.openxmlformats.org/drawingml/2006/main">
            <a:r>
              <a:t>https://github.com/volzinnovation/youspeed.de/blob/c1ee94a68c6e13b9371d64b15aa758379746896d/mapdata/spec/README.md</a:t>
            </a:r>
          </a:p>
          <a:p xmlns:a="http://schemas.openxmlformats.org/drawingml/2006/main">
            <a:r>
              <a:t>https://github.com/volzinnovation/youspeed.de/blob/c1ee94a68c6e13b9371d64b15aa758379746896d/docs/DATA_MANAGER.md</a:t>
            </a:r>
          </a:p>
          <a:p xmlns:a="http://schemas.openxmlformats.org/drawingml/2006/main">
            <a:r>
              <a:t>https://github.com/volzinnovation/youspeed.de/blob/c1ee94a68c6e13b9371d64b15aa758379746896d/shared/matcher/README.md</a:t>
            </a:r>
          </a:p>
          <a:p xmlns:a="http://schemas.openxmlformats.org/drawingml/2006/main">
            <a:r>
              <a:t>https://github.com/volzinnovation/youspeed.de/blob/main/.github/workflows/karlsruhe_bundle_build_and_release.yml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23–25 Minuten (2 Min.)</a:t>
            </a:r>
          </a:p>
          <a:p xmlns:a="http://schemas.openxmlformats.org/drawingml/2006/main">
            <a:r>
              <a:t/>
            </a:r>
          </a:p>
          <a:p xmlns:a="http://schemas.openxmlformats.org/drawingml/2006/main">
            <a:r>
              <a:t>Die Kamera versorgt mehrere unabhängige Funktionen. Erkennung benötigt keine Videoaufzeichnung. Lokale Videos eignen sich für die Spurannotation. Ausgewählte vollständige Bilder versorgen Panoramax. Die integrierten 1.4-Entwicklungsstände verbinden Erkennungen und Crops mit der Upload-Warteschlange; dies ist von der öffentlich verfügbaren App-Version zu unterscheiden.</a:t>
            </a:r>
          </a:p>
          <a:p xmlns:a="http://schemas.openxmlformats.org/drawingml/2006/main">
            <a:r>
              <a:t/>
            </a:r>
          </a:p>
          <a:p xmlns:a="http://schemas.openxmlformats.org/drawingml/2006/main">
            <a:r>
              <a:t>Quellen:</a:t>
            </a:r>
          </a:p>
          <a:p xmlns:a="http://schemas.openxmlformats.org/drawingml/2006/main">
            <a:r>
              <a:t>https://github.com/volzinnovation/youspeed.de/blob/c1ee94a68c6e13b9371d64b15aa758379746896d/README.md</a:t>
            </a:r>
          </a:p>
          <a:p xmlns:a="http://schemas.openxmlformats.org/drawingml/2006/main">
            <a:r>
              <a:t>https://github.com/volzinnovation/youspeed.de/blob/c1ee94a68c6e13b9371d64b15aa758379746896d/docs/PANORAMAX_CAPTURE_FOUNDATION.md</a:t>
            </a:r>
          </a:p>
          <a:p xmlns:a="http://schemas.openxmlformats.org/drawingml/2006/main">
            <a:r>
              <a:t>https://github.com/volzinnovation/youspeed.de/blob/c1ee94a68c6e13b9371d64b15aa758379746896d/docs/YOUSPEED_1_4_APP_IMPLEMENTATION.md</a:t>
            </a:r>
          </a:p>
          <a:p xmlns:a="http://schemas.openxmlformats.org/drawingml/2006/main">
            <a:r>
              <a:t>https://github.com/volzinnovation/Woladen.de-analytics/blob/db87b591e8a0ded8435925077f769f20d1a8b037/docs/youspeed/COLLECTION_UPLOAD_V2.md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25–27 Minuten (2 Min.)</a:t>
            </a:r>
          </a:p>
          <a:p xmlns:a="http://schemas.openxmlformats.org/drawingml/2006/main">
            <a:r>
              <a:t/>
            </a:r>
          </a:p>
          <a:p xmlns:a="http://schemas.openxmlformats.org/drawingml/2006/main">
            <a:r>
              <a:t>Fünf KI-Aufgaben umfassen die vier Bildverarbeitungsaufgaben und Spracherkennung. Apple Speech auf dem iPhone und Vosk auf Android wandeln eine gesprochene Nutzerkorrektur in Text um. Dies ist von der anschließenden Interpretation und Gültigkeit der Korrektur zu unterscheiden. Die Aufgaben sind nicht automatisch fünf heute installierte neuronale Netze. Die aktuelle Zeichenlokalisierung ist Objektdetektion. Die aktuelle mobile Spurbasis arbeitet mit klassischer Bildverarbeitung. Segmentierung und gelernte Spurerkennung werden als Erweiterungen sauber von vorhandenen Komponenten unterschieden.</a:t>
            </a:r>
          </a:p>
          <a:p xmlns:a="http://schemas.openxmlformats.org/drawingml/2006/main">
            <a:r>
              <a:t/>
            </a:r>
          </a:p>
          <a:p xmlns:a="http://schemas.openxmlformats.org/drawingml/2006/main">
            <a:r>
              <a:t>Quellen:</a:t>
            </a:r>
          </a:p>
          <a:p xmlns:a="http://schemas.openxmlformats.org/drawingml/2006/main">
            <a:r>
              <a:t>https://github.com/volzinnovation/youspeed.de/blob/c1ee94a68c6e13b9371d64b15aa758379746896d/docs/VIDEO_TRAFFIC_SIGN_RECOGNITION_YOLO_SPEC.md</a:t>
            </a:r>
          </a:p>
          <a:p xmlns:a="http://schemas.openxmlformats.org/drawingml/2006/main">
            <a:r>
              <a:t>https://github.com/volzinnovation/youspeed.de/blob/c1ee94a68c6e13b9371d64b15aa758379746896d/shared/lanes/README.md</a:t>
            </a:r>
          </a:p>
          <a:p xmlns:a="http://schemas.openxmlformats.org/drawingml/2006/main">
            <a:r>
              <a:t>https://github.com/volzinnovation/youspeed.de/blob/c1ee94a68c6e13b9371d64b15aa758379746896d/docs/LANE_DETECTION_TECHNICAL_REPORT.tex</a:t>
            </a:r>
          </a:p>
          <a:p xmlns:a="http://schemas.openxmlformats.org/drawingml/2006/main">
            <a:r>
              <a:t>https://github.com/volzinnovation/youspeed.de/blob/c1ee94a68c6e13b9371d64b15aa758379746896d/docs/TSR_SUPPLEMENTARY_OCR_2026-10-16.md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27–29 Minuten (2 Min.)</a:t>
            </a:r>
          </a:p>
          <a:p xmlns:a="http://schemas.openxmlformats.org/drawingml/2006/main">
            <a:r>
              <a:t/>
            </a:r>
          </a:p>
          <a:p xmlns:a="http://schemas.openxmlformats.org/drawingml/2006/main">
            <a:r>
              <a:t>Das reale annotierte Bild zeigt die heute verfügbare Box-Lokalisierung. Die Ortstafel dient als Motiv für die zweite Stufe. Es wird keine erfundene Segmentierungsmaske gezeigt. Für späteres Maskentraining sind überprüfte Polygone oder Masken nötig; ein ausgefülltes Rechteck ist keine präzise Pixelwahrheit.</a:t>
            </a:r>
          </a:p>
          <a:p xmlns:a="http://schemas.openxmlformats.org/drawingml/2006/main">
            <a:r>
              <a:t/>
            </a:r>
          </a:p>
          <a:p xmlns:a="http://schemas.openxmlformats.org/drawingml/2006/main">
            <a:r>
              <a:t>Quellen:</a:t>
            </a:r>
          </a:p>
          <a:p xmlns:a="http://schemas.openxmlformats.org/drawingml/2006/main">
            <a:r>
              <a:t>https://github.com/volzinnovation/youspeed.de/blob/c1ee94a68c6e13b9371d64b15aa758379746896d/docs/TSR_PROLIX_ALIGNMENT_2026-09-10.md</a:t>
            </a:r>
          </a:p>
          <a:p xmlns:a="http://schemas.openxmlformats.org/drawingml/2006/main">
            <a:r>
              <a:t>https://docs.panoramax.fr/backend/install/deep_dive/semantics/</a:t>
            </a:r>
          </a:p>
          <a:p xmlns:a="http://schemas.openxmlformats.org/drawingml/2006/main">
            <a:r>
              <a:t>https://github.com/volzinnovation/youspeed.de/blob/c1ee94a68c6e13b9371d64b15aa758379746896d/shared/tsr/README.md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29–31 Minuten (2 Min.)</a:t>
            </a:r>
          </a:p>
          <a:p xmlns:a="http://schemas.openxmlformats.org/drawingml/2006/main">
            <a:r>
              <a:t/>
            </a:r>
          </a:p>
          <a:p xmlns:a="http://schemas.openxmlformats.org/drawingml/2006/main">
            <a:r>
              <a:t>Prolix stellt die Modellbasis und nationale Zuordnungen bereit. Länderklassifikation läuft auf Server und Smartphone. Die gepinnte deutsche Basis hat 134 Ausgaben und keine echten Ortseingangs-/Ortsausgangsausgaben. Piktogramme und Zuordnungstabellen ergänzen keine Modellparameter. Die Bildbeispiele sind Referenzzeichen und ein realer Crop, keine hier neu gemessenen Vorhersagen.</a:t>
            </a:r>
          </a:p>
          <a:p xmlns:a="http://schemas.openxmlformats.org/drawingml/2006/main">
            <a:r>
              <a:t/>
            </a:r>
          </a:p>
          <a:p xmlns:a="http://schemas.openxmlformats.org/drawingml/2006/main">
            <a:r>
              <a:t>Quellen:</a:t>
            </a:r>
          </a:p>
          <a:p xmlns:a="http://schemas.openxmlformats.org/drawingml/2006/main">
            <a:r>
              <a:t>https://github.com/volzinnovation/youspeed.de/blob/c1ee94a68c6e13b9371d64b15aa758379746896d/iphone/SpeedConsumerApp/TSRModelPacks/DE.panoramax-bootstrap.tsrmodelpack/manifest.json</a:t>
            </a:r>
          </a:p>
          <a:p xmlns:a="http://schemas.openxmlformats.org/drawingml/2006/main">
            <a:r>
              <a:t>https://github.com/volzinnovation/youspeed.de/blob/c1ee94a68c6e13b9371d64b15aa758379746896d/android/app/src/main/assets/tsr/DE.panoramax-bootstrap.tsrmodelpack/manifest.json</a:t>
            </a:r>
          </a:p>
          <a:p xmlns:a="http://schemas.openxmlformats.org/drawingml/2006/main">
            <a:r>
              <a:t>https://github.com/volzinnovation/youspeed.de/blob/c1ee94a68c6e13b9371d64b15aa758379746896d/shared/tsr/prolix-de-class-catalog-v1.json</a:t>
            </a:r>
          </a:p>
          <a:p xmlns:a="http://schemas.openxmlformats.org/drawingml/2006/main">
            <a:r>
              <a:t>https://github.com/volzinnovation/Woladen.de-analytics/blob/db87b591e8a0ded8435925077f769f20d1a8b037/deploy/prolix/models.json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31–33 Minuten (2 Min.)</a:t>
            </a:r>
          </a:p>
          <a:p xmlns:a="http://schemas.openxmlformats.org/drawingml/2006/main">
            <a:r>
              <a:t/>
            </a:r>
          </a:p>
          <a:p xmlns:a="http://schemas.openxmlformats.org/drawingml/2006/main">
            <a:r>
              <a:t>Die gezeigten Texte sind menschliche Referenztexte echter Testausschnitte. Sie werden nicht als frisch gemessene OCR-Ausgaben ausgegeben. Die Server-OCR läuft seit dem bestätigten Oktober-18-Cutover resident auf dem KI-Server. Rohtext, Konfidenz und Herkunft bleiben getrennte Belege. „Bei Nässe“ zu lesen beweist nicht, dass es nass ist.</a:t>
            </a:r>
          </a:p>
          <a:p xmlns:a="http://schemas.openxmlformats.org/drawingml/2006/main">
            <a:r>
              <a:t/>
            </a:r>
          </a:p>
          <a:p xmlns:a="http://schemas.openxmlformats.org/drawingml/2006/main">
            <a:r>
              <a:t>Quellen:</a:t>
            </a:r>
          </a:p>
          <a:p xmlns:a="http://schemas.openxmlformats.org/drawingml/2006/main">
            <a:r>
              <a:t>https://github.com/volzinnovation/youspeed.de/blob/c1ee94a68c6e13b9371d64b15aa758379746896d/docs/TSR_SUPPLEMENTARY_OCR_2026-10-16.md</a:t>
            </a:r>
          </a:p>
          <a:p xmlns:a="http://schemas.openxmlformats.org/drawingml/2006/main">
            <a:r>
              <a:t>https://github.com/volzinnovation/Woladen.de-analytics/blob/db87b591e8a0ded8435925077f769f20d1a8b037/docs/youspeed/KI_OCR_SERVICE.md</a:t>
            </a:r>
          </a:p>
          <a:p xmlns:a="http://schemas.openxmlformats.org/drawingml/2006/main">
            <a:r>
              <a:t>https://github.com/volzinnovation/Woladen.de-analytics/blob/db87b591e8a0ded8435925077f769f20d1a8b037/docs/youspeed/operations-evidence/2026-10-18-ki-ocr/cutover-receipt.json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33–36 Minuten (3 Min.)</a:t>
            </a:r>
          </a:p>
          <a:p xmlns:a="http://schemas.openxmlformats.org/drawingml/2006/main">
            <a:r>
              <a:t/>
            </a:r>
          </a:p>
          <a:p xmlns:a="http://schemas.openxmlformats.org/drawingml/2006/main">
            <a:r>
              <a:t>Der Vergleich zeigt reale Straßenbilder mit gespeicherten Pipeline-Ausgaben, keine für die Vorlesung gezeichneten Linien. Links frühere Punkt-/Kurvendarstellung, rechts begrenzte kubische Bézier-Kurven. Das ist ein Darstellungsvergleich, kein Beweis höherer Detektionsgenauigkeit. Die heutige klassische Basis ist der Vergleichspunkt für gelernte Modelle.</a:t>
            </a:r>
          </a:p>
          <a:p xmlns:a="http://schemas.openxmlformats.org/drawingml/2006/main">
            <a:r>
              <a:t/>
            </a:r>
          </a:p>
          <a:p xmlns:a="http://schemas.openxmlformats.org/drawingml/2006/main">
            <a:r>
              <a:t>Quellen:</a:t>
            </a:r>
          </a:p>
          <a:p xmlns:a="http://schemas.openxmlformats.org/drawingml/2006/main">
            <a:r>
              <a:t>https://github.com/volzinnovation/youspeed.de/blob/c1ee94a68c6e13b9371d64b15aa758379746896d/docs/LANE_DETECTION_TECHNICAL_REPORT.tex</a:t>
            </a:r>
          </a:p>
          <a:p xmlns:a="http://schemas.openxmlformats.org/drawingml/2006/main">
            <a:r>
              <a:t>https://github.com/volzinnovation/youspeed.de/blob/c1ee94a68c6e13b9371d64b15aa758379746896d/shared/lanes/README.md</a:t>
            </a:r>
          </a:p>
          <a:p xmlns:a="http://schemas.openxmlformats.org/drawingml/2006/main">
            <a:r>
              <a:t>https://github.com/volzinnovation/youspeed.de/blob/c1ee94a68c6e13b9371d64b15aa758379746896d/shared/tsr/path-evidence/README.md</a:t>
            </a:r>
          </a:p>
          <a:p xmlns:a="http://schemas.openxmlformats.org/drawingml/2006/main">
            <a:r>
              <a:t>https://github.com/volzinnovation/youspeed.de/blob/c1ee94a68c6e13b9371d64b15aa758379746896d/store/artwork/dashcam-preview.json</a:t>
            </a:r>
          </a:p>
          <a:p xmlns:a="http://schemas.openxmlformats.org/drawingml/2006/main">
            <a:r>
              <a:t>https://github.com/volzinnovation/youspeed.de/blob/main/docs/LANE_BEZIER_AND_CALIBRATION_REVIEW_2026-09-30.md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36–39 Minuten (3 Min.)</a:t>
            </a:r>
          </a:p>
          <a:p xmlns:a="http://schemas.openxmlformats.org/drawingml/2006/main">
            <a:r>
              <a:t/>
            </a:r>
          </a:p>
          <a:p xmlns:a="http://schemas.openxmlformats.org/drawingml/2006/main">
            <a:r>
              <a:t>Hz beschreibt die Verarbeitungsfrequenz, Latenz die Zeit bis zur Entscheidung. 10 Hz garantiert deshalb nicht automatisch 100 ms Ende-zu-Ende-Latenz. Das TSR-Ziel ist adaptiv 2–10 Hz bei p95 unter 250 ms; mindestens 15 FPS beziehen sich auf die gemeinsame Kamera-/Vorschauanforderung. Rechenbeispiele sind abgeleitet, keine Messwerte. Bildvorbereitung, Inferenz und Nachverarbeitung zusammen messen. Alte Frames verwerfen statt eine Warteschlange aufzubauen.</a:t>
            </a:r>
          </a:p>
          <a:p xmlns:a="http://schemas.openxmlformats.org/drawingml/2006/main">
            <a:r>
              <a:t/>
            </a:r>
          </a:p>
          <a:p xmlns:a="http://schemas.openxmlformats.org/drawingml/2006/main">
            <a:r>
              <a:t>Quellen:</a:t>
            </a:r>
          </a:p>
          <a:p xmlns:a="http://schemas.openxmlformats.org/drawingml/2006/main">
            <a:r>
              <a:t>https://github.com/volzinnovation/youspeed.de/blob/c1ee94a68c6e13b9371d64b15aa758379746896d/docs/VIDEO_TRAFFIC_SIGN_RECOGNITION_YOLO_SPEC.md</a:t>
            </a:r>
          </a:p>
          <a:p xmlns:a="http://schemas.openxmlformats.org/drawingml/2006/main">
            <a:r>
              <a:t>https://github.com/volzinnovation/youspeed.de/blob/c1ee94a68c6e13b9371d64b15aa758379746896d/docs/ROAD_PATH_ANDROID_BENCHMARK.md</a:t>
            </a:r>
          </a:p>
          <a:p xmlns:a="http://schemas.openxmlformats.org/drawingml/2006/main">
            <a:r>
              <a:t>https://github.com/volzinnovation/youspeed.de/blob/c1ee94a68c6e13b9371d64b15aa758379746896d/docs/LANE_DETECTION_TECHNICAL_REPORT.tex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39–41 Minuten (2 Min.)</a:t>
            </a:r>
          </a:p>
          <a:p xmlns:a="http://schemas.openxmlformats.org/drawingml/2006/main">
            <a:r>
              <a:t/>
            </a:r>
          </a:p>
          <a:p xmlns:a="http://schemas.openxmlformats.org/drawingml/2006/main">
            <a:r>
              <a:t>Menschen erzeugen die Zielwerte. Trainingsdaten verändern Gewichte; Validierungsdaten helfen bei Modell- und Parameterwahl. Der Test bleibt bis zur finalen Auswahl unberührt. Fehleranalyse fließt in neue Daten und eine nächste Version ein. Die gewählte Modellversion wird sowohl serverseitig in Prolix/PyTorch beziehungsweise OCR-Diensten als auch als Core-ML-/LiteRT-Export evaluiert. Verschiedene Fahrten und Orte zusammenhalten, damit keine Nachbarframes in Training und Test landen.</a:t>
            </a:r>
          </a:p>
          <a:p xmlns:a="http://schemas.openxmlformats.org/drawingml/2006/main">
            <a:r>
              <a:t/>
            </a:r>
          </a:p>
          <a:p xmlns:a="http://schemas.openxmlformats.org/drawingml/2006/main">
            <a:r>
              <a:t>Quellen:</a:t>
            </a:r>
          </a:p>
          <a:p xmlns:a="http://schemas.openxmlformats.org/drawingml/2006/main">
            <a:r>
              <a:t>https://github.com/volzinnovation/Woladen.de-analytics/blob/db87b591e8a0ded8435925077f769f20d1a8b037/docs/prolix-ki-server-runbook.md</a:t>
            </a:r>
          </a:p>
          <a:p xmlns:a="http://schemas.openxmlformats.org/drawingml/2006/main">
            <a:r>
              <a:t>https://github.com/volzinnovation/Woladen.de-analytics/blob/db87b591e8a0ded8435925077f769f20d1a8b037/docs/youspeed/KI_OCR_SERVICE.md</a:t>
            </a:r>
          </a:p>
          <a:p xmlns:a="http://schemas.openxmlformats.org/drawingml/2006/main">
            <a:r>
              <a:t>https://github.com/volzinnovation/youspeed.de/blob/c1ee94a68c6e13b9371d64b15aa758379746896d/docs/TSR_TRAINING_ROUND_TRIP.md</a:t>
            </a:r>
          </a:p>
          <a:p xmlns:a="http://schemas.openxmlformats.org/drawingml/2006/main">
            <a:r>
              <a:t>https://github.com/volzinnovation/youspeed.de/blob/c1ee94a68c6e13b9371d64b15aa758379746896d/docs/TSR_EXPORT_AND_SOURCE_PROVENANCE.md</a:t>
            </a:r>
          </a:p>
          <a:p xmlns:a="http://schemas.openxmlformats.org/drawingml/2006/main">
            <a:r>
              <a:t>https://github.com/volzinnovation/youspeed.de/blob/c1ee94a68c6e13b9371d64b15aa758379746896d/docs/TSR_TRAINING_ROUND_TRIP.md</a:t>
            </a:r>
          </a:p>
          <a:p xmlns:a="http://schemas.openxmlformats.org/drawingml/2006/main">
            <a:r>
              <a:t>https://github.com/volzinnovation/youspeed.de/blob/c1ee94a68c6e13b9371d64b15aa758379746896d/docs/TSR_EXPORT_AND_SOURCE_PROVENANCE.md</a:t>
            </a:r>
          </a:p>
          <a:p xmlns:a="http://schemas.openxmlformats.org/drawingml/2006/main">
            <a:r>
              <a:t>https://github.com/volzinnovation/youspeed.de/blob/c1ee94a68c6e13b9371d64b15aa758379746896d/inspector/README.md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41–44 Minuten (3 Min.)</a:t>
            </a:r>
          </a:p>
          <a:p xmlns:a="http://schemas.openxmlformats.org/drawingml/2006/main">
            <a:r>
              <a:t/>
            </a:r>
          </a:p>
          <a:p xmlns:a="http://schemas.openxmlformats.org/drawingml/2006/main">
            <a:r>
              <a:t>Die zentrale YouSpeed-Datenbank ist PostgreSQL/PostGIS. Sie ist von Panoramax und den Smartphone-SQLite-Bundles getrennt. Events, Bilder, Modellidentität und menschliche Prüfungen bleiben nachvollziehbar. Eine GPS-Position beschreibt zunächst das Fahrzeug, nicht eine vermessene Schildposition. Der Screenshot zeigt vorhandene reale Crops. Keine Bewertung wird nur zum Erstellen der Folie gespeichert.</a:t>
            </a:r>
          </a:p>
          <a:p xmlns:a="http://schemas.openxmlformats.org/drawingml/2006/main">
            <a:r>
              <a:t/>
            </a:r>
          </a:p>
          <a:p xmlns:a="http://schemas.openxmlformats.org/drawingml/2006/main">
            <a:r>
              <a:t>Quellen:</a:t>
            </a:r>
          </a:p>
          <a:p xmlns:a="http://schemas.openxmlformats.org/drawingml/2006/main">
            <a:r>
              <a:t>https://github.com/volzinnovation/Woladen.de-analytics/blob/db87b591e8a0ded8435925077f769f20d1a8b037/commercial_backend/youspeed/migrations/001_youspeed.sql</a:t>
            </a:r>
          </a:p>
          <a:p xmlns:a="http://schemas.openxmlformats.org/drawingml/2006/main">
            <a:r>
              <a:t>https://github.com/volzinnovation/Woladen.de-analytics/blob/db87b591e8a0ded8435925077f769f20d1a8b037/commercial_backend/youspeed/migrations/002_catalog_reviews.sql</a:t>
            </a:r>
          </a:p>
          <a:p xmlns:a="http://schemas.openxmlformats.org/drawingml/2006/main">
            <a:r>
              <a:t>https://github.com/volzinnovation/Woladen.de-analytics/blob/db87b591e8a0ded8435925077f769f20d1a8b037/commercial_backend/youspeed/migrations/009_panoramax_corpus.sql</a:t>
            </a:r>
          </a:p>
          <a:p xmlns:a="http://schemas.openxmlformats.org/drawingml/2006/main">
            <a:r>
              <a:t>https://github.com/volzinnovation/Woladen.de-analytics/blob/db87b591e8a0ded8435925077f769f20d1a8b037/docs/youspeed/PANORAMAX_CORPUS.md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44–46 Minuten (2 Min.)</a:t>
            </a:r>
          </a:p>
          <a:p xmlns:a="http://schemas.openxmlformats.org/drawingml/2006/main">
            <a:r>
              <a:t/>
            </a:r>
          </a:p>
          <a:p xmlns:a="http://schemas.openxmlformats.org/drawingml/2006/main">
            <a:r>
              <a:t>Stand 18.10.2026, 11:44 MESZ. Datensätze, keine Zahl unterschiedlicher physischer Schilder. Modellland ist die gespeicherte Zuordnung; BE* (33) weist Zuordnungskonflikte auf, Unklar* (36) eine mehrdeutige Länderzuordnung. Panoramax-Crops = importierter Bestand mit fertigem Crop; keine Anzahl aller Fotos der Instanz. App-Crops und App-Sightings einschließlich Replay/Altbestand. Panoramax und App-Bestand sind getrennte Quellen; Crops und Sightings sind nicht addierbar. Die neueste Panoramax-Synchronisation war noch nicht abgeschlossen; die Zahlen beschreiben den importierten Verwaltungsbestand am Snapshot. Die Foto-Gesamtzahl beträgt 6.467 Quellbilder mit fertigen importierten Crops. Eine deduplizierte Foto-Länderaufteilung ist im vorliegenden Export nicht verfügbar. Die Tabelle verwendet deshalb ausdrücklich Crop-Einheiten für Panoramax.</a:t>
            </a:r>
          </a:p>
          <a:p xmlns:a="http://schemas.openxmlformats.org/drawingml/2006/main">
            <a:r>
              <a:t/>
            </a:r>
          </a:p>
          <a:p xmlns:a="http://schemas.openxmlformats.org/drawingml/2006/main">
            <a:r>
              <a:t>Quellen:</a:t>
            </a:r>
          </a:p>
          <a:p xmlns:a="http://schemas.openxmlformats.org/drawingml/2006/main">
            <a:r>
              <a:t>Woladen.de-analytics/docs/youspeed/collection-evidence/2026-10-18/summary.json</a:t>
            </a:r>
          </a:p>
          <a:p xmlns:a="http://schemas.openxmlformats.org/drawingml/2006/main">
            <a:r>
              <a:t>Woladen.de-analytics/docs/youspeed/collection-evidence/2026-10-18/panoramax/sign-statistics.json</a:t>
            </a:r>
          </a:p>
          <a:p xmlns:a="http://schemas.openxmlformats.org/drawingml/2006/main">
            <a:r>
              <a:t>Woladen.de-analytics/docs/youspeed/collection-evidence/2026-10-18/mobile/sign-statistics.json</a:t>
            </a:r>
          </a:p>
          <a:p xmlns:a="http://schemas.openxmlformats.org/drawingml/2006/main">
            <a:r>
              <a:t>Woladen.de-analytics/docs/youspeed/collection-evidence/2026-10-18/mobile/sighting-statistics.json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46–47 Minuten (1 Min.)</a:t>
            </a:r>
          </a:p>
          <a:p xmlns:a="http://schemas.openxmlformats.org/drawingml/2006/main">
            <a:r>
              <a:t/>
            </a:r>
          </a:p>
          <a:p xmlns:a="http://schemas.openxmlformats.org/drawingml/2006/main">
            <a:r>
              <a:t>Übergang vom Systemverständnis zur konkreten Arbeit. Studierende müssen die Apps nutzen und Daten annotieren; eine native App selbst zu bauen ist für den Einstieg nicht erforderlich.</a:t>
            </a:r>
          </a:p>
          <a:p xmlns:a="http://schemas.openxmlformats.org/drawingml/2006/main">
            <a:r>
              <a:t/>
            </a:r>
          </a:p>
          <a:p xmlns:a="http://schemas.openxmlformats.org/drawingml/2006/main">
            <a:r>
              <a:t>Quellen:</a:t>
            </a:r>
          </a:p>
          <a:p xmlns:a="http://schemas.openxmlformats.org/drawingml/2006/main">
            <a:r>
              <a:t>https://github.com/volzinnovation/youspeed.de/blob/c1ee94a68c6e13b9371d64b15aa758379746896d/README.md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47–49 Minuten (2 Min.)</a:t>
            </a:r>
          </a:p>
          <a:p xmlns:a="http://schemas.openxmlformats.org/drawingml/2006/main">
            <a:r>
              <a:t/>
            </a:r>
          </a:p>
          <a:p xmlns:a="http://schemas.openxmlformats.org/drawingml/2006/main">
            <a:r>
              <a:t>Die Termine sind die verbindlichen Kursvorgaben. Im wöchentlichen Standup erläutert jedes Team Fortschritt, Hindernisse und nächste Schritte. Zum Projektabschluss müssen Datenstand, Quellcode, Experimente und Modellartefakte nachvollziehbar vorliegen. Danach folgen die interne und die öffentliche Präsentation.</a:t>
            </a:r>
          </a:p>
          <a:p xmlns:a="http://schemas.openxmlformats.org/drawingml/2006/main">
            <a:r>
              <a:t/>
            </a:r>
          </a:p>
          <a:p xmlns:a="http://schemas.openxmlformats.org/drawingml/2006/main">
            <a:r>
              <a:t>Quellen:</a:t>
            </a:r>
          </a:p>
          <a:p xmlns:a="http://schemas.openxmlformats.org/drawingml/2006/main">
            <a:r>
              <a:t>Kursvorgaben von Prof. Dr. Raphael Volz, 18.10.2026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49–51 Minuten (2 Min.)</a:t>
            </a:r>
          </a:p>
          <a:p xmlns:a="http://schemas.openxmlformats.org/drawingml/2006/main">
            <a:r>
              <a:t/>
            </a:r>
          </a:p>
          <a:p xmlns:a="http://schemas.openxmlformats.org/drawingml/2006/main">
            <a:r>
              <a:t>Git verwaltet lokale Historie. GitHub hostet Repositories, Issues, Reviews und automatisierte Checks. Ein Fork liegt beim Team, ein Clone auf dem Rechner. origin ist der Team-Fork; upstream das Original. Ein Pull Request schlägt Änderungen vor und ist noch keine Freigabe oder Bereitstellung.</a:t>
            </a:r>
          </a:p>
          <a:p xmlns:a="http://schemas.openxmlformats.org/drawingml/2006/main">
            <a:r>
              <a:t/>
            </a:r>
          </a:p>
          <a:p xmlns:a="http://schemas.openxmlformats.org/drawingml/2006/main">
            <a:r>
              <a:t>Quellen:</a:t>
            </a:r>
          </a:p>
          <a:p xmlns:a="http://schemas.openxmlformats.org/drawingml/2006/main">
            <a:r>
              <a:t>https://docs.github.com/en/get-started/using-git/about-git</a:t>
            </a:r>
          </a:p>
          <a:p xmlns:a="http://schemas.openxmlformats.org/drawingml/2006/main">
            <a:r>
              <a:t>https://docs.github.com/en/pull-requests/working-with-forks/about-forks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51–53 Minuten (2 Min.)</a:t>
            </a:r>
          </a:p>
          <a:p xmlns:a="http://schemas.openxmlformats.org/drawingml/2006/main">
            <a:r>
              <a:t/>
            </a:r>
          </a:p>
          <a:p xmlns:a="http://schemas.openxmlformats.org/drawingml/2006/main">
            <a:r>
              <a:t>TEAM ist ein Platzhalter. Jede Gruppe nutzt eigene Konten und beide Forks. Das Analytics-Repository ist privat; die Organisation muss private Forks erlauben. Kein privates Repository veröffentlichen, um diese Einschränkung zu umgehen. Branch-Regeln beider Repositories lesen; sie sind nicht identisch.</a:t>
            </a:r>
          </a:p>
          <a:p xmlns:a="http://schemas.openxmlformats.org/drawingml/2006/main">
            <a:r>
              <a:t/>
            </a:r>
          </a:p>
          <a:p xmlns:a="http://schemas.openxmlformats.org/drawingml/2006/main">
            <a:r>
              <a:t>Quellen:</a:t>
            </a:r>
          </a:p>
          <a:p xmlns:a="http://schemas.openxmlformats.org/drawingml/2006/main">
            <a:r>
              <a:t>https://github.com/volzinnovation/youspeed.de/blob/c1ee94a68c6e13b9371d64b15aa758379746896d/AGENTS.md</a:t>
            </a:r>
          </a:p>
          <a:p xmlns:a="http://schemas.openxmlformats.org/drawingml/2006/main">
            <a:r>
              <a:t>https://github.com/volzinnovation/Woladen.de-analytics/blob/db87b591e8a0ded8435925077f769f20d1a8b037/AGENTS.md</a:t>
            </a:r>
          </a:p>
          <a:p xmlns:a="http://schemas.openxmlformats.org/drawingml/2006/main">
            <a:r>
              <a:t>https://github.com/volzinnovation/Woladen.de-analytics/blob/db87b591e8a0ded8435925077f769f20d1a8b037/README.md</a:t>
            </a:r>
          </a:p>
          <a:p xmlns:a="http://schemas.openxmlformats.org/drawingml/2006/main">
            <a:r>
              <a:t>https://docs.github.com/en/pull-requests/how-tos/work-with-forks/configuring-a-remote-repository-for-a-fork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53–55 Minuten (2 Min.)</a:t>
            </a:r>
          </a:p>
          <a:p xmlns:a="http://schemas.openxmlformats.org/drawingml/2006/main">
            <a:r>
              <a:t/>
            </a:r>
          </a:p>
          <a:p xmlns:a="http://schemas.openxmlformats.org/drawingml/2006/main">
            <a:r>
              <a:t>Eine gute Abgabe ist mehr als ein Gewichtsfile. Sie benennt Frage, Datenstand, Baseline, Vorgehen und gemessene Verbesserung. Änderungen klein halten und im Review verständlich begründen. Aufnahmen, Tokens und große Artefakte gehören nicht unüberlegt in Git. Upstream-Publikation oder Serverdeployment folgt einem eigenen freigegebenen Verfahren.</a:t>
            </a:r>
          </a:p>
          <a:p xmlns:a="http://schemas.openxmlformats.org/drawingml/2006/main">
            <a:r>
              <a:t/>
            </a:r>
          </a:p>
          <a:p xmlns:a="http://schemas.openxmlformats.org/drawingml/2006/main">
            <a:r>
              <a:t>Quellen:</a:t>
            </a:r>
          </a:p>
          <a:p xmlns:a="http://schemas.openxmlformats.org/drawingml/2006/main">
            <a:r>
              <a:t>https://github.com/volzinnovation/youspeed.de/blob/c1ee94a68c6e13b9371d64b15aa758379746896d/AGENTS.md</a:t>
            </a:r>
          </a:p>
          <a:p xmlns:a="http://schemas.openxmlformats.org/drawingml/2006/main">
            <a:r>
              <a:t>https://github.com/volzinnovation/Woladen.de-analytics/blob/db87b591e8a0ded8435925077f769f20d1a8b037/AGENTS.md</a:t>
            </a:r>
          </a:p>
          <a:p xmlns:a="http://schemas.openxmlformats.org/drawingml/2006/main">
            <a:r>
              <a:t>https://docs.github.com/en/get-started/using-github/github-flow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55–57 Minuten (2 Min.)</a:t>
            </a:r>
          </a:p>
          <a:p xmlns:a="http://schemas.openxmlformats.org/drawingml/2006/main">
            <a:r>
              <a:t/>
            </a:r>
          </a:p>
          <a:p xmlns:a="http://schemas.openxmlformats.org/drawingml/2006/main">
            <a:r>
              <a:t>Für die erste Datensammlung genügt eine vom Kurs vorgesehene App-Version. Die Studierenden müssen die App nicht selbst entwickeln oder kompilieren. Vorher die tatsächlich installierte Version prüfen, weil öffentliche Stores und Entwicklungsversion unterschiedlich sein können. Ein Android-Download benötigt die zum Gerät passende Architektur.</a:t>
            </a:r>
          </a:p>
          <a:p xmlns:a="http://schemas.openxmlformats.org/drawingml/2006/main">
            <a:r>
              <a:t/>
            </a:r>
          </a:p>
          <a:p xmlns:a="http://schemas.openxmlformats.org/drawingml/2006/main">
            <a:r>
              <a:t>Quellen:</a:t>
            </a:r>
          </a:p>
          <a:p xmlns:a="http://schemas.openxmlformats.org/drawingml/2006/main">
            <a:r>
              <a:t>https://github.com/volzinnovation/youspeed.de/blob/c1ee94a68c6e13b9371d64b15aa758379746896d/android/README.md</a:t>
            </a:r>
          </a:p>
          <a:p xmlns:a="http://schemas.openxmlformats.org/drawingml/2006/main">
            <a:r>
              <a:t>https://github.com/volzinnovation/youspeed.de/blob/c1ee94a68c6e13b9371d64b15aa758379746896d/iphone/SpeedConsumerApp/README.md</a:t>
            </a:r>
          </a:p>
          <a:p xmlns:a="http://schemas.openxmlformats.org/drawingml/2006/main">
            <a:r>
              <a:t>https://youspeed.de/</a:t>
            </a:r>
          </a:p>
          <a:p xmlns:a="http://schemas.openxmlformats.org/drawingml/2006/main">
            <a:r>
              <a:t>https://github.com/volzinnovation/youspeed.de/releases/tag/android-v1.3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57–59 Minuten (2 Min.)</a:t>
            </a:r>
          </a:p>
          <a:p xmlns:a="http://schemas.openxmlformats.org/drawingml/2006/main">
            <a:r>
              <a:t/>
            </a:r>
          </a:p>
          <a:p xmlns:a="http://schemas.openxmlformats.org/drawingml/2006/main">
            <a:r>
              <a:t>Einrichtung im Stand durchführen. Die Kamera kann Zeichen erkennen, ohne Video zu speichern. Für Projekt A Straßenfotos, für Projekt B lokale Dashcam-Videos vorbereiten. Speicherplatz, Orientierung und Zeitbezug überprüfen. Nach der Testfahrt einen Clip beziehungsweise ein Foto öffnen, bevor größere Datensammlungen beginnen.</a:t>
            </a:r>
          </a:p>
          <a:p xmlns:a="http://schemas.openxmlformats.org/drawingml/2006/main">
            <a:r>
              <a:t/>
            </a:r>
          </a:p>
          <a:p xmlns:a="http://schemas.openxmlformats.org/drawingml/2006/main">
            <a:r>
              <a:t>Quellen:</a:t>
            </a:r>
          </a:p>
          <a:p xmlns:a="http://schemas.openxmlformats.org/drawingml/2006/main">
            <a:r>
              <a:t>https://github.com/volzinnovation/youspeed.de/blob/c1ee94a68c6e13b9371d64b15aa758379746896d/docs/FIRST_RUN_WALKTHROUGH.md</a:t>
            </a:r>
          </a:p>
          <a:p xmlns:a="http://schemas.openxmlformats.org/drawingml/2006/main">
            <a:r>
              <a:t>https://github.com/volzinnovation/youspeed.de/blob/c1ee94a68c6e13b9371d64b15aa758379746896d/docs/USER_GUIDE.md</a:t>
            </a:r>
          </a:p>
          <a:p xmlns:a="http://schemas.openxmlformats.org/drawingml/2006/main">
            <a:r>
              <a:t>https://github.com/volzinnovation/youspeed.de/blob/c1ee94a68c6e13b9371d64b15aa758379746896d/docs/MANUAL_ORIENTATION.md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59–62 Minuten (3 Min.)</a:t>
            </a:r>
          </a:p>
          <a:p xmlns:a="http://schemas.openxmlformats.org/drawingml/2006/main">
            <a:r>
              <a:t/>
            </a:r>
          </a:p>
          <a:p xmlns:a="http://schemas.openxmlformats.org/drawingml/2006/main">
            <a:r>
              <a:t>Links ist der aktuelle Bildschirm des am 18.10.2026 angeschlossenen iPhones zu sehen, über QuickTime als Vorschau erfasst. Der Pfeil zeigt auf den zweiten Button von links: die automatische Panoramax-Fotoaufnahme ein-/ausschalten. Im Bild ist sie ausgeschaltet, erkennbar am durchgestrichenen Kamerasymbol. Der dritte Button öffnet die Galerie. Die weiteren Bilder zeigen echte native App-Galerien mit synthetischen Test-Thumbnails. iPhone: blauer Upload-Pfeil unten rechts. Android: Upload (1), im gezeigten Zustand mangels verbundenem Konto deaktiviert. Studierende verwenden ihre eigenen Kurskonten. Aufnahme stoppen, Galerie öffnen, Bilder prüfen und auswählen, Konto mit der Instanz verbinden, Upload bewusst auslösen und bestätigen. Upload startet weder beim Stoppen noch beim Verbinden eines Kontos automatisch. Fortschritt prüfen und Sequenz-IDs für die Annotation notieren. Dashcam-Videos bleiben lokal. Bilder anschließend im Panoramax-Webviewer annotieren.</a:t>
            </a:r>
          </a:p>
          <a:p xmlns:a="http://schemas.openxmlformats.org/drawingml/2006/main">
            <a:r>
              <a:t/>
            </a:r>
          </a:p>
          <a:p xmlns:a="http://schemas.openxmlformats.org/drawingml/2006/main">
            <a:r>
              <a:t>Quellen:</a:t>
            </a:r>
          </a:p>
          <a:p xmlns:a="http://schemas.openxmlformats.org/drawingml/2006/main">
            <a:r>
              <a:t>Aktueller Screenshot des angeschlossenen iPhones, QuickTime-Vorschau, 18.10.2026</a:t>
            </a:r>
          </a:p>
          <a:p xmlns:a="http://schemas.openxmlformats.org/drawingml/2006/main">
            <a:r>
              <a:t>https://github.com/volzinnovation/youspeed.de/blob/main/iphone/SpeedConsumerApp/MainView.swift#L585</a:t>
            </a:r>
          </a:p>
          <a:p xmlns:a="http://schemas.openxmlformats.org/drawingml/2006/main">
            <a:r>
              <a:t>https://github.com/volzinnovation/youspeed.de/blob/main/docs/PANORAMAX_CAPTURE_FOUNDATION.md</a:t>
            </a:r>
          </a:p>
          <a:p xmlns:a="http://schemas.openxmlformats.org/drawingml/2006/main">
            <a:r>
              <a:t>https://github.com/volzinnovation/youspeed.de/blob/main/iphone/SpeedConsumerApp/Assets.xcassets/onboarding-photo-review.imageset/onboarding-photo-review.png</a:t>
            </a:r>
          </a:p>
          <a:p xmlns:a="http://schemas.openxmlformats.org/drawingml/2006/main">
            <a:r>
              <a:t>https://github.com/volzinnovation/youspeed.de/blob/main/android/app/src/main/res/drawable-nodpi/onboarding_photo_review.png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62–65 Minuten (3 Min.)</a:t>
            </a:r>
          </a:p>
          <a:p xmlns:a="http://schemas.openxmlformats.org/drawingml/2006/main">
            <a:r>
              <a:t/>
            </a:r>
          </a:p>
          <a:p xmlns:a="http://schemas.openxmlformats.org/drawingml/2006/main">
            <a:r>
              <a:t>Der sichtbare Rahmen und die gespeicherte Semantik gehören zum Bild. Panoramax nutzt osm|traffic_sign; OSM selbst traffic_sign. Wo ein Rahmen bereits vorhanden ist, dessen Semantik korrigieren statt ein Duplikat anzulegen. Die erforderlichen Bearbeitungsrechte und UI-Controls vorher mit dem Kurskonto prüfen. Zum Screenshot werden keine neuen Labels oder Prüfungen gespeichert.</a:t>
            </a:r>
          </a:p>
          <a:p xmlns:a="http://schemas.openxmlformats.org/drawingml/2006/main">
            <a:r>
              <a:t/>
            </a:r>
          </a:p>
          <a:p xmlns:a="http://schemas.openxmlformats.org/drawingml/2006/main">
            <a:r>
              <a:t>Quellen:</a:t>
            </a:r>
          </a:p>
          <a:p xmlns:a="http://schemas.openxmlformats.org/drawingml/2006/main">
            <a:r>
              <a:t>https://docs.panoramax.fr/tags/</a:t>
            </a:r>
          </a:p>
          <a:p xmlns:a="http://schemas.openxmlformats.org/drawingml/2006/main">
            <a:r>
              <a:t>https://docs.panoramax.fr/backend/install/deep_dive/semantics/</a:t>
            </a:r>
          </a:p>
          <a:p xmlns:a="http://schemas.openxmlformats.org/drawingml/2006/main">
            <a:r>
              <a:t>https://github.com/volzinnovation/youspeed.de/blob/c1ee94a68c6e13b9371d64b15aa758379746896d/docs/TSR_PROLIX_ALIGNMENT_2026-09-10.md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65–67 Minuten (2 Min.)</a:t>
            </a:r>
          </a:p>
          <a:p xmlns:a="http://schemas.openxmlformats.org/drawingml/2006/main">
            <a:r>
              <a:t/>
            </a:r>
          </a:p>
          <a:p xmlns:a="http://schemas.openxmlformats.org/drawingml/2006/main">
            <a:r>
              <a:t>Der Inspector verbindet Datei- und Datenbankansichten. Eine Modellvorhersage wird nicht automatisch zur menschlichen Wahrheit. Originalerkennung, Klassenprüfung und Ausfahrtkontext bleiben unterscheidbar. Die lokale Spurannotation funktioniert auch ohne private Backend-Zugangsdaten. Im Kurs werden passende Leserechte bereitgestellt.</a:t>
            </a:r>
          </a:p>
          <a:p xmlns:a="http://schemas.openxmlformats.org/drawingml/2006/main">
            <a:r>
              <a:t/>
            </a:r>
          </a:p>
          <a:p xmlns:a="http://schemas.openxmlformats.org/drawingml/2006/main">
            <a:r>
              <a:t>Quellen:</a:t>
            </a:r>
          </a:p>
          <a:p xmlns:a="http://schemas.openxmlformats.org/drawingml/2006/main">
            <a:r>
              <a:t>https://github.com/volzinnovation/youspeed.de/blob/c1ee94a68c6e13b9371d64b15aa758379746896d/inspector/README.md</a:t>
            </a:r>
          </a:p>
          <a:p xmlns:a="http://schemas.openxmlformats.org/drawingml/2006/main">
            <a:r>
              <a:t>https://github.com/volzinnovation/youspeed.de/blob/c1ee94a68c6e13b9371d64b15aa758379746896d/inspector/server.py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67–70 Minuten (3 Min.)</a:t>
            </a:r>
          </a:p>
          <a:p xmlns:a="http://schemas.openxmlformats.org/drawingml/2006/main">
            <a:r>
              <a:t/>
            </a:r>
          </a:p>
          <a:p xmlns:a="http://schemas.openxmlformats.org/drawingml/2006/main">
            <a:r>
              <a:t>Der Editor arbeitet auf tatsächlich dekodierten Frames und PTS. Vier Punkte definieren eine kubische Bézier-Kurve. Gestrichelte Kurven beschreiben den Markierungspfad einschließlich der Lücken, keine Lack-Pixelmaske. Kopierte Annotationen bleiben Entwürfe. Nur geprüfte Samples kommen in die Split-Listen. Bei fehlendem FFmpeg das vorbereitete ZIP importieren und gespeicherte Frames öffnen.</a:t>
            </a:r>
          </a:p>
          <a:p xmlns:a="http://schemas.openxmlformats.org/drawingml/2006/main">
            <a:r>
              <a:t/>
            </a:r>
          </a:p>
          <a:p xmlns:a="http://schemas.openxmlformats.org/drawingml/2006/main">
            <a:r>
              <a:t>Quellen:</a:t>
            </a:r>
          </a:p>
          <a:p xmlns:a="http://schemas.openxmlformats.org/drawingml/2006/main">
            <a:r>
              <a:t>https://github.com/volzinnovation/youspeed.de/blob/c1ee94a68c6e13b9371d64b15aa758379746896d/inspector/README.md</a:t>
            </a:r>
          </a:p>
          <a:p xmlns:a="http://schemas.openxmlformats.org/drawingml/2006/main">
            <a:r>
              <a:t>https://github.com/volzinnovation/youspeed.de/blob/c1ee94a68c6e13b9371d64b15aa758379746896d/tests/inspector/fixtures/lane-dataset-v1/manifest.json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70–72 Minuten (2 Min.)</a:t>
            </a:r>
          </a:p>
          <a:p xmlns:a="http://schemas.openxmlformats.org/drawingml/2006/main">
            <a:r>
              <a:t/>
            </a:r>
          </a:p>
          <a:p xmlns:a="http://schemas.openxmlformats.org/drawingml/2006/main">
            <a:r>
              <a:t>Zufälliges Aufteilen von Nachbarframes überschätzt häufig die Qualität. Die gleiche physische Ortstafel oder derselbe Straßenabschnitt darf nicht unbemerkt auf beiden Seiten des Tests stehen. Seltene Klassen, schwierige Sichtverhältnisse und echte negative Bilder berücksichtigen. Menschliche Labels stichprobenartig gegenseitig prüfen.</a:t>
            </a:r>
          </a:p>
          <a:p xmlns:a="http://schemas.openxmlformats.org/drawingml/2006/main">
            <a:r>
              <a:t/>
            </a:r>
          </a:p>
          <a:p xmlns:a="http://schemas.openxmlformats.org/drawingml/2006/main">
            <a:r>
              <a:t>Quellen:</a:t>
            </a:r>
          </a:p>
          <a:p xmlns:a="http://schemas.openxmlformats.org/drawingml/2006/main">
            <a:r>
              <a:t>https://github.com/volzinnovation/youspeed.de/blob/c1ee94a68c6e13b9371d64b15aa758379746896d/inspector/README.md</a:t>
            </a:r>
          </a:p>
          <a:p xmlns:a="http://schemas.openxmlformats.org/drawingml/2006/main">
            <a:r>
              <a:t>https://github.com/volzinnovation/youspeed.de/blob/c1ee94a68c6e13b9371d64b15aa758379746896d/scripts/inspector/lane_dataset_loader.mjs</a:t>
            </a:r>
          </a:p>
          <a:p xmlns:a="http://schemas.openxmlformats.org/drawingml/2006/main">
            <a:r>
              <a:t>https://github.com/volzinnovation/youspeed.de/blob/c1ee94a68c6e13b9371d64b15aa758379746896d/docs/TSR_TRAINING_ROUND_TRIP.md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72–74 Minuten (2 Min.)</a:t>
            </a:r>
          </a:p>
          <a:p xmlns:a="http://schemas.openxmlformats.org/drawingml/2006/main">
            <a:r>
              <a:t/>
            </a:r>
          </a:p>
          <a:p xmlns:a="http://schemas.openxmlformats.org/drawingml/2006/main">
            <a:r>
              <a:t>Qualität anhand der tatsächlichen Zielrepräsentation messen. Boxen, Klassen, Kurven und Masken benötigen unterschiedliche Metriken. Die reale Fehlerauswertung zeigt, warum eine plausible Linie trotzdem die falsche Straßenkante sein kann. Zahlen stets mit Fallzahlen und Datenbedingungen berichten. Der Test bleibt unabhängig; kein Nachjustieren am Testergebnis.</a:t>
            </a:r>
          </a:p>
          <a:p xmlns:a="http://schemas.openxmlformats.org/drawingml/2006/main">
            <a:r>
              <a:t/>
            </a:r>
          </a:p>
          <a:p xmlns:a="http://schemas.openxmlformats.org/drawingml/2006/main">
            <a:r>
              <a:t>Quellen:</a:t>
            </a:r>
          </a:p>
          <a:p xmlns:a="http://schemas.openxmlformats.org/drawingml/2006/main">
            <a:r>
              <a:t>https://github.com/volzinnovation/youspeed.de/blob/c1ee94a68c6e13b9371d64b15aa758379746896d/docs/TSR_TRAINING_ROUND_TRIP.md</a:t>
            </a:r>
          </a:p>
          <a:p xmlns:a="http://schemas.openxmlformats.org/drawingml/2006/main">
            <a:r>
              <a:t>https://github.com/volzinnovation/youspeed.de/blob/c1ee94a68c6e13b9371d64b15aa758379746896d/docs/TSR_EXPORT_AND_SOURCE_PROVENANCE.md</a:t>
            </a:r>
          </a:p>
          <a:p xmlns:a="http://schemas.openxmlformats.org/drawingml/2006/main">
            <a:r>
              <a:t>https://github.com/volzinnovation/youspeed.de/blob/c1ee94a68c6e13b9371d64b15aa758379746896d/inspector/README.md</a:t>
            </a:r>
          </a:p>
          <a:p xmlns:a="http://schemas.openxmlformats.org/drawingml/2006/main">
            <a:r>
              <a:t>https://github.com/volzinnovation/youspeed.de/blob/main/docs/LANE_FRAGMENT_EVALUATION_2026-10-01.md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74–76 Minuten (2 Min.)</a:t>
            </a:r>
          </a:p>
          <a:p xmlns:a="http://schemas.openxmlformats.org/drawingml/2006/main">
            <a:r>
              <a:t/>
            </a:r>
          </a:p>
          <a:p xmlns:a="http://schemas.openxmlformats.org/drawingml/2006/main">
            <a:r>
              <a:t>Jeweils zwei Teams bearbeiten dasselbe Problem mit eigenen Experimenten. Die Gruppen vereinbaren gemeinsame Label-Regeln, teilen überprüfte Daten nach Kursvorgabe und vergleichen unter identischen Testbedingungen. Ein gemeinsam festgelegter Test wird nicht für Training oder Modellauswahl benutzt. Am Ende Ergebnisse und Fehlerbilder zwischen den Teams diskutieren.</a:t>
            </a:r>
          </a:p>
          <a:p xmlns:a="http://schemas.openxmlformats.org/drawingml/2006/main">
            <a:r>
              <a:t/>
            </a:r>
          </a:p>
          <a:p xmlns:a="http://schemas.openxmlformats.org/drawingml/2006/main">
            <a:r>
              <a:t>Quellen:</a:t>
            </a:r>
          </a:p>
          <a:p xmlns:a="http://schemas.openxmlformats.org/drawingml/2006/main">
            <a:r>
              <a:t>https://github.com/volzinnovation/youspeed.de</a:t>
            </a:r>
          </a:p>
          <a:p xmlns:a="http://schemas.openxmlformats.org/drawingml/2006/main">
            <a:r>
              <a:t>https://github.com/volzinnovation/Woladen.de-analytics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76–78 Minuten (2 Min.)</a:t>
            </a:r>
          </a:p>
          <a:p xmlns:a="http://schemas.openxmlformats.org/drawingml/2006/main">
            <a:r>
              <a:t/>
            </a:r>
          </a:p>
          <a:p xmlns:a="http://schemas.openxmlformats.org/drawingml/2006/main">
            <a:r>
              <a:t>Das Servermodell gehört ausdrücklich zum Ergebnis: Gewichte und Pipeline in Prolix beziehungsweise passendem KI-Dienst. Mobile Exporte müssen Labelreihenfolge, Preprocessing und Geometrie erhalten. Erst auf gespeicherten Beispielen, dann auf bereitgestellten Testgeräten prüfen. Native App-Entwicklung ist kein Einstiegserfordernis; die Integration erfolgt mit der vorhandenen Projektstruktur. Produktion wird separat freigegeben.</a:t>
            </a:r>
          </a:p>
          <a:p xmlns:a="http://schemas.openxmlformats.org/drawingml/2006/main">
            <a:r>
              <a:t/>
            </a:r>
          </a:p>
          <a:p xmlns:a="http://schemas.openxmlformats.org/drawingml/2006/main">
            <a:r>
              <a:t>Quellen:</a:t>
            </a:r>
          </a:p>
          <a:p xmlns:a="http://schemas.openxmlformats.org/drawingml/2006/main">
            <a:r>
              <a:t>https://github.com/volzinnovation/youspeed.de/blob/c1ee94a68c6e13b9371d64b15aa758379746896d/AGENTS.md</a:t>
            </a:r>
          </a:p>
          <a:p xmlns:a="http://schemas.openxmlformats.org/drawingml/2006/main">
            <a:r>
              <a:t>https://github.com/volzinnovation/youspeed.de/blob/c1ee94a68c6e13b9371d64b15aa758379746896d/docs/TSR_EXPORT_AND_SOURCE_PROVENANCE.md</a:t>
            </a:r>
          </a:p>
          <a:p xmlns:a="http://schemas.openxmlformats.org/drawingml/2006/main">
            <a:r>
              <a:t>https://github.com/volzinnovation/youspeed.de/blob/c1ee94a68c6e13b9371d64b15aa758379746896d/shared/tsr/model-pack.schema.json</a:t>
            </a:r>
          </a:p>
          <a:p xmlns:a="http://schemas.openxmlformats.org/drawingml/2006/main">
            <a:r>
              <a:t>https://github.com/volzinnovation/youspeed.de/blob/c1ee94a68c6e13b9371d64b15aa758379746896d/shared/lanes/README.md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78–81 Minuten (3 Min.)</a:t>
            </a:r>
          </a:p>
          <a:p xmlns:a="http://schemas.openxmlformats.org/drawingml/2006/main">
            <a:r>
              <a:t/>
            </a:r>
          </a:p>
          <a:p xmlns:a="http://schemas.openxmlformats.org/drawingml/2006/main">
            <a:r>
              <a:t>A1 und A2 starten mit menschlichen Labels auf eigenen Bildern. Den sichtbaren Schildtyp und die Fahrtrichtung korrekt unterscheiden. Verdeckte, kleine oder rückseitige Schilder als unsicher oder passende Negativbeispiele behandeln. Die Bernbach-Aufnahme ist ein vorhandenes historisches Fehlerbeispiel, kein unabhängiger Genauigkeitsnachweis. Abgabe umfasst Manifest, Labelprotokoll, Gegenprüfung und Splitübersicht.</a:t>
            </a:r>
          </a:p>
          <a:p xmlns:a="http://schemas.openxmlformats.org/drawingml/2006/main">
            <a:r>
              <a:t/>
            </a:r>
          </a:p>
          <a:p xmlns:a="http://schemas.openxmlformats.org/drawingml/2006/main">
            <a:r>
              <a:t>Quellen:</a:t>
            </a:r>
          </a:p>
          <a:p xmlns:a="http://schemas.openxmlformats.org/drawingml/2006/main">
            <a:r>
              <a:t>https://github.com/volzinnovation/youspeed.de/blob/c1ee94a68c6e13b9371d64b15aa758379746896d/docs/TSR_PROLIX_ALIGNMENT_2026-09-10.md</a:t>
            </a:r>
          </a:p>
          <a:p xmlns:a="http://schemas.openxmlformats.org/drawingml/2006/main">
            <a:r>
              <a:t>https://github.com/volzinnovation/youspeed.de/blob/c1ee94a68c6e13b9371d64b15aa758379746896d/android/app/src/androidTest/assets/tsr-city310-bernbach.json</a:t>
            </a:r>
          </a:p>
          <a:p xmlns:a="http://schemas.openxmlformats.org/drawingml/2006/main">
            <a:r>
              <a:t>https://wiki.openstreetmap.org/wiki/Tag:traffic_sign=DE:310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81–83 Minuten (2 Min.)</a:t>
            </a:r>
          </a:p>
          <a:p xmlns:a="http://schemas.openxmlformats.org/drawingml/2006/main">
            <a:r>
              <a:t/>
            </a:r>
          </a:p>
          <a:p xmlns:a="http://schemas.openxmlformats.org/drawingml/2006/main">
            <a:r>
              <a:t>Klassenvokabular und tatsächliche Gewichte müssen erweitert werden. Die vorhandenen Piktogramme reichen dafür nicht. Detector-Recall und Klassifikation getrennt untersuchen. Masken entstehen erst mit geeigneter zusätzlicher Annotation. Tests umfassen Fehlalarme, neue Klassen und bekannte Verkehrszeichen. Geltende Laufzeitregeln werden nicht nebenbei umgeschrieben.</a:t>
            </a:r>
          </a:p>
          <a:p xmlns:a="http://schemas.openxmlformats.org/drawingml/2006/main">
            <a:r>
              <a:t/>
            </a:r>
          </a:p>
          <a:p xmlns:a="http://schemas.openxmlformats.org/drawingml/2006/main">
            <a:r>
              <a:t>Quellen:</a:t>
            </a:r>
          </a:p>
          <a:p xmlns:a="http://schemas.openxmlformats.org/drawingml/2006/main">
            <a:r>
              <a:t>https://github.com/volzinnovation/youspeed.de/blob/c1ee94a68c6e13b9371d64b15aa758379746896d/shared/tsr/prolix-de-class-catalog-v1.json</a:t>
            </a:r>
          </a:p>
          <a:p xmlns:a="http://schemas.openxmlformats.org/drawingml/2006/main">
            <a:r>
              <a:t>https://github.com/volzinnovation/youspeed.de/blob/c1ee94a68c6e13b9371d64b15aa758379746896d/docs/TSR_PROLIX_ALIGNMENT_2026-09-10.md</a:t>
            </a:r>
          </a:p>
          <a:p xmlns:a="http://schemas.openxmlformats.org/drawingml/2006/main">
            <a:r>
              <a:t>https://github.com/volzinnovation/youspeed.de/blob/c1ee94a68c6e13b9371d64b15aa758379746896d/docs/TSR_EXPORT_AND_SOURCE_PROVENANCE.md</a:t>
            </a:r>
          </a:p>
          <a:p xmlns:a="http://schemas.openxmlformats.org/drawingml/2006/main">
            <a:r>
              <a:t>https://github.com/volzinnovation/youspeed.de/blob/c1ee94a68c6e13b9371d64b15aa758379746896d/shared/speed-limit-reference/AGENTS.md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83–86 Minuten (3 Min.)</a:t>
            </a:r>
          </a:p>
          <a:p xmlns:a="http://schemas.openxmlformats.org/drawingml/2006/main">
            <a:r>
              <a:t/>
            </a:r>
          </a:p>
          <a:p xmlns:a="http://schemas.openxmlformats.org/drawingml/2006/main">
            <a:r>
              <a:t>B1 und B2 beginnen mit überprüften Kurvenlabels statt mit Modelltraining ohne Zielwerte. Alle relevanten sichtbaren Markierungen konsistent annotieren, kopierte Kurven erneut prüfen. Das exportierte ZIP ist die portable Sicherung; die Originalvideos bleiben getrennt. Schatten, Dämmerung und abgefahrene Markierungen liefern besonders interessante Fehlerfälle.</a:t>
            </a:r>
          </a:p>
          <a:p xmlns:a="http://schemas.openxmlformats.org/drawingml/2006/main">
            <a:r>
              <a:t/>
            </a:r>
          </a:p>
          <a:p xmlns:a="http://schemas.openxmlformats.org/drawingml/2006/main">
            <a:r>
              <a:t>Quellen:</a:t>
            </a:r>
          </a:p>
          <a:p xmlns:a="http://schemas.openxmlformats.org/drawingml/2006/main">
            <a:r>
              <a:t>https://github.com/volzinnovation/youspeed.de/blob/c1ee94a68c6e13b9371d64b15aa758379746896d/inspector/README.md</a:t>
            </a:r>
          </a:p>
          <a:p xmlns:a="http://schemas.openxmlformats.org/drawingml/2006/main">
            <a:r>
              <a:t>https://github.com/volzinnovation/youspeed.de/blob/c1ee94a68c6e13b9371d64b15aa758379746896d/scripts/inspector/lane_dataset_loader.mjs</a:t>
            </a:r>
          </a:p>
          <a:p xmlns:a="http://schemas.openxmlformats.org/drawingml/2006/main">
            <a:r>
              <a:t>https://github.com/volzinnovation/youspeed.de/blob/c1ee94a68c6e13b9371d64b15aa758379746896d/shared/lanes/README.md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86–88 Minuten (2 Min.)</a:t>
            </a:r>
          </a:p>
          <a:p xmlns:a="http://schemas.openxmlformats.org/drawingml/2006/main">
            <a:r>
              <a:t/>
            </a:r>
          </a:p>
          <a:p xmlns:a="http://schemas.openxmlformats.org/drawingml/2006/main">
            <a:r>
              <a:t>Zielrepräsentation passend zu den vorhandenen Kurven wählen. Abgeleitete Rasterlabels sind von echten manuell geprüften Pixelmasken zu unterscheiden. Jede Verbesserung muss auf unabhängigen Daten sowie unter Laufzeitbedingungen bestehen. Teams liefern nachvollziehbaren Quellcode in ihren Forks und dokumentierte Modellartefakte.</a:t>
            </a:r>
          </a:p>
          <a:p xmlns:a="http://schemas.openxmlformats.org/drawingml/2006/main">
            <a:r>
              <a:t/>
            </a:r>
          </a:p>
          <a:p xmlns:a="http://schemas.openxmlformats.org/drawingml/2006/main">
            <a:r>
              <a:t>Quellen:</a:t>
            </a:r>
          </a:p>
          <a:p xmlns:a="http://schemas.openxmlformats.org/drawingml/2006/main">
            <a:r>
              <a:t>https://github.com/volzinnovation/youspeed.de/blob/c1ee94a68c6e13b9371d64b15aa758379746896d/shared/lanes/README.md</a:t>
            </a:r>
          </a:p>
          <a:p xmlns:a="http://schemas.openxmlformats.org/drawingml/2006/main">
            <a:r>
              <a:t>https://github.com/volzinnovation/youspeed.de/blob/c1ee94a68c6e13b9371d64b15aa758379746896d/docs/LANE_DETECTION_TECHNICAL_REPORT.tex</a:t>
            </a:r>
          </a:p>
          <a:p xmlns:a="http://schemas.openxmlformats.org/drawingml/2006/main">
            <a:r>
              <a:t>https://github.com/volzinnovation/youspeed.de/blob/c1ee94a68c6e13b9371d64b15aa758379746896d/AGENTS.md</a:t>
            </a:r>
          </a:p>
          <a:p xmlns:a="http://schemas.openxmlformats.org/drawingml/2006/main">
            <a:r>
              <a:t>https://github.com/volzinnovation/Woladen.de-analytics/blob/db87b591e8a0ded8435925077f769f20d1a8b037/AGENTS.md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88–90 Minuten (2 Min.)</a:t>
            </a:r>
          </a:p>
          <a:p xmlns:a="http://schemas.openxmlformats.org/drawingml/2006/main">
            <a:r>
              <a:t/>
            </a:r>
          </a:p>
          <a:p xmlns:a="http://schemas.openxmlformats.org/drawingml/2006/main">
            <a:r>
              <a:t>Offene Fragen der Studierenden klären.</a:t>
            </a:r>
          </a:p>
          <a:p xmlns:a="http://schemas.openxmlformats.org/drawingml/2006/main">
            <a:r>
              <a:t/>
            </a:r>
          </a:p>
          <a:p xmlns:a="http://schemas.openxmlformats.org/drawingml/2006/main">
            <a:r>
              <a:t>Quellen: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bbe13b8812e44b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f0c59df4518475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e09947dbcd8419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ad599b6b8a44c1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5c552b8a0b74df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742180aa27d4b4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3CEFD63-6204-4F0F-8CB6-50B624A9A10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D043B1A-C0D3-4A0C-8283-D02C9B2B0A3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D8526DA-F06E-484F-AC84-C366E46CF3E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44E89E4-8B40-4EBD-9DFC-22EE2B05315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A6EEBBD-811C-402D-B3B5-45808A7510C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A90A8E8-B8CA-44EC-A945-41EAEF4CEC5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A7E3324-7F28-4335-9DEE-04B28CDE1C4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4899AD3-6687-4B9B-880B-31CF8CEEAD0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FD644EB-A71D-4929-933C-11B2E5CE01C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913F874-9B98-4A77-BD19-05FB2BFDCAD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88a1780575740ea" /><Relationship Type="http://schemas.openxmlformats.org/officeDocument/2006/relationships/slideLayout" Target="/ppt/slideLayouts/slideLayout1.xml" Id="Rcf28d0b196a6475c" /><Relationship Type="http://schemas.openxmlformats.org/officeDocument/2006/relationships/slideLayout" Target="/ppt/slideLayouts/slideLayout2.xml" Id="R23b6f2438b204203" /><Relationship Type="http://schemas.openxmlformats.org/officeDocument/2006/relationships/slideLayout" Target="/ppt/slideLayouts/slideLayout3.xml" Id="R68d103d132fe41fe" /><Relationship Type="http://schemas.openxmlformats.org/officeDocument/2006/relationships/slideLayout" Target="/ppt/slideLayouts/slideLayout4.xml" Id="Rb50631906fd249be" /><Relationship Type="http://schemas.openxmlformats.org/officeDocument/2006/relationships/slideLayout" Target="/ppt/slideLayouts/slideLayout5.xml" Id="Redfc0d1439b44a36" /><Relationship Type="http://schemas.openxmlformats.org/officeDocument/2006/relationships/slideLayout" Target="/ppt/slideLayouts/slideLayout6.xml" Id="R5050ad38ca304cb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f28d0b196a6475c"/>
    <p:sldLayoutId xmlns:r="http://schemas.openxmlformats.org/officeDocument/2006/relationships" id="2147483650" r:id="R23b6f2438b204203"/>
    <p:sldLayoutId xmlns:r="http://schemas.openxmlformats.org/officeDocument/2006/relationships" id="2147483651" r:id="R68d103d132fe41fe"/>
    <p:sldLayoutId xmlns:r="http://schemas.openxmlformats.org/officeDocument/2006/relationships" id="2147483652" r:id="Rb50631906fd249be"/>
    <p:sldLayoutId xmlns:r="http://schemas.openxmlformats.org/officeDocument/2006/relationships" id="2147483653" r:id="Redfc0d1439b44a36"/>
    <p:sldLayoutId xmlns:r="http://schemas.openxmlformats.org/officeDocument/2006/relationships" id="2147483654" r:id="R5050ad38ca304cb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1643dc92b3d4c3e" /><Relationship Type="http://schemas.openxmlformats.org/officeDocument/2006/relationships/image" Target="/ppt/media/image.png" Id="R6b2eb65b24f34bdd" /><Relationship Type="http://schemas.openxmlformats.org/officeDocument/2006/relationships/notesSlide" Target="/ppt/notesSlides/notesSlide1.xml" Id="Rac4209a23d3845d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b0b8509d20c42c2" /><Relationship Type="http://schemas.openxmlformats.org/officeDocument/2006/relationships/notesSlide" Target="/ppt/notesSlides/notesSlide2.xml" Id="Rd7f9265ed4f146e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e6f780df4f04efb" /><Relationship Type="http://schemas.openxmlformats.org/officeDocument/2006/relationships/image" Target="/ppt/media/image.jpeg" Id="R83ce7f3ce2714450" /><Relationship Type="http://schemas.openxmlformats.org/officeDocument/2006/relationships/hyperlink" Target="https://youspeed.de/" TargetMode="External" Id="R2b790a240e044e40" /><Relationship Type="http://schemas.openxmlformats.org/officeDocument/2006/relationships/hyperlink" Target="https://github.com/volzinnovation/youspeed.de" TargetMode="External" Id="R2c7f017203534091" /><Relationship Type="http://schemas.openxmlformats.org/officeDocument/2006/relationships/notesSlide" Target="/ppt/notesSlides/notesSlide3.xml" Id="Rf32a6605ff794c6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d076a38c01f49e3" /><Relationship Type="http://schemas.openxmlformats.org/officeDocument/2006/relationships/image" Target="/ppt/media/image2.jpeg" Id="R9b283547400d4c34" /><Relationship Type="http://schemas.openxmlformats.org/officeDocument/2006/relationships/notesSlide" Target="/ppt/notesSlides/notesSlide4.xml" Id="R3abc31be60f24f5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e6a909ec1824fc7" /><Relationship Type="http://schemas.openxmlformats.org/officeDocument/2006/relationships/notesSlide" Target="/ppt/notesSlides/notesSlide5.xml" Id="Re935b4a70b11459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70c6db6fd7f4b63" /><Relationship Type="http://schemas.openxmlformats.org/officeDocument/2006/relationships/image" Target="/ppt/media/image2.png" Id="R5fb63fe1cc114063" /><Relationship Type="http://schemas.openxmlformats.org/officeDocument/2006/relationships/image" Target="/ppt/media/image3.png" Id="R4a7f8986c1ef479c" /><Relationship Type="http://schemas.openxmlformats.org/officeDocument/2006/relationships/image" Target="/ppt/media/image4.png" Id="Rac0fab592cd44f74" /><Relationship Type="http://schemas.openxmlformats.org/officeDocument/2006/relationships/image" Target="/ppt/media/image3.jpeg" Id="Rffc3f53f2a4c42e4" /><Relationship Type="http://schemas.openxmlformats.org/officeDocument/2006/relationships/hyperlink" Target="https://trafficsigns.osm-verkehrswende.org/DE?signs=DE:274-50" TargetMode="External" Id="R949eacd4596746f3" /><Relationship Type="http://schemas.openxmlformats.org/officeDocument/2006/relationships/notesSlide" Target="/ppt/notesSlides/notesSlide6.xml" Id="R489def9e56f1460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65eddaa42ed4eba" /><Relationship Type="http://schemas.openxmlformats.org/officeDocument/2006/relationships/image" Target="/ppt/media/image4.jpeg" Id="R4f56f239912646d4" /><Relationship Type="http://schemas.openxmlformats.org/officeDocument/2006/relationships/hyperlink" Target="https://panoramax.youspeed.de/?pic=a458609a-bbf1-413a-a039-5e0f685e9923&amp;focus=pic" TargetMode="External" Id="R66b26515627c46e9" /><Relationship Type="http://schemas.openxmlformats.org/officeDocument/2006/relationships/notesSlide" Target="/ppt/notesSlides/notesSlide7.xml" Id="R12094cd48d9843d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704e3ef901c4083" /><Relationship Type="http://schemas.openxmlformats.org/officeDocument/2006/relationships/notesSlide" Target="/ppt/notesSlides/notesSlide8.xml" Id="R74f1e92594bd435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fdafe5a9d8c4aac" /><Relationship Type="http://schemas.openxmlformats.org/officeDocument/2006/relationships/notesSlide" Target="/ppt/notesSlides/notesSlide9.xml" Id="Re3f1271d766942e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286840058b2404b" /><Relationship Type="http://schemas.openxmlformats.org/officeDocument/2006/relationships/notesSlide" Target="/ppt/notesSlides/notesSlide10.xml" Id="Rb16275343b6c407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10602508cfe42e2" /><Relationship Type="http://schemas.openxmlformats.org/officeDocument/2006/relationships/image" Target="/ppt/media/image5.png" Id="R07b8e7f65e1242e3" /><Relationship Type="http://schemas.openxmlformats.org/officeDocument/2006/relationships/image" Target="/ppt/media/image6.png" Id="Rd92efbee5bd944b3" /><Relationship Type="http://schemas.openxmlformats.org/officeDocument/2006/relationships/notesSlide" Target="/ppt/notesSlides/notesSlide11.xml" Id="Re629ef20a0f84e4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3302786790740bb" /><Relationship Type="http://schemas.openxmlformats.org/officeDocument/2006/relationships/notesSlide" Target="/ppt/notesSlides/notesSlide12.xml" Id="Rd42878f4ca94482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42648352742b4e5d" /><Relationship Type="http://schemas.openxmlformats.org/officeDocument/2006/relationships/image" Target="/ppt/media/image7.png" Id="R63af5fc7f5c84ef2" /><Relationship Type="http://schemas.openxmlformats.org/officeDocument/2006/relationships/image" Target="/ppt/media/image5.jpeg" Id="R898ef84b253c4c6f" /><Relationship Type="http://schemas.openxmlformats.org/officeDocument/2006/relationships/image" Target="/ppt/media/image6.jpeg" Id="Rbb6e83de185949ec" /><Relationship Type="http://schemas.openxmlformats.org/officeDocument/2006/relationships/notesSlide" Target="/ppt/notesSlides/notesSlide13.xml" Id="R048906fb0e45479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641161949604c74" /><Relationship Type="http://schemas.openxmlformats.org/officeDocument/2006/relationships/notesSlide" Target="/ppt/notesSlides/notesSlide14.xml" Id="R5d1d977dacf042a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496c14ad728464a" /><Relationship Type="http://schemas.openxmlformats.org/officeDocument/2006/relationships/image" Target="/ppt/media/image7.jpeg" Id="R15a5f17268f44dad" /><Relationship Type="http://schemas.openxmlformats.org/officeDocument/2006/relationships/image" Target="/ppt/media/image8.png" Id="Rcf50d65696e24fda" /><Relationship Type="http://schemas.openxmlformats.org/officeDocument/2006/relationships/notesSlide" Target="/ppt/notesSlides/notesSlide15.xml" Id="R88269766b668450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240cf66ca4104dc5" /><Relationship Type="http://schemas.openxmlformats.org/officeDocument/2006/relationships/image" Target="/ppt/media/image9.png" Id="R4727aadbdc804f5f" /><Relationship Type="http://schemas.openxmlformats.org/officeDocument/2006/relationships/image" Target="/ppt/media/image10.png" Id="R368ca7da472d4e62" /><Relationship Type="http://schemas.openxmlformats.org/officeDocument/2006/relationships/image" Target="/ppt/media/image11.png" Id="Rbe69fbc0ed1c4a7b" /><Relationship Type="http://schemas.openxmlformats.org/officeDocument/2006/relationships/notesSlide" Target="/ppt/notesSlides/notesSlide16.xml" Id="R28f11b118594452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b19e70e81b094c6e" /><Relationship Type="http://schemas.openxmlformats.org/officeDocument/2006/relationships/image" Target="/ppt/media/image12.png" Id="R8d8243e7961b43cc" /><Relationship Type="http://schemas.openxmlformats.org/officeDocument/2006/relationships/image" Target="/ppt/media/image13.png" Id="R188eed795fd24205" /><Relationship Type="http://schemas.openxmlformats.org/officeDocument/2006/relationships/image" Target="/ppt/media/image14.png" Id="R79d26ec45e224270" /><Relationship Type="http://schemas.openxmlformats.org/officeDocument/2006/relationships/notesSlide" Target="/ppt/notesSlides/notesSlide17.xml" Id="R13ed802edcfa4c9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e011e170ccde4ac9" /><Relationship Type="http://schemas.openxmlformats.org/officeDocument/2006/relationships/image" Target="/ppt/media/image15.png" Id="Reebbfbf46fba40c8" /><Relationship Type="http://schemas.openxmlformats.org/officeDocument/2006/relationships/notesSlide" Target="/ppt/notesSlides/notesSlide18.xml" Id="Re89df4ed61c6491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52278e0565424ba1" /><Relationship Type="http://schemas.openxmlformats.org/officeDocument/2006/relationships/notesSlide" Target="/ppt/notesSlides/notesSlide19.xml" Id="R50fc9cc5efe84c5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290a6d553b724466" /><Relationship Type="http://schemas.openxmlformats.org/officeDocument/2006/relationships/notesSlide" Target="/ppt/notesSlides/notesSlide20.xml" Id="Raa36f0fe8d774e1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813fe9f4e9754633" /><Relationship Type="http://schemas.openxmlformats.org/officeDocument/2006/relationships/image" Target="/ppt/media/image8.jpeg" Id="Rb31b5cb7100e4f3c" /><Relationship Type="http://schemas.openxmlformats.org/officeDocument/2006/relationships/notesSlide" Target="/ppt/notesSlides/notesSlide21.xml" Id="Rb3ea68cd20f94df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7ebe8bcbeacc4bfe" /><Relationship Type="http://schemas.openxmlformats.org/officeDocument/2006/relationships/notesSlide" Target="/ppt/notesSlides/notesSlide22.xml" Id="Rd182cc999ee041a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231b75948f3f4a6c" /><Relationship Type="http://schemas.openxmlformats.org/officeDocument/2006/relationships/notesSlide" Target="/ppt/notesSlides/notesSlide23.xml" Id="R5f9a1c32673e46c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b44c01e8529446ac" /><Relationship Type="http://schemas.openxmlformats.org/officeDocument/2006/relationships/notesSlide" Target="/ppt/notesSlides/notesSlide24.xml" Id="R8b5e489d1171487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cb98c988257f40fd" /><Relationship Type="http://schemas.openxmlformats.org/officeDocument/2006/relationships/notesSlide" Target="/ppt/notesSlides/notesSlide25.xml" Id="Rfe944e709f064c9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958092129f68401a" /><Relationship Type="http://schemas.openxmlformats.org/officeDocument/2006/relationships/notesSlide" Target="/ppt/notesSlides/notesSlide26.xml" Id="Rc581b4c8a15d4256"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746f2ff4fff54f88" /><Relationship Type="http://schemas.openxmlformats.org/officeDocument/2006/relationships/notesSlide" Target="/ppt/notesSlides/notesSlide27.xml" Id="Rd095dbc8a8d840d2"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f5f24404eae545b4" /><Relationship Type="http://schemas.openxmlformats.org/officeDocument/2006/relationships/image" Target="/ppt/media/image16.png" Id="Rd01c75a042c34b44" /><Relationship Type="http://schemas.openxmlformats.org/officeDocument/2006/relationships/hyperlink" Target="https://apps.apple.com/de/app/youspeed-de/id6787469256" TargetMode="External" Id="R33e84d8b779b4656" /><Relationship Type="http://schemas.openxmlformats.org/officeDocument/2006/relationships/hyperlink" Target="https://github.com/volzinnovation/youspeed.de/releases/tag/android-v1.3" TargetMode="External" Id="R4bbc79911ce1414b" /><Relationship Type="http://schemas.openxmlformats.org/officeDocument/2006/relationships/notesSlide" Target="/ppt/notesSlides/notesSlide28.xml" Id="R243832e98d684da1"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d36eb593f3c945af" /><Relationship Type="http://schemas.openxmlformats.org/officeDocument/2006/relationships/image" Target="/ppt/media/image17.png" Id="R72f69d9211044012" /><Relationship Type="http://schemas.openxmlformats.org/officeDocument/2006/relationships/notesSlide" Target="/ppt/notesSlides/notesSlide29.xml" Id="R36c58cf95808400d"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0a16cf7d7236490a" /><Relationship Type="http://schemas.openxmlformats.org/officeDocument/2006/relationships/image" Target="/ppt/media/image9.jpeg" Id="R97cc4c36583d4e30" /><Relationship Type="http://schemas.openxmlformats.org/officeDocument/2006/relationships/image" Target="/ppt/media/image18.png" Id="Rced98fecf9f343d6" /><Relationship Type="http://schemas.openxmlformats.org/officeDocument/2006/relationships/image" Target="/ppt/media/image19.png" Id="R7a80a77492274a6b" /><Relationship Type="http://schemas.openxmlformats.org/officeDocument/2006/relationships/notesSlide" Target="/ppt/notesSlides/notesSlide30.xml" Id="R176e5a8326ae4fcd"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a726d47d9c6149a3" /><Relationship Type="http://schemas.openxmlformats.org/officeDocument/2006/relationships/image" Target="/ppt/media/image10.jpeg" Id="Ra6380be869fb443b" /><Relationship Type="http://schemas.openxmlformats.org/officeDocument/2006/relationships/notesSlide" Target="/ppt/notesSlides/notesSlide31.xml" Id="Rb2b1719a0d944ecd"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d608792193ca4042" /><Relationship Type="http://schemas.openxmlformats.org/officeDocument/2006/relationships/image" Target="/ppt/media/image11.jpeg" Id="R8a62cc0ed59a41fe" /><Relationship Type="http://schemas.openxmlformats.org/officeDocument/2006/relationships/notesSlide" Target="/ppt/notesSlides/notesSlide32.xml" Id="R733ec8eb75a648fd"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8288d7ddeb454bbc" /><Relationship Type="http://schemas.openxmlformats.org/officeDocument/2006/relationships/image" Target="/ppt/media/image20.png" Id="R08b84b25cb204b6d" /><Relationship Type="http://schemas.openxmlformats.org/officeDocument/2006/relationships/notesSlide" Target="/ppt/notesSlides/notesSlide33.xml" Id="R7f2812ac00d04662"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7027ddcb294e4548" /><Relationship Type="http://schemas.openxmlformats.org/officeDocument/2006/relationships/notesSlide" Target="/ppt/notesSlides/notesSlide34.xml" Id="R3f130e2f592d4e34"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1bdd8f36dc21424f" /><Relationship Type="http://schemas.openxmlformats.org/officeDocument/2006/relationships/image" Target="/ppt/media/image12.jpeg" Id="R9ef201d6c39d4d0e" /><Relationship Type="http://schemas.openxmlformats.org/officeDocument/2006/relationships/notesSlide" Target="/ppt/notesSlides/notesSlide35.xml" Id="R6d3ba9eb2ffa4232"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4dc05f782a5d4891" /><Relationship Type="http://schemas.openxmlformats.org/officeDocument/2006/relationships/notesSlide" Target="/ppt/notesSlides/notesSlide36.xml" Id="R28a32d3437494e7a"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d1c5cf3345654285" /><Relationship Type="http://schemas.openxmlformats.org/officeDocument/2006/relationships/notesSlide" Target="/ppt/notesSlides/notesSlide37.xml" Id="R4889ea7cd91243ee"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60910e667ea142ad" /><Relationship Type="http://schemas.openxmlformats.org/officeDocument/2006/relationships/image" Target="/ppt/media/image13.jpeg" Id="Rf027cfa0f59e4098" /><Relationship Type="http://schemas.openxmlformats.org/officeDocument/2006/relationships/image" Target="/ppt/media/image21.png" Id="Rd16cec3256fc41a4" /><Relationship Type="http://schemas.openxmlformats.org/officeDocument/2006/relationships/image" Target="/ppt/media/image22.png" Id="R504a01c4ee1f454e" /><Relationship Type="http://schemas.openxmlformats.org/officeDocument/2006/relationships/notesSlide" Target="/ppt/notesSlides/notesSlide38.xml" Id="R8745a68afecf4c67"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20af9cd5bab0486f" /><Relationship Type="http://schemas.openxmlformats.org/officeDocument/2006/relationships/notesSlide" Target="/ppt/notesSlides/notesSlide39.xml" Id="Rf025c5d7a42f499f"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473219de32d84bf9" /><Relationship Type="http://schemas.openxmlformats.org/officeDocument/2006/relationships/notesSlide" Target="/ppt/notesSlides/notesSlide40.xml" Id="R7f59acfea43f46cb"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e7adde5fc6ee4187" /><Relationship Type="http://schemas.openxmlformats.org/officeDocument/2006/relationships/notesSlide" Target="/ppt/notesSlides/notesSlide41.xml" Id="R62ef665ec6464119"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71a28a6121a94284" /><Relationship Type="http://schemas.openxmlformats.org/officeDocument/2006/relationships/notesSlide" Target="/ppt/notesSlides/notesSlide42.xml" Id="R3715b9a1a7634084" /></Relationships>
</file>

<file path=ppt/slides/slide1.xml><?xml version="1.0" encoding="utf-8"?>
<p:sld xmlns:p="http://schemas.openxmlformats.org/presentationml/2006/main">
  <p:cSld>
    <p:bg>
      <p:bgPr>
        <a:solidFill xmlns:a="http://schemas.openxmlformats.org/drawingml/2006/main">
          <a:srgbClr val="092C35"/>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04CC7B2E-F4D7-40F2-A8DF-A4B50FF69E47}"/>
              </a:ext>
            </a:extLst>
          </p:cNvPr>
          <p:cNvPicPr>
            <a:picLocks xmlns:a="http://schemas.openxmlformats.org/drawingml/2006/main" noChangeAspect="1"/>
          </p:cNvPicPr>
          <p:nvPr/>
        </p:nvPicPr>
        <p:blipFill>
          <a:blip xmlns:r="http://schemas.openxmlformats.org/officeDocument/2006/relationships" xmlns:a="http://schemas.openxmlformats.org/drawingml/2006/main" r:embed="R6b2eb65b24f34bdd"/>
          <a:srcRect xmlns:a="http://schemas.openxmlformats.org/drawingml/2006/main" l="30859" t="0" r="30859"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text-0">
            <a:extLst xmlns:a="http://schemas.openxmlformats.org/drawingml/2006/main">
              <a:ext uri="{FF2B5EF4-FFF2-40B4-BE49-F238E27FC236}">
                <a16:creationId xmlns:a16="http://schemas.microsoft.com/office/drawing/2014/main" id="{E34A5655-2FC9-4E69-9C05-87C965DF5EC5}"/>
              </a:ext>
            </a:extLst>
          </p:cNvPr>
          <p:cNvSpPr>
            <a:spLocks xmlns:a="http://schemas.openxmlformats.org/drawingml/2006/main" noGrp="1"/>
          </p:cNvSpPr>
          <p:nvPr/>
        </p:nvSpPr>
        <p:spPr>
          <a:xfrm xmlns:a="http://schemas.openxmlformats.org/drawingml/2006/main">
            <a:off x="609600" y="1428750"/>
            <a:ext cx="681037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650" b="1">
                <a:solidFill>
                  <a:srgbClr val="FFFFFF"/>
                </a:solidFill>
                <a:latin typeface="Arial"/>
                <a:ea typeface="Arial"/>
                <a:cs typeface="Arial"/>
              </a:defRPr>
            </a:defPPr>
            <a:lvl1pPr algn="l">
              <a:defRPr sz="4650" b="1">
                <a:solidFill>
                  <a:srgbClr val="FFFFFF"/>
                </a:solidFill>
                <a:latin typeface="Arial"/>
                <a:ea typeface="Arial"/>
                <a:cs typeface="Arial"/>
              </a:defRPr>
            </a:lvl1pPr>
            <a:lvl2pPr algn="l">
              <a:defRPr sz="4650" b="1">
                <a:solidFill>
                  <a:srgbClr val="FFFFFF"/>
                </a:solidFill>
                <a:latin typeface="Arial"/>
                <a:ea typeface="Arial"/>
                <a:cs typeface="Arial"/>
              </a:defRPr>
            </a:lvl2pPr>
            <a:lvl3pPr algn="l">
              <a:defRPr sz="4650" b="1">
                <a:solidFill>
                  <a:srgbClr val="FFFFFF"/>
                </a:solidFill>
                <a:latin typeface="Arial"/>
                <a:ea typeface="Arial"/>
                <a:cs typeface="Arial"/>
              </a:defRPr>
            </a:lvl3pPr>
            <a:lvl4pPr algn="l">
              <a:defRPr sz="4650" b="1">
                <a:solidFill>
                  <a:srgbClr val="FFFFFF"/>
                </a:solidFill>
                <a:latin typeface="Arial"/>
                <a:ea typeface="Arial"/>
                <a:cs typeface="Arial"/>
              </a:defRPr>
            </a:lvl4pPr>
            <a:lvl5pPr algn="l">
              <a:defRPr sz="4650" b="1">
                <a:solidFill>
                  <a:srgbClr val="FFFFFF"/>
                </a:solidFill>
                <a:latin typeface="Arial"/>
                <a:ea typeface="Arial"/>
                <a:cs typeface="Arial"/>
              </a:defRPr>
            </a:lvl5pPr>
            <a:lvl6pPr algn="l">
              <a:defRPr sz="4650" b="1">
                <a:solidFill>
                  <a:srgbClr val="FFFFFF"/>
                </a:solidFill>
                <a:latin typeface="Arial"/>
                <a:ea typeface="Arial"/>
                <a:cs typeface="Arial"/>
              </a:defRPr>
            </a:lvl6pPr>
            <a:lvl7pPr algn="l">
              <a:defRPr sz="4650" b="1">
                <a:solidFill>
                  <a:srgbClr val="FFFFFF"/>
                </a:solidFill>
                <a:latin typeface="Arial"/>
                <a:ea typeface="Arial"/>
                <a:cs typeface="Arial"/>
              </a:defRPr>
            </a:lvl7pPr>
            <a:lvl8pPr algn="l">
              <a:defRPr sz="4650" b="1">
                <a:solidFill>
                  <a:srgbClr val="FFFFFF"/>
                </a:solidFill>
                <a:latin typeface="Arial"/>
                <a:ea typeface="Arial"/>
                <a:cs typeface="Arial"/>
              </a:defRPr>
            </a:lvl8pPr>
            <a:lvl9pPr algn="l">
              <a:defRPr sz="4650" b="1">
                <a:solidFill>
                  <a:srgbClr val="FFFFFF"/>
                </a:solidFill>
                <a:latin typeface="Arial"/>
                <a:ea typeface="Arial"/>
                <a:cs typeface="Arial"/>
              </a:defRPr>
            </a:lvl9pPr>
          </a:lstStyle>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KI für intelligente</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Mobilität</a:t>
            </a:r>
          </a:p>
        </p:txBody>
      </p:sp>
      <p:sp>
        <p:nvSpPr>
          <p:cNvPr id="3" name="text-1">
            <a:extLst xmlns:a="http://schemas.openxmlformats.org/drawingml/2006/main">
              <a:ext uri="{FF2B5EF4-FFF2-40B4-BE49-F238E27FC236}">
                <a16:creationId xmlns:a16="http://schemas.microsoft.com/office/drawing/2014/main" id="{151E9CE1-8002-4A6B-9C37-BDC53B834D7B}"/>
              </a:ext>
            </a:extLst>
          </p:cNvPr>
          <p:cNvSpPr>
            <a:spLocks xmlns:a="http://schemas.openxmlformats.org/drawingml/2006/main" noGrp="1"/>
          </p:cNvSpPr>
          <p:nvPr/>
        </p:nvSpPr>
        <p:spPr>
          <a:xfrm xmlns:a="http://schemas.openxmlformats.org/drawingml/2006/main">
            <a:off x="609600" y="3619500"/>
            <a:ext cx="666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F5D34C"/>
                </a:solidFill>
                <a:latin typeface="Arial"/>
                <a:ea typeface="Arial"/>
                <a:cs typeface="Arial"/>
              </a:defRPr>
            </a:defPPr>
            <a:lvl1pPr algn="l">
              <a:defRPr sz="2250" b="0">
                <a:solidFill>
                  <a:srgbClr val="F5D34C"/>
                </a:solidFill>
                <a:latin typeface="Arial"/>
                <a:ea typeface="Arial"/>
                <a:cs typeface="Arial"/>
              </a:defRPr>
            </a:lvl1pPr>
            <a:lvl2pPr algn="l">
              <a:defRPr sz="2250" b="0">
                <a:solidFill>
                  <a:srgbClr val="F5D34C"/>
                </a:solidFill>
                <a:latin typeface="Arial"/>
                <a:ea typeface="Arial"/>
                <a:cs typeface="Arial"/>
              </a:defRPr>
            </a:lvl2pPr>
            <a:lvl3pPr algn="l">
              <a:defRPr sz="2250" b="0">
                <a:solidFill>
                  <a:srgbClr val="F5D34C"/>
                </a:solidFill>
                <a:latin typeface="Arial"/>
                <a:ea typeface="Arial"/>
                <a:cs typeface="Arial"/>
              </a:defRPr>
            </a:lvl3pPr>
            <a:lvl4pPr algn="l">
              <a:defRPr sz="2250" b="0">
                <a:solidFill>
                  <a:srgbClr val="F5D34C"/>
                </a:solidFill>
                <a:latin typeface="Arial"/>
                <a:ea typeface="Arial"/>
                <a:cs typeface="Arial"/>
              </a:defRPr>
            </a:lvl4pPr>
            <a:lvl5pPr algn="l">
              <a:defRPr sz="2250" b="0">
                <a:solidFill>
                  <a:srgbClr val="F5D34C"/>
                </a:solidFill>
                <a:latin typeface="Arial"/>
                <a:ea typeface="Arial"/>
                <a:cs typeface="Arial"/>
              </a:defRPr>
            </a:lvl5pPr>
            <a:lvl6pPr algn="l">
              <a:defRPr sz="2250" b="0">
                <a:solidFill>
                  <a:srgbClr val="F5D34C"/>
                </a:solidFill>
                <a:latin typeface="Arial"/>
                <a:ea typeface="Arial"/>
                <a:cs typeface="Arial"/>
              </a:defRPr>
            </a:lvl6pPr>
            <a:lvl7pPr algn="l">
              <a:defRPr sz="2250" b="0">
                <a:solidFill>
                  <a:srgbClr val="F5D34C"/>
                </a:solidFill>
                <a:latin typeface="Arial"/>
                <a:ea typeface="Arial"/>
                <a:cs typeface="Arial"/>
              </a:defRPr>
            </a:lvl7pPr>
            <a:lvl8pPr algn="l">
              <a:defRPr sz="2250" b="0">
                <a:solidFill>
                  <a:srgbClr val="F5D34C"/>
                </a:solidFill>
                <a:latin typeface="Arial"/>
                <a:ea typeface="Arial"/>
                <a:cs typeface="Arial"/>
              </a:defRPr>
            </a:lvl8pPr>
            <a:lvl9pPr algn="l">
              <a:defRPr sz="2250" b="0">
                <a:solidFill>
                  <a:srgbClr val="F5D34C"/>
                </a:solidFill>
                <a:latin typeface="Arial"/>
                <a:ea typeface="Arial"/>
                <a:cs typeface="Arial"/>
              </a:defRPr>
            </a:lvl9pPr>
          </a:lstStyle>
          <a:p xmlns:a="http://schemas.openxmlformats.org/drawingml/2006/main">
            <a:pPr algn="l">
              <a:defRPr sz="2250" b="0">
                <a:solidFill>
                  <a:srgbClr val="F5D34C"/>
                </a:solidFill>
                <a:latin typeface="Arial"/>
                <a:ea typeface="Arial"/>
                <a:cs typeface="Arial"/>
              </a:defRPr>
            </a:pPr>
            <a:r>
              <a:rPr sz="2250" b="0">
                <a:solidFill>
                  <a:srgbClr val="F5D34C"/>
                </a:solidFill>
                <a:latin typeface="Arial"/>
                <a:ea typeface="Arial"/>
                <a:cs typeface="Arial"/>
              </a:rPr>
              <a:t>Profilprojekt IMo WS27-28 HSPF</a:t>
            </a:r>
          </a:p>
        </p:txBody>
      </p:sp>
      <p:sp>
        <p:nvSpPr>
          <p:cNvPr id="4" name="text-2">
            <a:extLst xmlns:a="http://schemas.openxmlformats.org/drawingml/2006/main">
              <a:ext uri="{FF2B5EF4-FFF2-40B4-BE49-F238E27FC236}">
                <a16:creationId xmlns:a16="http://schemas.microsoft.com/office/drawing/2014/main" id="{7FCCC647-F6BE-4B0C-A5AD-770249E84C53}"/>
              </a:ext>
            </a:extLst>
          </p:cNvPr>
          <p:cNvSpPr>
            <a:spLocks xmlns:a="http://schemas.openxmlformats.org/drawingml/2006/main" noGrp="1"/>
          </p:cNvSpPr>
          <p:nvPr/>
        </p:nvSpPr>
        <p:spPr>
          <a:xfrm xmlns:a="http://schemas.openxmlformats.org/drawingml/2006/main">
            <a:off x="609600" y="4905375"/>
            <a:ext cx="6810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FFFFFF"/>
                </a:solidFill>
                <a:latin typeface="Arial"/>
                <a:ea typeface="Arial"/>
                <a:cs typeface="Arial"/>
              </a:defRPr>
            </a:defPPr>
            <a:lvl1pPr algn="l">
              <a:defRPr sz="2100" b="0">
                <a:solidFill>
                  <a:srgbClr val="FFFFFF"/>
                </a:solidFill>
                <a:latin typeface="Arial"/>
                <a:ea typeface="Arial"/>
                <a:cs typeface="Arial"/>
              </a:defRPr>
            </a:lvl1pPr>
            <a:lvl2pPr algn="l">
              <a:defRPr sz="2100" b="0">
                <a:solidFill>
                  <a:srgbClr val="FFFFFF"/>
                </a:solidFill>
                <a:latin typeface="Arial"/>
                <a:ea typeface="Arial"/>
                <a:cs typeface="Arial"/>
              </a:defRPr>
            </a:lvl2pPr>
            <a:lvl3pPr algn="l">
              <a:defRPr sz="2100" b="0">
                <a:solidFill>
                  <a:srgbClr val="FFFFFF"/>
                </a:solidFill>
                <a:latin typeface="Arial"/>
                <a:ea typeface="Arial"/>
                <a:cs typeface="Arial"/>
              </a:defRPr>
            </a:lvl3pPr>
            <a:lvl4pPr algn="l">
              <a:defRPr sz="2100" b="0">
                <a:solidFill>
                  <a:srgbClr val="FFFFFF"/>
                </a:solidFill>
                <a:latin typeface="Arial"/>
                <a:ea typeface="Arial"/>
                <a:cs typeface="Arial"/>
              </a:defRPr>
            </a:lvl4pPr>
            <a:lvl5pPr algn="l">
              <a:defRPr sz="2100" b="0">
                <a:solidFill>
                  <a:srgbClr val="FFFFFF"/>
                </a:solidFill>
                <a:latin typeface="Arial"/>
                <a:ea typeface="Arial"/>
                <a:cs typeface="Arial"/>
              </a:defRPr>
            </a:lvl5pPr>
            <a:lvl6pPr algn="l">
              <a:defRPr sz="2100" b="0">
                <a:solidFill>
                  <a:srgbClr val="FFFFFF"/>
                </a:solidFill>
                <a:latin typeface="Arial"/>
                <a:ea typeface="Arial"/>
                <a:cs typeface="Arial"/>
              </a:defRPr>
            </a:lvl6pPr>
            <a:lvl7pPr algn="l">
              <a:defRPr sz="2100" b="0">
                <a:solidFill>
                  <a:srgbClr val="FFFFFF"/>
                </a:solidFill>
                <a:latin typeface="Arial"/>
                <a:ea typeface="Arial"/>
                <a:cs typeface="Arial"/>
              </a:defRPr>
            </a:lvl7pPr>
            <a:lvl8pPr algn="l">
              <a:defRPr sz="2100" b="0">
                <a:solidFill>
                  <a:srgbClr val="FFFFFF"/>
                </a:solidFill>
                <a:latin typeface="Arial"/>
                <a:ea typeface="Arial"/>
                <a:cs typeface="Arial"/>
              </a:defRPr>
            </a:lvl8pPr>
            <a:lvl9pPr algn="l">
              <a:defRPr sz="2100" b="0">
                <a:solidFill>
                  <a:srgbClr val="FFFFFF"/>
                </a:solidFill>
                <a:latin typeface="Arial"/>
                <a:ea typeface="Arial"/>
                <a:cs typeface="Arial"/>
              </a:defRPr>
            </a:lvl9pPr>
          </a:lstStyle>
          <a:p xmlns:a="http://schemas.openxmlformats.org/drawingml/2006/main">
            <a:pPr algn="l">
              <a:defRPr sz="2100" b="0">
                <a:solidFill>
                  <a:srgbClr val="FFFFFF"/>
                </a:solidFill>
                <a:latin typeface="Arial"/>
                <a:ea typeface="Arial"/>
                <a:cs typeface="Arial"/>
              </a:defRPr>
            </a:pPr>
            <a:r>
              <a:rPr sz="2100" b="0">
                <a:solidFill>
                  <a:srgbClr val="FFFFFF"/>
                </a:solidFill>
                <a:latin typeface="Arial"/>
                <a:ea typeface="Arial"/>
                <a:cs typeface="Arial"/>
              </a:rPr>
              <a:t>Prof. Dr. Raphael Volz</a:t>
            </a:r>
          </a:p>
        </p:txBody>
      </p:sp>
      <p:sp>
        <p:nvSpPr>
          <p:cNvPr id="5" name="text-3">
            <a:extLst xmlns:a="http://schemas.openxmlformats.org/drawingml/2006/main">
              <a:ext uri="{FF2B5EF4-FFF2-40B4-BE49-F238E27FC236}">
                <a16:creationId xmlns:a16="http://schemas.microsoft.com/office/drawing/2014/main" id="{8526B56A-686C-4C09-8B9D-B6657215FDF3}"/>
              </a:ext>
            </a:extLst>
          </p:cNvPr>
          <p:cNvSpPr>
            <a:spLocks xmlns:a="http://schemas.openxmlformats.org/drawingml/2006/main" noGrp="1"/>
          </p:cNvSpPr>
          <p:nvPr/>
        </p:nvSpPr>
        <p:spPr>
          <a:xfrm xmlns:a="http://schemas.openxmlformats.org/drawingml/2006/main">
            <a:off x="609600" y="5962650"/>
            <a:ext cx="619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CBDADB"/>
                </a:solidFill>
                <a:latin typeface="Arial"/>
                <a:ea typeface="Arial"/>
                <a:cs typeface="Arial"/>
              </a:defRPr>
            </a:defPPr>
            <a:lvl1pPr algn="l">
              <a:defRPr sz="1650" b="0">
                <a:solidFill>
                  <a:srgbClr val="CBDADB"/>
                </a:solidFill>
                <a:latin typeface="Arial"/>
                <a:ea typeface="Arial"/>
                <a:cs typeface="Arial"/>
              </a:defRPr>
            </a:lvl1pPr>
            <a:lvl2pPr algn="l">
              <a:defRPr sz="1650" b="0">
                <a:solidFill>
                  <a:srgbClr val="CBDADB"/>
                </a:solidFill>
                <a:latin typeface="Arial"/>
                <a:ea typeface="Arial"/>
                <a:cs typeface="Arial"/>
              </a:defRPr>
            </a:lvl2pPr>
            <a:lvl3pPr algn="l">
              <a:defRPr sz="1650" b="0">
                <a:solidFill>
                  <a:srgbClr val="CBDADB"/>
                </a:solidFill>
                <a:latin typeface="Arial"/>
                <a:ea typeface="Arial"/>
                <a:cs typeface="Arial"/>
              </a:defRPr>
            </a:lvl3pPr>
            <a:lvl4pPr algn="l">
              <a:defRPr sz="1650" b="0">
                <a:solidFill>
                  <a:srgbClr val="CBDADB"/>
                </a:solidFill>
                <a:latin typeface="Arial"/>
                <a:ea typeface="Arial"/>
                <a:cs typeface="Arial"/>
              </a:defRPr>
            </a:lvl4pPr>
            <a:lvl5pPr algn="l">
              <a:defRPr sz="1650" b="0">
                <a:solidFill>
                  <a:srgbClr val="CBDADB"/>
                </a:solidFill>
                <a:latin typeface="Arial"/>
                <a:ea typeface="Arial"/>
                <a:cs typeface="Arial"/>
              </a:defRPr>
            </a:lvl5pPr>
            <a:lvl6pPr algn="l">
              <a:defRPr sz="1650" b="0">
                <a:solidFill>
                  <a:srgbClr val="CBDADB"/>
                </a:solidFill>
                <a:latin typeface="Arial"/>
                <a:ea typeface="Arial"/>
                <a:cs typeface="Arial"/>
              </a:defRPr>
            </a:lvl6pPr>
            <a:lvl7pPr algn="l">
              <a:defRPr sz="1650" b="0">
                <a:solidFill>
                  <a:srgbClr val="CBDADB"/>
                </a:solidFill>
                <a:latin typeface="Arial"/>
                <a:ea typeface="Arial"/>
                <a:cs typeface="Arial"/>
              </a:defRPr>
            </a:lvl7pPr>
            <a:lvl8pPr algn="l">
              <a:defRPr sz="1650" b="0">
                <a:solidFill>
                  <a:srgbClr val="CBDADB"/>
                </a:solidFill>
                <a:latin typeface="Arial"/>
                <a:ea typeface="Arial"/>
                <a:cs typeface="Arial"/>
              </a:defRPr>
            </a:lvl8pPr>
            <a:lvl9pPr algn="l">
              <a:defRPr sz="1650" b="0">
                <a:solidFill>
                  <a:srgbClr val="CBDADB"/>
                </a:solidFill>
                <a:latin typeface="Arial"/>
                <a:ea typeface="Arial"/>
                <a:cs typeface="Arial"/>
              </a:defRPr>
            </a:lvl9pPr>
          </a:lstStyle>
          <a:p xmlns:a="http://schemas.openxmlformats.org/drawingml/2006/main">
            <a:pPr algn="l">
              <a:defRPr sz="1650" b="0">
                <a:solidFill>
                  <a:srgbClr val="CBDADB"/>
                </a:solidFill>
                <a:latin typeface="Arial"/>
                <a:ea typeface="Arial"/>
                <a:cs typeface="Arial"/>
              </a:defRPr>
            </a:pPr>
            <a:r>
              <a:rPr sz="1650" b="0">
                <a:solidFill>
                  <a:srgbClr val="CBDADB"/>
                </a:solidFill>
                <a:latin typeface="Arial"/>
                <a:ea typeface="Arial"/>
                <a:cs typeface="Arial"/>
              </a:rPr>
              <a:t>19. Oktober 2026</a:t>
            </a:r>
          </a:p>
        </p:txBody>
      </p:sp>
    </p:spTree>
    <p:extLst>
      <p:ext uri="{BB962C8B-B14F-4D97-AF65-F5344CB8AC3E}">
        <p14:creationId xmlns:p14="http://schemas.microsoft.com/office/powerpoint/2010/main" val="352556867"/>
      </p:ext>
    </p:extLst>
  </p:cSld>
</p:sld>
</file>

<file path=ppt/slides/slide2.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3" name="text-0">
            <a:extLst xmlns:a="http://schemas.openxmlformats.org/drawingml/2006/main">
              <a:ext uri="{FF2B5EF4-FFF2-40B4-BE49-F238E27FC236}">
                <a16:creationId xmlns:a16="http://schemas.microsoft.com/office/drawing/2014/main" id="{014E93AF-7B59-4B06-9C29-078F4D3B5DB1}"/>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B2F38"/>
                </a:solidFill>
                <a:latin typeface="Arial"/>
                <a:ea typeface="Arial"/>
                <a:cs typeface="Arial"/>
              </a:defRPr>
            </a:defPPr>
            <a:lvl1pPr algn="l">
              <a:defRPr sz="3300" b="1">
                <a:solidFill>
                  <a:srgbClr val="0B2F38"/>
                </a:solidFill>
                <a:latin typeface="Arial"/>
                <a:ea typeface="Arial"/>
                <a:cs typeface="Arial"/>
              </a:defRPr>
            </a:lvl1pPr>
            <a:lvl2pPr algn="l">
              <a:defRPr sz="3300" b="1">
                <a:solidFill>
                  <a:srgbClr val="0B2F38"/>
                </a:solidFill>
                <a:latin typeface="Arial"/>
                <a:ea typeface="Arial"/>
                <a:cs typeface="Arial"/>
              </a:defRPr>
            </a:lvl2pPr>
            <a:lvl3pPr algn="l">
              <a:defRPr sz="3300" b="1">
                <a:solidFill>
                  <a:srgbClr val="0B2F38"/>
                </a:solidFill>
                <a:latin typeface="Arial"/>
                <a:ea typeface="Arial"/>
                <a:cs typeface="Arial"/>
              </a:defRPr>
            </a:lvl3pPr>
            <a:lvl4pPr algn="l">
              <a:defRPr sz="3300" b="1">
                <a:solidFill>
                  <a:srgbClr val="0B2F38"/>
                </a:solidFill>
                <a:latin typeface="Arial"/>
                <a:ea typeface="Arial"/>
                <a:cs typeface="Arial"/>
              </a:defRPr>
            </a:lvl4pPr>
            <a:lvl5pPr algn="l">
              <a:defRPr sz="3300" b="1">
                <a:solidFill>
                  <a:srgbClr val="0B2F38"/>
                </a:solidFill>
                <a:latin typeface="Arial"/>
                <a:ea typeface="Arial"/>
                <a:cs typeface="Arial"/>
              </a:defRPr>
            </a:lvl5pPr>
            <a:lvl6pPr algn="l">
              <a:defRPr sz="3300" b="1">
                <a:solidFill>
                  <a:srgbClr val="0B2F38"/>
                </a:solidFill>
                <a:latin typeface="Arial"/>
                <a:ea typeface="Arial"/>
                <a:cs typeface="Arial"/>
              </a:defRPr>
            </a:lvl6pPr>
            <a:lvl7pPr algn="l">
              <a:defRPr sz="3300" b="1">
                <a:solidFill>
                  <a:srgbClr val="0B2F38"/>
                </a:solidFill>
                <a:latin typeface="Arial"/>
                <a:ea typeface="Arial"/>
                <a:cs typeface="Arial"/>
              </a:defRPr>
            </a:lvl7pPr>
            <a:lvl8pPr algn="l">
              <a:defRPr sz="3300" b="1">
                <a:solidFill>
                  <a:srgbClr val="0B2F38"/>
                </a:solidFill>
                <a:latin typeface="Arial"/>
                <a:ea typeface="Arial"/>
                <a:cs typeface="Arial"/>
              </a:defRPr>
            </a:lvl8pPr>
            <a:lvl9pPr algn="l">
              <a:defRPr sz="3300" b="1">
                <a:solidFill>
                  <a:srgbClr val="0B2F38"/>
                </a:solidFill>
                <a:latin typeface="Arial"/>
                <a:ea typeface="Arial"/>
                <a:cs typeface="Arial"/>
              </a:defRPr>
            </a:lvl9pPr>
          </a:lstStyle>
          <a:p xmlns:a="http://schemas.openxmlformats.org/drawingml/2006/main">
            <a:pPr algn="l">
              <a:defRPr sz="3300" b="1">
                <a:solidFill>
                  <a:srgbClr val="0B2F38"/>
                </a:solidFill>
                <a:latin typeface="Arial"/>
                <a:ea typeface="Arial"/>
                <a:cs typeface="Arial"/>
              </a:defRPr>
            </a:pPr>
            <a:r>
              <a:rPr sz="3300" b="1">
                <a:solidFill>
                  <a:srgbClr val="0B2F38"/>
                </a:solidFill>
                <a:latin typeface="Arial"/>
                <a:ea typeface="Arial"/>
                <a:cs typeface="Arial"/>
              </a:rPr>
              <a:t>Agenda</a:t>
            </a:r>
          </a:p>
        </p:txBody>
      </p:sp>
      <p:sp>
        <p:nvSpPr>
          <p:cNvPr id="2" name="text-1">
            <a:extLst xmlns:a="http://schemas.openxmlformats.org/drawingml/2006/main">
              <a:ext uri="{FF2B5EF4-FFF2-40B4-BE49-F238E27FC236}">
                <a16:creationId xmlns:a16="http://schemas.microsoft.com/office/drawing/2014/main" id="{BD6691DF-C1E0-4FF0-8F8E-23884AA670B6}"/>
              </a:ext>
            </a:extLst>
          </p:cNvPr>
          <p:cNvSpPr>
            <a:spLocks xmlns:a="http://schemas.openxmlformats.org/drawingml/2006/main" noGrp="1"/>
          </p:cNvSpPr>
          <p:nvPr/>
        </p:nvSpPr>
        <p:spPr>
          <a:xfrm xmlns:a="http://schemas.openxmlformats.org/drawingml/2006/main">
            <a:off x="11144250" y="6477000"/>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defRPr sz="1125" b="0">
                <a:solidFill>
                  <a:srgbClr val="50646A"/>
                </a:solidFill>
                <a:latin typeface="Arial"/>
                <a:ea typeface="Arial"/>
                <a:cs typeface="Arial"/>
              </a:defRPr>
            </a:lvl1pPr>
            <a:lvl2pPr algn="r">
              <a:defRPr sz="1125" b="0">
                <a:solidFill>
                  <a:srgbClr val="50646A"/>
                </a:solidFill>
                <a:latin typeface="Arial"/>
                <a:ea typeface="Arial"/>
                <a:cs typeface="Arial"/>
              </a:defRPr>
            </a:lvl2pPr>
            <a:lvl3pPr algn="r">
              <a:defRPr sz="1125" b="0">
                <a:solidFill>
                  <a:srgbClr val="50646A"/>
                </a:solidFill>
                <a:latin typeface="Arial"/>
                <a:ea typeface="Arial"/>
                <a:cs typeface="Arial"/>
              </a:defRPr>
            </a:lvl3pPr>
            <a:lvl4pPr algn="r">
              <a:defRPr sz="1125" b="0">
                <a:solidFill>
                  <a:srgbClr val="50646A"/>
                </a:solidFill>
                <a:latin typeface="Arial"/>
                <a:ea typeface="Arial"/>
                <a:cs typeface="Arial"/>
              </a:defRPr>
            </a:lvl4pPr>
            <a:lvl5pPr algn="r">
              <a:defRPr sz="1125" b="0">
                <a:solidFill>
                  <a:srgbClr val="50646A"/>
                </a:solidFill>
                <a:latin typeface="Arial"/>
                <a:ea typeface="Arial"/>
                <a:cs typeface="Arial"/>
              </a:defRPr>
            </a:lvl5pPr>
            <a:lvl6pPr algn="r">
              <a:defRPr sz="1125" b="0">
                <a:solidFill>
                  <a:srgbClr val="50646A"/>
                </a:solidFill>
                <a:latin typeface="Arial"/>
                <a:ea typeface="Arial"/>
                <a:cs typeface="Arial"/>
              </a:defRPr>
            </a:lvl6pPr>
            <a:lvl7pPr algn="r">
              <a:defRPr sz="1125" b="0">
                <a:solidFill>
                  <a:srgbClr val="50646A"/>
                </a:solidFill>
                <a:latin typeface="Arial"/>
                <a:ea typeface="Arial"/>
                <a:cs typeface="Arial"/>
              </a:defRPr>
            </a:lvl7pPr>
            <a:lvl8pPr algn="r">
              <a:defRPr sz="1125" b="0">
                <a:solidFill>
                  <a:srgbClr val="50646A"/>
                </a:solidFill>
                <a:latin typeface="Arial"/>
                <a:ea typeface="Arial"/>
                <a:cs typeface="Arial"/>
              </a:defRPr>
            </a:lvl8pPr>
            <a:lvl9pPr algn="r">
              <a:defRPr sz="1125" b="0">
                <a:solidFill>
                  <a:srgbClr val="50646A"/>
                </a:solidFill>
                <a:latin typeface="Arial"/>
                <a:ea typeface="Arial"/>
                <a:cs typeface="Arial"/>
              </a:defRPr>
            </a:lvl9pPr>
          </a:lstStyle>
          <a:p xmlns:a="http://schemas.openxmlformats.org/drawingml/2006/main">
            <a:pPr algn="r">
              <a:defRPr sz="1125" b="0">
                <a:solidFill>
                  <a:srgbClr val="50646A"/>
                </a:solidFill>
                <a:latin typeface="Arial"/>
                <a:ea typeface="Arial"/>
                <a:cs typeface="Arial"/>
              </a:defRPr>
            </a:pPr>
            <a:r>
              <a:rPr sz="1125" b="0">
                <a:solidFill>
                  <a:srgbClr val="50646A"/>
                </a:solidFill>
                <a:latin typeface="Arial"/>
                <a:ea typeface="Arial"/>
                <a:cs typeface="Arial"/>
              </a:rPr>
              <a:t>02</a:t>
            </a:r>
          </a:p>
        </p:txBody>
      </p:sp>
      <p:sp>
        <p:nvSpPr>
          <p:cNvPr id="3" name="text-2">
            <a:extLst xmlns:a="http://schemas.openxmlformats.org/drawingml/2006/main">
              <a:ext uri="{FF2B5EF4-FFF2-40B4-BE49-F238E27FC236}">
                <a16:creationId xmlns:a16="http://schemas.microsoft.com/office/drawing/2014/main" id="{EE59C9A1-63B3-43A9-8B69-A9186E33A23C}"/>
              </a:ext>
            </a:extLst>
          </p:cNvPr>
          <p:cNvSpPr>
            <a:spLocks xmlns:a="http://schemas.openxmlformats.org/drawingml/2006/main" noGrp="1"/>
          </p:cNvSpPr>
          <p:nvPr/>
        </p:nvSpPr>
        <p:spPr>
          <a:xfrm xmlns:a="http://schemas.openxmlformats.org/drawingml/2006/main">
            <a:off x="609600" y="1733550"/>
            <a:ext cx="857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B27D10"/>
                </a:solidFill>
                <a:latin typeface="Arial"/>
                <a:ea typeface="Arial"/>
                <a:cs typeface="Arial"/>
              </a:defRPr>
            </a:defPPr>
            <a:lvl1pPr algn="l">
              <a:defRPr sz="2325" b="1">
                <a:solidFill>
                  <a:srgbClr val="B27D10"/>
                </a:solidFill>
                <a:latin typeface="Arial"/>
                <a:ea typeface="Arial"/>
                <a:cs typeface="Arial"/>
              </a:defRPr>
            </a:lvl1pPr>
            <a:lvl2pPr algn="l">
              <a:defRPr sz="2325" b="1">
                <a:solidFill>
                  <a:srgbClr val="B27D10"/>
                </a:solidFill>
                <a:latin typeface="Arial"/>
                <a:ea typeface="Arial"/>
                <a:cs typeface="Arial"/>
              </a:defRPr>
            </a:lvl2pPr>
            <a:lvl3pPr algn="l">
              <a:defRPr sz="2325" b="1">
                <a:solidFill>
                  <a:srgbClr val="B27D10"/>
                </a:solidFill>
                <a:latin typeface="Arial"/>
                <a:ea typeface="Arial"/>
                <a:cs typeface="Arial"/>
              </a:defRPr>
            </a:lvl3pPr>
            <a:lvl4pPr algn="l">
              <a:defRPr sz="2325" b="1">
                <a:solidFill>
                  <a:srgbClr val="B27D10"/>
                </a:solidFill>
                <a:latin typeface="Arial"/>
                <a:ea typeface="Arial"/>
                <a:cs typeface="Arial"/>
              </a:defRPr>
            </a:lvl4pPr>
            <a:lvl5pPr algn="l">
              <a:defRPr sz="2325" b="1">
                <a:solidFill>
                  <a:srgbClr val="B27D10"/>
                </a:solidFill>
                <a:latin typeface="Arial"/>
                <a:ea typeface="Arial"/>
                <a:cs typeface="Arial"/>
              </a:defRPr>
            </a:lvl5pPr>
            <a:lvl6pPr algn="l">
              <a:defRPr sz="2325" b="1">
                <a:solidFill>
                  <a:srgbClr val="B27D10"/>
                </a:solidFill>
                <a:latin typeface="Arial"/>
                <a:ea typeface="Arial"/>
                <a:cs typeface="Arial"/>
              </a:defRPr>
            </a:lvl6pPr>
            <a:lvl7pPr algn="l">
              <a:defRPr sz="2325" b="1">
                <a:solidFill>
                  <a:srgbClr val="B27D10"/>
                </a:solidFill>
                <a:latin typeface="Arial"/>
                <a:ea typeface="Arial"/>
                <a:cs typeface="Arial"/>
              </a:defRPr>
            </a:lvl7pPr>
            <a:lvl8pPr algn="l">
              <a:defRPr sz="2325" b="1">
                <a:solidFill>
                  <a:srgbClr val="B27D10"/>
                </a:solidFill>
                <a:latin typeface="Arial"/>
                <a:ea typeface="Arial"/>
                <a:cs typeface="Arial"/>
              </a:defRPr>
            </a:lvl8pPr>
            <a:lvl9pPr algn="l">
              <a:defRPr sz="2325" b="1">
                <a:solidFill>
                  <a:srgbClr val="B27D10"/>
                </a:solidFill>
                <a:latin typeface="Arial"/>
                <a:ea typeface="Arial"/>
                <a:cs typeface="Arial"/>
              </a:defRPr>
            </a:lvl9pPr>
          </a:lstStyle>
          <a:p xmlns:a="http://schemas.openxmlformats.org/drawingml/2006/main">
            <a:pPr algn="l">
              <a:defRPr sz="2325" b="1">
                <a:solidFill>
                  <a:srgbClr val="B27D10"/>
                </a:solidFill>
                <a:latin typeface="Arial"/>
                <a:ea typeface="Arial"/>
                <a:cs typeface="Arial"/>
              </a:defRPr>
            </a:pPr>
            <a:r>
              <a:rPr sz="2325" b="1">
                <a:solidFill>
                  <a:srgbClr val="B27D10"/>
                </a:solidFill>
                <a:latin typeface="Arial"/>
                <a:ea typeface="Arial"/>
                <a:cs typeface="Arial"/>
              </a:rPr>
              <a:t>01</a:t>
            </a:r>
          </a:p>
        </p:txBody>
      </p:sp>
      <p:sp>
        <p:nvSpPr>
          <p:cNvPr id="4" name="text-3">
            <a:extLst xmlns:a="http://schemas.openxmlformats.org/drawingml/2006/main">
              <a:ext uri="{FF2B5EF4-FFF2-40B4-BE49-F238E27FC236}">
                <a16:creationId xmlns:a16="http://schemas.microsoft.com/office/drawing/2014/main" id="{4775324D-364E-4873-A910-12037D309B01}"/>
              </a:ext>
            </a:extLst>
          </p:cNvPr>
          <p:cNvSpPr>
            <a:spLocks xmlns:a="http://schemas.openxmlformats.org/drawingml/2006/main" noGrp="1"/>
          </p:cNvSpPr>
          <p:nvPr/>
        </p:nvSpPr>
        <p:spPr>
          <a:xfrm xmlns:a="http://schemas.openxmlformats.org/drawingml/2006/main">
            <a:off x="1752600" y="1733550"/>
            <a:ext cx="9829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0B2F38"/>
                </a:solidFill>
                <a:latin typeface="Arial"/>
                <a:ea typeface="Arial"/>
                <a:cs typeface="Arial"/>
              </a:defRPr>
            </a:defPPr>
            <a:lvl1pPr algn="l">
              <a:defRPr sz="2325" b="0">
                <a:solidFill>
                  <a:srgbClr val="0B2F38"/>
                </a:solidFill>
                <a:latin typeface="Arial"/>
                <a:ea typeface="Arial"/>
                <a:cs typeface="Arial"/>
              </a:defRPr>
            </a:lvl1pPr>
            <a:lvl2pPr algn="l">
              <a:defRPr sz="2325" b="0">
                <a:solidFill>
                  <a:srgbClr val="0B2F38"/>
                </a:solidFill>
                <a:latin typeface="Arial"/>
                <a:ea typeface="Arial"/>
                <a:cs typeface="Arial"/>
              </a:defRPr>
            </a:lvl2pPr>
            <a:lvl3pPr algn="l">
              <a:defRPr sz="2325" b="0">
                <a:solidFill>
                  <a:srgbClr val="0B2F38"/>
                </a:solidFill>
                <a:latin typeface="Arial"/>
                <a:ea typeface="Arial"/>
                <a:cs typeface="Arial"/>
              </a:defRPr>
            </a:lvl3pPr>
            <a:lvl4pPr algn="l">
              <a:defRPr sz="2325" b="0">
                <a:solidFill>
                  <a:srgbClr val="0B2F38"/>
                </a:solidFill>
                <a:latin typeface="Arial"/>
                <a:ea typeface="Arial"/>
                <a:cs typeface="Arial"/>
              </a:defRPr>
            </a:lvl4pPr>
            <a:lvl5pPr algn="l">
              <a:defRPr sz="2325" b="0">
                <a:solidFill>
                  <a:srgbClr val="0B2F38"/>
                </a:solidFill>
                <a:latin typeface="Arial"/>
                <a:ea typeface="Arial"/>
                <a:cs typeface="Arial"/>
              </a:defRPr>
            </a:lvl5pPr>
            <a:lvl6pPr algn="l">
              <a:defRPr sz="2325" b="0">
                <a:solidFill>
                  <a:srgbClr val="0B2F38"/>
                </a:solidFill>
                <a:latin typeface="Arial"/>
                <a:ea typeface="Arial"/>
                <a:cs typeface="Arial"/>
              </a:defRPr>
            </a:lvl6pPr>
            <a:lvl7pPr algn="l">
              <a:defRPr sz="2325" b="0">
                <a:solidFill>
                  <a:srgbClr val="0B2F38"/>
                </a:solidFill>
                <a:latin typeface="Arial"/>
                <a:ea typeface="Arial"/>
                <a:cs typeface="Arial"/>
              </a:defRPr>
            </a:lvl7pPr>
            <a:lvl8pPr algn="l">
              <a:defRPr sz="2325" b="0">
                <a:solidFill>
                  <a:srgbClr val="0B2F38"/>
                </a:solidFill>
                <a:latin typeface="Arial"/>
                <a:ea typeface="Arial"/>
                <a:cs typeface="Arial"/>
              </a:defRPr>
            </a:lvl8pPr>
            <a:lvl9pPr algn="l">
              <a:defRPr sz="2325" b="0">
                <a:solidFill>
                  <a:srgbClr val="0B2F38"/>
                </a:solidFill>
                <a:latin typeface="Arial"/>
                <a:ea typeface="Arial"/>
                <a:cs typeface="Arial"/>
              </a:defRPr>
            </a:lvl9pPr>
          </a:lstStyle>
          <a:p xmlns:a="http://schemas.openxmlformats.org/drawingml/2006/main">
            <a:pPr algn="l">
              <a:defRPr sz="2325" b="0">
                <a:solidFill>
                  <a:srgbClr val="0B2F38"/>
                </a:solidFill>
                <a:latin typeface="Arial"/>
                <a:ea typeface="Arial"/>
                <a:cs typeface="Arial"/>
              </a:defRPr>
            </a:pPr>
            <a:r>
              <a:rPr sz="2325" b="0">
                <a:solidFill>
                  <a:srgbClr val="0B2F38"/>
                </a:solidFill>
                <a:latin typeface="Arial"/>
                <a:ea typeface="Arial"/>
                <a:cs typeface="Arial"/>
              </a:rPr>
              <a:t>YouSpeed und OpenStreetMap</a:t>
            </a:r>
          </a:p>
        </p:txBody>
      </p:sp>
      <p:sp>
        <p:nvSpPr>
          <p:cNvPr id="5" name="text-4">
            <a:extLst xmlns:a="http://schemas.openxmlformats.org/drawingml/2006/main">
              <a:ext uri="{FF2B5EF4-FFF2-40B4-BE49-F238E27FC236}">
                <a16:creationId xmlns:a16="http://schemas.microsoft.com/office/drawing/2014/main" id="{32B6C53F-7149-4F03-A603-A784E6CB175E}"/>
              </a:ext>
            </a:extLst>
          </p:cNvPr>
          <p:cNvSpPr>
            <a:spLocks xmlns:a="http://schemas.openxmlformats.org/drawingml/2006/main" noGrp="1"/>
          </p:cNvSpPr>
          <p:nvPr/>
        </p:nvSpPr>
        <p:spPr>
          <a:xfrm xmlns:a="http://schemas.openxmlformats.org/drawingml/2006/main">
            <a:off x="609600" y="2524125"/>
            <a:ext cx="857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B27D10"/>
                </a:solidFill>
                <a:latin typeface="Arial"/>
                <a:ea typeface="Arial"/>
                <a:cs typeface="Arial"/>
              </a:defRPr>
            </a:defPPr>
            <a:lvl1pPr algn="l">
              <a:defRPr sz="2325" b="1">
                <a:solidFill>
                  <a:srgbClr val="B27D10"/>
                </a:solidFill>
                <a:latin typeface="Arial"/>
                <a:ea typeface="Arial"/>
                <a:cs typeface="Arial"/>
              </a:defRPr>
            </a:lvl1pPr>
            <a:lvl2pPr algn="l">
              <a:defRPr sz="2325" b="1">
                <a:solidFill>
                  <a:srgbClr val="B27D10"/>
                </a:solidFill>
                <a:latin typeface="Arial"/>
                <a:ea typeface="Arial"/>
                <a:cs typeface="Arial"/>
              </a:defRPr>
            </a:lvl2pPr>
            <a:lvl3pPr algn="l">
              <a:defRPr sz="2325" b="1">
                <a:solidFill>
                  <a:srgbClr val="B27D10"/>
                </a:solidFill>
                <a:latin typeface="Arial"/>
                <a:ea typeface="Arial"/>
                <a:cs typeface="Arial"/>
              </a:defRPr>
            </a:lvl3pPr>
            <a:lvl4pPr algn="l">
              <a:defRPr sz="2325" b="1">
                <a:solidFill>
                  <a:srgbClr val="B27D10"/>
                </a:solidFill>
                <a:latin typeface="Arial"/>
                <a:ea typeface="Arial"/>
                <a:cs typeface="Arial"/>
              </a:defRPr>
            </a:lvl4pPr>
            <a:lvl5pPr algn="l">
              <a:defRPr sz="2325" b="1">
                <a:solidFill>
                  <a:srgbClr val="B27D10"/>
                </a:solidFill>
                <a:latin typeface="Arial"/>
                <a:ea typeface="Arial"/>
                <a:cs typeface="Arial"/>
              </a:defRPr>
            </a:lvl5pPr>
            <a:lvl6pPr algn="l">
              <a:defRPr sz="2325" b="1">
                <a:solidFill>
                  <a:srgbClr val="B27D10"/>
                </a:solidFill>
                <a:latin typeface="Arial"/>
                <a:ea typeface="Arial"/>
                <a:cs typeface="Arial"/>
              </a:defRPr>
            </a:lvl6pPr>
            <a:lvl7pPr algn="l">
              <a:defRPr sz="2325" b="1">
                <a:solidFill>
                  <a:srgbClr val="B27D10"/>
                </a:solidFill>
                <a:latin typeface="Arial"/>
                <a:ea typeface="Arial"/>
                <a:cs typeface="Arial"/>
              </a:defRPr>
            </a:lvl7pPr>
            <a:lvl8pPr algn="l">
              <a:defRPr sz="2325" b="1">
                <a:solidFill>
                  <a:srgbClr val="B27D10"/>
                </a:solidFill>
                <a:latin typeface="Arial"/>
                <a:ea typeface="Arial"/>
                <a:cs typeface="Arial"/>
              </a:defRPr>
            </a:lvl8pPr>
            <a:lvl9pPr algn="l">
              <a:defRPr sz="2325" b="1">
                <a:solidFill>
                  <a:srgbClr val="B27D10"/>
                </a:solidFill>
                <a:latin typeface="Arial"/>
                <a:ea typeface="Arial"/>
                <a:cs typeface="Arial"/>
              </a:defRPr>
            </a:lvl9pPr>
          </a:lstStyle>
          <a:p xmlns:a="http://schemas.openxmlformats.org/drawingml/2006/main">
            <a:pPr algn="l">
              <a:defRPr sz="2325" b="1">
                <a:solidFill>
                  <a:srgbClr val="B27D10"/>
                </a:solidFill>
                <a:latin typeface="Arial"/>
                <a:ea typeface="Arial"/>
                <a:cs typeface="Arial"/>
              </a:defRPr>
            </a:pPr>
            <a:r>
              <a:rPr sz="2325" b="1">
                <a:solidFill>
                  <a:srgbClr val="B27D10"/>
                </a:solidFill>
                <a:latin typeface="Arial"/>
                <a:ea typeface="Arial"/>
                <a:cs typeface="Arial"/>
              </a:rPr>
              <a:t>02</a:t>
            </a:r>
          </a:p>
        </p:txBody>
      </p:sp>
      <p:sp>
        <p:nvSpPr>
          <p:cNvPr id="6" name="text-5">
            <a:extLst xmlns:a="http://schemas.openxmlformats.org/drawingml/2006/main">
              <a:ext uri="{FF2B5EF4-FFF2-40B4-BE49-F238E27FC236}">
                <a16:creationId xmlns:a16="http://schemas.microsoft.com/office/drawing/2014/main" id="{A6C54916-B97B-45D8-8486-8A6EF24BC208}"/>
              </a:ext>
            </a:extLst>
          </p:cNvPr>
          <p:cNvSpPr>
            <a:spLocks xmlns:a="http://schemas.openxmlformats.org/drawingml/2006/main" noGrp="1"/>
          </p:cNvSpPr>
          <p:nvPr/>
        </p:nvSpPr>
        <p:spPr>
          <a:xfrm xmlns:a="http://schemas.openxmlformats.org/drawingml/2006/main">
            <a:off x="1752600" y="2524125"/>
            <a:ext cx="9829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0B2F38"/>
                </a:solidFill>
                <a:latin typeface="Arial"/>
                <a:ea typeface="Arial"/>
                <a:cs typeface="Arial"/>
              </a:defRPr>
            </a:defPPr>
            <a:lvl1pPr algn="l">
              <a:defRPr sz="2325" b="0">
                <a:solidFill>
                  <a:srgbClr val="0B2F38"/>
                </a:solidFill>
                <a:latin typeface="Arial"/>
                <a:ea typeface="Arial"/>
                <a:cs typeface="Arial"/>
              </a:defRPr>
            </a:lvl1pPr>
            <a:lvl2pPr algn="l">
              <a:defRPr sz="2325" b="0">
                <a:solidFill>
                  <a:srgbClr val="0B2F38"/>
                </a:solidFill>
                <a:latin typeface="Arial"/>
                <a:ea typeface="Arial"/>
                <a:cs typeface="Arial"/>
              </a:defRPr>
            </a:lvl2pPr>
            <a:lvl3pPr algn="l">
              <a:defRPr sz="2325" b="0">
                <a:solidFill>
                  <a:srgbClr val="0B2F38"/>
                </a:solidFill>
                <a:latin typeface="Arial"/>
                <a:ea typeface="Arial"/>
                <a:cs typeface="Arial"/>
              </a:defRPr>
            </a:lvl3pPr>
            <a:lvl4pPr algn="l">
              <a:defRPr sz="2325" b="0">
                <a:solidFill>
                  <a:srgbClr val="0B2F38"/>
                </a:solidFill>
                <a:latin typeface="Arial"/>
                <a:ea typeface="Arial"/>
                <a:cs typeface="Arial"/>
              </a:defRPr>
            </a:lvl4pPr>
            <a:lvl5pPr algn="l">
              <a:defRPr sz="2325" b="0">
                <a:solidFill>
                  <a:srgbClr val="0B2F38"/>
                </a:solidFill>
                <a:latin typeface="Arial"/>
                <a:ea typeface="Arial"/>
                <a:cs typeface="Arial"/>
              </a:defRPr>
            </a:lvl5pPr>
            <a:lvl6pPr algn="l">
              <a:defRPr sz="2325" b="0">
                <a:solidFill>
                  <a:srgbClr val="0B2F38"/>
                </a:solidFill>
                <a:latin typeface="Arial"/>
                <a:ea typeface="Arial"/>
                <a:cs typeface="Arial"/>
              </a:defRPr>
            </a:lvl6pPr>
            <a:lvl7pPr algn="l">
              <a:defRPr sz="2325" b="0">
                <a:solidFill>
                  <a:srgbClr val="0B2F38"/>
                </a:solidFill>
                <a:latin typeface="Arial"/>
                <a:ea typeface="Arial"/>
                <a:cs typeface="Arial"/>
              </a:defRPr>
            </a:lvl7pPr>
            <a:lvl8pPr algn="l">
              <a:defRPr sz="2325" b="0">
                <a:solidFill>
                  <a:srgbClr val="0B2F38"/>
                </a:solidFill>
                <a:latin typeface="Arial"/>
                <a:ea typeface="Arial"/>
                <a:cs typeface="Arial"/>
              </a:defRPr>
            </a:lvl8pPr>
            <a:lvl9pPr algn="l">
              <a:defRPr sz="2325" b="0">
                <a:solidFill>
                  <a:srgbClr val="0B2F38"/>
                </a:solidFill>
                <a:latin typeface="Arial"/>
                <a:ea typeface="Arial"/>
                <a:cs typeface="Arial"/>
              </a:defRPr>
            </a:lvl9pPr>
          </a:lstStyle>
          <a:p xmlns:a="http://schemas.openxmlformats.org/drawingml/2006/main">
            <a:pPr algn="l">
              <a:defRPr sz="2325" b="0">
                <a:solidFill>
                  <a:srgbClr val="0B2F38"/>
                </a:solidFill>
                <a:latin typeface="Arial"/>
                <a:ea typeface="Arial"/>
                <a:cs typeface="Arial"/>
              </a:defRPr>
            </a:pPr>
            <a:r>
              <a:rPr sz="2325" b="0">
                <a:solidFill>
                  <a:srgbClr val="0B2F38"/>
                </a:solidFill>
                <a:latin typeface="Arial"/>
                <a:ea typeface="Arial"/>
                <a:cs typeface="Arial"/>
              </a:rPr>
              <a:t>App, Server und Rückfluss nach OSM</a:t>
            </a:r>
          </a:p>
        </p:txBody>
      </p:sp>
      <p:sp>
        <p:nvSpPr>
          <p:cNvPr id="7" name="text-6">
            <a:extLst xmlns:a="http://schemas.openxmlformats.org/drawingml/2006/main">
              <a:ext uri="{FF2B5EF4-FFF2-40B4-BE49-F238E27FC236}">
                <a16:creationId xmlns:a16="http://schemas.microsoft.com/office/drawing/2014/main" id="{AB186016-8D1F-49E6-8137-5F4ECB99986D}"/>
              </a:ext>
            </a:extLst>
          </p:cNvPr>
          <p:cNvSpPr>
            <a:spLocks xmlns:a="http://schemas.openxmlformats.org/drawingml/2006/main" noGrp="1"/>
          </p:cNvSpPr>
          <p:nvPr/>
        </p:nvSpPr>
        <p:spPr>
          <a:xfrm xmlns:a="http://schemas.openxmlformats.org/drawingml/2006/main">
            <a:off x="609600" y="3314700"/>
            <a:ext cx="857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B27D10"/>
                </a:solidFill>
                <a:latin typeface="Arial"/>
                <a:ea typeface="Arial"/>
                <a:cs typeface="Arial"/>
              </a:defRPr>
            </a:defPPr>
            <a:lvl1pPr algn="l">
              <a:defRPr sz="2325" b="1">
                <a:solidFill>
                  <a:srgbClr val="B27D10"/>
                </a:solidFill>
                <a:latin typeface="Arial"/>
                <a:ea typeface="Arial"/>
                <a:cs typeface="Arial"/>
              </a:defRPr>
            </a:lvl1pPr>
            <a:lvl2pPr algn="l">
              <a:defRPr sz="2325" b="1">
                <a:solidFill>
                  <a:srgbClr val="B27D10"/>
                </a:solidFill>
                <a:latin typeface="Arial"/>
                <a:ea typeface="Arial"/>
                <a:cs typeface="Arial"/>
              </a:defRPr>
            </a:lvl2pPr>
            <a:lvl3pPr algn="l">
              <a:defRPr sz="2325" b="1">
                <a:solidFill>
                  <a:srgbClr val="B27D10"/>
                </a:solidFill>
                <a:latin typeface="Arial"/>
                <a:ea typeface="Arial"/>
                <a:cs typeface="Arial"/>
              </a:defRPr>
            </a:lvl3pPr>
            <a:lvl4pPr algn="l">
              <a:defRPr sz="2325" b="1">
                <a:solidFill>
                  <a:srgbClr val="B27D10"/>
                </a:solidFill>
                <a:latin typeface="Arial"/>
                <a:ea typeface="Arial"/>
                <a:cs typeface="Arial"/>
              </a:defRPr>
            </a:lvl4pPr>
            <a:lvl5pPr algn="l">
              <a:defRPr sz="2325" b="1">
                <a:solidFill>
                  <a:srgbClr val="B27D10"/>
                </a:solidFill>
                <a:latin typeface="Arial"/>
                <a:ea typeface="Arial"/>
                <a:cs typeface="Arial"/>
              </a:defRPr>
            </a:lvl5pPr>
            <a:lvl6pPr algn="l">
              <a:defRPr sz="2325" b="1">
                <a:solidFill>
                  <a:srgbClr val="B27D10"/>
                </a:solidFill>
                <a:latin typeface="Arial"/>
                <a:ea typeface="Arial"/>
                <a:cs typeface="Arial"/>
              </a:defRPr>
            </a:lvl6pPr>
            <a:lvl7pPr algn="l">
              <a:defRPr sz="2325" b="1">
                <a:solidFill>
                  <a:srgbClr val="B27D10"/>
                </a:solidFill>
                <a:latin typeface="Arial"/>
                <a:ea typeface="Arial"/>
                <a:cs typeface="Arial"/>
              </a:defRPr>
            </a:lvl7pPr>
            <a:lvl8pPr algn="l">
              <a:defRPr sz="2325" b="1">
                <a:solidFill>
                  <a:srgbClr val="B27D10"/>
                </a:solidFill>
                <a:latin typeface="Arial"/>
                <a:ea typeface="Arial"/>
                <a:cs typeface="Arial"/>
              </a:defRPr>
            </a:lvl8pPr>
            <a:lvl9pPr algn="l">
              <a:defRPr sz="2325" b="1">
                <a:solidFill>
                  <a:srgbClr val="B27D10"/>
                </a:solidFill>
                <a:latin typeface="Arial"/>
                <a:ea typeface="Arial"/>
                <a:cs typeface="Arial"/>
              </a:defRPr>
            </a:lvl9pPr>
          </a:lstStyle>
          <a:p xmlns:a="http://schemas.openxmlformats.org/drawingml/2006/main">
            <a:pPr algn="l">
              <a:defRPr sz="2325" b="1">
                <a:solidFill>
                  <a:srgbClr val="B27D10"/>
                </a:solidFill>
                <a:latin typeface="Arial"/>
                <a:ea typeface="Arial"/>
                <a:cs typeface="Arial"/>
              </a:defRPr>
            </a:pPr>
            <a:r>
              <a:rPr sz="2325" b="1">
                <a:solidFill>
                  <a:srgbClr val="B27D10"/>
                </a:solidFill>
                <a:latin typeface="Arial"/>
                <a:ea typeface="Arial"/>
                <a:cs typeface="Arial"/>
              </a:rPr>
              <a:t>03</a:t>
            </a:r>
          </a:p>
        </p:txBody>
      </p:sp>
      <p:sp>
        <p:nvSpPr>
          <p:cNvPr id="8" name="text-7">
            <a:extLst xmlns:a="http://schemas.openxmlformats.org/drawingml/2006/main">
              <a:ext uri="{FF2B5EF4-FFF2-40B4-BE49-F238E27FC236}">
                <a16:creationId xmlns:a16="http://schemas.microsoft.com/office/drawing/2014/main" id="{C8EC7E79-2DEA-45EB-A986-B014BE50DED6}"/>
              </a:ext>
            </a:extLst>
          </p:cNvPr>
          <p:cNvSpPr>
            <a:spLocks xmlns:a="http://schemas.openxmlformats.org/drawingml/2006/main" noGrp="1"/>
          </p:cNvSpPr>
          <p:nvPr/>
        </p:nvSpPr>
        <p:spPr>
          <a:xfrm xmlns:a="http://schemas.openxmlformats.org/drawingml/2006/main">
            <a:off x="1752600" y="3314700"/>
            <a:ext cx="9829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0B2F38"/>
                </a:solidFill>
                <a:latin typeface="Arial"/>
                <a:ea typeface="Arial"/>
                <a:cs typeface="Arial"/>
              </a:defRPr>
            </a:defPPr>
            <a:lvl1pPr algn="l">
              <a:defRPr sz="2325" b="0">
                <a:solidFill>
                  <a:srgbClr val="0B2F38"/>
                </a:solidFill>
                <a:latin typeface="Arial"/>
                <a:ea typeface="Arial"/>
                <a:cs typeface="Arial"/>
              </a:defRPr>
            </a:lvl1pPr>
            <a:lvl2pPr algn="l">
              <a:defRPr sz="2325" b="0">
                <a:solidFill>
                  <a:srgbClr val="0B2F38"/>
                </a:solidFill>
                <a:latin typeface="Arial"/>
                <a:ea typeface="Arial"/>
                <a:cs typeface="Arial"/>
              </a:defRPr>
            </a:lvl2pPr>
            <a:lvl3pPr algn="l">
              <a:defRPr sz="2325" b="0">
                <a:solidFill>
                  <a:srgbClr val="0B2F38"/>
                </a:solidFill>
                <a:latin typeface="Arial"/>
                <a:ea typeface="Arial"/>
                <a:cs typeface="Arial"/>
              </a:defRPr>
            </a:lvl3pPr>
            <a:lvl4pPr algn="l">
              <a:defRPr sz="2325" b="0">
                <a:solidFill>
                  <a:srgbClr val="0B2F38"/>
                </a:solidFill>
                <a:latin typeface="Arial"/>
                <a:ea typeface="Arial"/>
                <a:cs typeface="Arial"/>
              </a:defRPr>
            </a:lvl4pPr>
            <a:lvl5pPr algn="l">
              <a:defRPr sz="2325" b="0">
                <a:solidFill>
                  <a:srgbClr val="0B2F38"/>
                </a:solidFill>
                <a:latin typeface="Arial"/>
                <a:ea typeface="Arial"/>
                <a:cs typeface="Arial"/>
              </a:defRPr>
            </a:lvl5pPr>
            <a:lvl6pPr algn="l">
              <a:defRPr sz="2325" b="0">
                <a:solidFill>
                  <a:srgbClr val="0B2F38"/>
                </a:solidFill>
                <a:latin typeface="Arial"/>
                <a:ea typeface="Arial"/>
                <a:cs typeface="Arial"/>
              </a:defRPr>
            </a:lvl6pPr>
            <a:lvl7pPr algn="l">
              <a:defRPr sz="2325" b="0">
                <a:solidFill>
                  <a:srgbClr val="0B2F38"/>
                </a:solidFill>
                <a:latin typeface="Arial"/>
                <a:ea typeface="Arial"/>
                <a:cs typeface="Arial"/>
              </a:defRPr>
            </a:lvl7pPr>
            <a:lvl8pPr algn="l">
              <a:defRPr sz="2325" b="0">
                <a:solidFill>
                  <a:srgbClr val="0B2F38"/>
                </a:solidFill>
                <a:latin typeface="Arial"/>
                <a:ea typeface="Arial"/>
                <a:cs typeface="Arial"/>
              </a:defRPr>
            </a:lvl8pPr>
            <a:lvl9pPr algn="l">
              <a:defRPr sz="2325" b="0">
                <a:solidFill>
                  <a:srgbClr val="0B2F38"/>
                </a:solidFill>
                <a:latin typeface="Arial"/>
                <a:ea typeface="Arial"/>
                <a:cs typeface="Arial"/>
              </a:defRPr>
            </a:lvl9pPr>
          </a:lstStyle>
          <a:p xmlns:a="http://schemas.openxmlformats.org/drawingml/2006/main">
            <a:pPr algn="l">
              <a:defRPr sz="2325" b="0">
                <a:solidFill>
                  <a:srgbClr val="0B2F38"/>
                </a:solidFill>
                <a:latin typeface="Arial"/>
                <a:ea typeface="Arial"/>
                <a:cs typeface="Arial"/>
              </a:defRPr>
            </a:pPr>
            <a:r>
              <a:rPr sz="2325" b="0">
                <a:solidFill>
                  <a:srgbClr val="0B2F38"/>
                </a:solidFill>
                <a:latin typeface="Arial"/>
                <a:ea typeface="Arial"/>
                <a:cs typeface="Arial"/>
              </a:rPr>
              <a:t>KI-Modelle und Echtzeit</a:t>
            </a:r>
          </a:p>
        </p:txBody>
      </p:sp>
      <p:sp>
        <p:nvSpPr>
          <p:cNvPr id="9" name="text-8">
            <a:extLst xmlns:a="http://schemas.openxmlformats.org/drawingml/2006/main">
              <a:ext uri="{FF2B5EF4-FFF2-40B4-BE49-F238E27FC236}">
                <a16:creationId xmlns:a16="http://schemas.microsoft.com/office/drawing/2014/main" id="{44C9CEE7-3E2A-4703-B57A-7B76BE4D7427}"/>
              </a:ext>
            </a:extLst>
          </p:cNvPr>
          <p:cNvSpPr>
            <a:spLocks xmlns:a="http://schemas.openxmlformats.org/drawingml/2006/main" noGrp="1"/>
          </p:cNvSpPr>
          <p:nvPr/>
        </p:nvSpPr>
        <p:spPr>
          <a:xfrm xmlns:a="http://schemas.openxmlformats.org/drawingml/2006/main">
            <a:off x="609600" y="4105275"/>
            <a:ext cx="857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B27D10"/>
                </a:solidFill>
                <a:latin typeface="Arial"/>
                <a:ea typeface="Arial"/>
                <a:cs typeface="Arial"/>
              </a:defRPr>
            </a:defPPr>
            <a:lvl1pPr algn="l">
              <a:defRPr sz="2325" b="1">
                <a:solidFill>
                  <a:srgbClr val="B27D10"/>
                </a:solidFill>
                <a:latin typeface="Arial"/>
                <a:ea typeface="Arial"/>
                <a:cs typeface="Arial"/>
              </a:defRPr>
            </a:lvl1pPr>
            <a:lvl2pPr algn="l">
              <a:defRPr sz="2325" b="1">
                <a:solidFill>
                  <a:srgbClr val="B27D10"/>
                </a:solidFill>
                <a:latin typeface="Arial"/>
                <a:ea typeface="Arial"/>
                <a:cs typeface="Arial"/>
              </a:defRPr>
            </a:lvl2pPr>
            <a:lvl3pPr algn="l">
              <a:defRPr sz="2325" b="1">
                <a:solidFill>
                  <a:srgbClr val="B27D10"/>
                </a:solidFill>
                <a:latin typeface="Arial"/>
                <a:ea typeface="Arial"/>
                <a:cs typeface="Arial"/>
              </a:defRPr>
            </a:lvl3pPr>
            <a:lvl4pPr algn="l">
              <a:defRPr sz="2325" b="1">
                <a:solidFill>
                  <a:srgbClr val="B27D10"/>
                </a:solidFill>
                <a:latin typeface="Arial"/>
                <a:ea typeface="Arial"/>
                <a:cs typeface="Arial"/>
              </a:defRPr>
            </a:lvl4pPr>
            <a:lvl5pPr algn="l">
              <a:defRPr sz="2325" b="1">
                <a:solidFill>
                  <a:srgbClr val="B27D10"/>
                </a:solidFill>
                <a:latin typeface="Arial"/>
                <a:ea typeface="Arial"/>
                <a:cs typeface="Arial"/>
              </a:defRPr>
            </a:lvl5pPr>
            <a:lvl6pPr algn="l">
              <a:defRPr sz="2325" b="1">
                <a:solidFill>
                  <a:srgbClr val="B27D10"/>
                </a:solidFill>
                <a:latin typeface="Arial"/>
                <a:ea typeface="Arial"/>
                <a:cs typeface="Arial"/>
              </a:defRPr>
            </a:lvl6pPr>
            <a:lvl7pPr algn="l">
              <a:defRPr sz="2325" b="1">
                <a:solidFill>
                  <a:srgbClr val="B27D10"/>
                </a:solidFill>
                <a:latin typeface="Arial"/>
                <a:ea typeface="Arial"/>
                <a:cs typeface="Arial"/>
              </a:defRPr>
            </a:lvl7pPr>
            <a:lvl8pPr algn="l">
              <a:defRPr sz="2325" b="1">
                <a:solidFill>
                  <a:srgbClr val="B27D10"/>
                </a:solidFill>
                <a:latin typeface="Arial"/>
                <a:ea typeface="Arial"/>
                <a:cs typeface="Arial"/>
              </a:defRPr>
            </a:lvl8pPr>
            <a:lvl9pPr algn="l">
              <a:defRPr sz="2325" b="1">
                <a:solidFill>
                  <a:srgbClr val="B27D10"/>
                </a:solidFill>
                <a:latin typeface="Arial"/>
                <a:ea typeface="Arial"/>
                <a:cs typeface="Arial"/>
              </a:defRPr>
            </a:lvl9pPr>
          </a:lstStyle>
          <a:p xmlns:a="http://schemas.openxmlformats.org/drawingml/2006/main">
            <a:pPr algn="l">
              <a:defRPr sz="2325" b="1">
                <a:solidFill>
                  <a:srgbClr val="B27D10"/>
                </a:solidFill>
                <a:latin typeface="Arial"/>
                <a:ea typeface="Arial"/>
                <a:cs typeface="Arial"/>
              </a:defRPr>
            </a:pPr>
            <a:r>
              <a:rPr sz="2325" b="1">
                <a:solidFill>
                  <a:srgbClr val="B27D10"/>
                </a:solidFill>
                <a:latin typeface="Arial"/>
                <a:ea typeface="Arial"/>
                <a:cs typeface="Arial"/>
              </a:rPr>
              <a:t>04</a:t>
            </a:r>
          </a:p>
        </p:txBody>
      </p:sp>
      <p:sp>
        <p:nvSpPr>
          <p:cNvPr id="10" name="text-9">
            <a:extLst xmlns:a="http://schemas.openxmlformats.org/drawingml/2006/main">
              <a:ext uri="{FF2B5EF4-FFF2-40B4-BE49-F238E27FC236}">
                <a16:creationId xmlns:a16="http://schemas.microsoft.com/office/drawing/2014/main" id="{8D5E0E00-549C-48DE-9317-0B3A36665F3D}"/>
              </a:ext>
            </a:extLst>
          </p:cNvPr>
          <p:cNvSpPr>
            <a:spLocks xmlns:a="http://schemas.openxmlformats.org/drawingml/2006/main" noGrp="1"/>
          </p:cNvSpPr>
          <p:nvPr/>
        </p:nvSpPr>
        <p:spPr>
          <a:xfrm xmlns:a="http://schemas.openxmlformats.org/drawingml/2006/main">
            <a:off x="1752600" y="4105275"/>
            <a:ext cx="9829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0B2F38"/>
                </a:solidFill>
                <a:latin typeface="Arial"/>
                <a:ea typeface="Arial"/>
                <a:cs typeface="Arial"/>
              </a:defRPr>
            </a:defPPr>
            <a:lvl1pPr algn="l">
              <a:defRPr sz="2325" b="0">
                <a:solidFill>
                  <a:srgbClr val="0B2F38"/>
                </a:solidFill>
                <a:latin typeface="Arial"/>
                <a:ea typeface="Arial"/>
                <a:cs typeface="Arial"/>
              </a:defRPr>
            </a:lvl1pPr>
            <a:lvl2pPr algn="l">
              <a:defRPr sz="2325" b="0">
                <a:solidFill>
                  <a:srgbClr val="0B2F38"/>
                </a:solidFill>
                <a:latin typeface="Arial"/>
                <a:ea typeface="Arial"/>
                <a:cs typeface="Arial"/>
              </a:defRPr>
            </a:lvl2pPr>
            <a:lvl3pPr algn="l">
              <a:defRPr sz="2325" b="0">
                <a:solidFill>
                  <a:srgbClr val="0B2F38"/>
                </a:solidFill>
                <a:latin typeface="Arial"/>
                <a:ea typeface="Arial"/>
                <a:cs typeface="Arial"/>
              </a:defRPr>
            </a:lvl3pPr>
            <a:lvl4pPr algn="l">
              <a:defRPr sz="2325" b="0">
                <a:solidFill>
                  <a:srgbClr val="0B2F38"/>
                </a:solidFill>
                <a:latin typeface="Arial"/>
                <a:ea typeface="Arial"/>
                <a:cs typeface="Arial"/>
              </a:defRPr>
            </a:lvl4pPr>
            <a:lvl5pPr algn="l">
              <a:defRPr sz="2325" b="0">
                <a:solidFill>
                  <a:srgbClr val="0B2F38"/>
                </a:solidFill>
                <a:latin typeface="Arial"/>
                <a:ea typeface="Arial"/>
                <a:cs typeface="Arial"/>
              </a:defRPr>
            </a:lvl5pPr>
            <a:lvl6pPr algn="l">
              <a:defRPr sz="2325" b="0">
                <a:solidFill>
                  <a:srgbClr val="0B2F38"/>
                </a:solidFill>
                <a:latin typeface="Arial"/>
                <a:ea typeface="Arial"/>
                <a:cs typeface="Arial"/>
              </a:defRPr>
            </a:lvl6pPr>
            <a:lvl7pPr algn="l">
              <a:defRPr sz="2325" b="0">
                <a:solidFill>
                  <a:srgbClr val="0B2F38"/>
                </a:solidFill>
                <a:latin typeface="Arial"/>
                <a:ea typeface="Arial"/>
                <a:cs typeface="Arial"/>
              </a:defRPr>
            </a:lvl7pPr>
            <a:lvl8pPr algn="l">
              <a:defRPr sz="2325" b="0">
                <a:solidFill>
                  <a:srgbClr val="0B2F38"/>
                </a:solidFill>
                <a:latin typeface="Arial"/>
                <a:ea typeface="Arial"/>
                <a:cs typeface="Arial"/>
              </a:defRPr>
            </a:lvl8pPr>
            <a:lvl9pPr algn="l">
              <a:defRPr sz="2325" b="0">
                <a:solidFill>
                  <a:srgbClr val="0B2F38"/>
                </a:solidFill>
                <a:latin typeface="Arial"/>
                <a:ea typeface="Arial"/>
                <a:cs typeface="Arial"/>
              </a:defRPr>
            </a:lvl9pPr>
          </a:lstStyle>
          <a:p xmlns:a="http://schemas.openxmlformats.org/drawingml/2006/main">
            <a:pPr algn="l">
              <a:defRPr sz="2325" b="0">
                <a:solidFill>
                  <a:srgbClr val="0B2F38"/>
                </a:solidFill>
                <a:latin typeface="Arial"/>
                <a:ea typeface="Arial"/>
                <a:cs typeface="Arial"/>
              </a:defRPr>
            </a:pPr>
            <a:r>
              <a:rPr sz="2325" b="0">
                <a:solidFill>
                  <a:srgbClr val="0B2F38"/>
                </a:solidFill>
                <a:latin typeface="Arial"/>
                <a:ea typeface="Arial"/>
                <a:cs typeface="Arial"/>
              </a:rPr>
              <a:t>Projektmanagement und Datenerfassung</a:t>
            </a:r>
          </a:p>
        </p:txBody>
      </p:sp>
      <p:sp>
        <p:nvSpPr>
          <p:cNvPr id="11" name="text-10">
            <a:extLst xmlns:a="http://schemas.openxmlformats.org/drawingml/2006/main">
              <a:ext uri="{FF2B5EF4-FFF2-40B4-BE49-F238E27FC236}">
                <a16:creationId xmlns:a16="http://schemas.microsoft.com/office/drawing/2014/main" id="{D3DE28C9-6B50-4A3B-94D2-E1B8953F674E}"/>
              </a:ext>
            </a:extLst>
          </p:cNvPr>
          <p:cNvSpPr>
            <a:spLocks xmlns:a="http://schemas.openxmlformats.org/drawingml/2006/main" noGrp="1"/>
          </p:cNvSpPr>
          <p:nvPr/>
        </p:nvSpPr>
        <p:spPr>
          <a:xfrm xmlns:a="http://schemas.openxmlformats.org/drawingml/2006/main">
            <a:off x="609600" y="4895850"/>
            <a:ext cx="857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B27D10"/>
                </a:solidFill>
                <a:latin typeface="Arial"/>
                <a:ea typeface="Arial"/>
                <a:cs typeface="Arial"/>
              </a:defRPr>
            </a:defPPr>
            <a:lvl1pPr algn="l">
              <a:defRPr sz="2325" b="1">
                <a:solidFill>
                  <a:srgbClr val="B27D10"/>
                </a:solidFill>
                <a:latin typeface="Arial"/>
                <a:ea typeface="Arial"/>
                <a:cs typeface="Arial"/>
              </a:defRPr>
            </a:lvl1pPr>
            <a:lvl2pPr algn="l">
              <a:defRPr sz="2325" b="1">
                <a:solidFill>
                  <a:srgbClr val="B27D10"/>
                </a:solidFill>
                <a:latin typeface="Arial"/>
                <a:ea typeface="Arial"/>
                <a:cs typeface="Arial"/>
              </a:defRPr>
            </a:lvl2pPr>
            <a:lvl3pPr algn="l">
              <a:defRPr sz="2325" b="1">
                <a:solidFill>
                  <a:srgbClr val="B27D10"/>
                </a:solidFill>
                <a:latin typeface="Arial"/>
                <a:ea typeface="Arial"/>
                <a:cs typeface="Arial"/>
              </a:defRPr>
            </a:lvl3pPr>
            <a:lvl4pPr algn="l">
              <a:defRPr sz="2325" b="1">
                <a:solidFill>
                  <a:srgbClr val="B27D10"/>
                </a:solidFill>
                <a:latin typeface="Arial"/>
                <a:ea typeface="Arial"/>
                <a:cs typeface="Arial"/>
              </a:defRPr>
            </a:lvl4pPr>
            <a:lvl5pPr algn="l">
              <a:defRPr sz="2325" b="1">
                <a:solidFill>
                  <a:srgbClr val="B27D10"/>
                </a:solidFill>
                <a:latin typeface="Arial"/>
                <a:ea typeface="Arial"/>
                <a:cs typeface="Arial"/>
              </a:defRPr>
            </a:lvl5pPr>
            <a:lvl6pPr algn="l">
              <a:defRPr sz="2325" b="1">
                <a:solidFill>
                  <a:srgbClr val="B27D10"/>
                </a:solidFill>
                <a:latin typeface="Arial"/>
                <a:ea typeface="Arial"/>
                <a:cs typeface="Arial"/>
              </a:defRPr>
            </a:lvl6pPr>
            <a:lvl7pPr algn="l">
              <a:defRPr sz="2325" b="1">
                <a:solidFill>
                  <a:srgbClr val="B27D10"/>
                </a:solidFill>
                <a:latin typeface="Arial"/>
                <a:ea typeface="Arial"/>
                <a:cs typeface="Arial"/>
              </a:defRPr>
            </a:lvl7pPr>
            <a:lvl8pPr algn="l">
              <a:defRPr sz="2325" b="1">
                <a:solidFill>
                  <a:srgbClr val="B27D10"/>
                </a:solidFill>
                <a:latin typeface="Arial"/>
                <a:ea typeface="Arial"/>
                <a:cs typeface="Arial"/>
              </a:defRPr>
            </a:lvl8pPr>
            <a:lvl9pPr algn="l">
              <a:defRPr sz="2325" b="1">
                <a:solidFill>
                  <a:srgbClr val="B27D10"/>
                </a:solidFill>
                <a:latin typeface="Arial"/>
                <a:ea typeface="Arial"/>
                <a:cs typeface="Arial"/>
              </a:defRPr>
            </a:lvl9pPr>
          </a:lstStyle>
          <a:p xmlns:a="http://schemas.openxmlformats.org/drawingml/2006/main">
            <a:pPr algn="l">
              <a:defRPr sz="2325" b="1">
                <a:solidFill>
                  <a:srgbClr val="B27D10"/>
                </a:solidFill>
                <a:latin typeface="Arial"/>
                <a:ea typeface="Arial"/>
                <a:cs typeface="Arial"/>
              </a:defRPr>
            </a:pPr>
            <a:r>
              <a:rPr sz="2325" b="1">
                <a:solidFill>
                  <a:srgbClr val="B27D10"/>
                </a:solidFill>
                <a:latin typeface="Arial"/>
                <a:ea typeface="Arial"/>
                <a:cs typeface="Arial"/>
              </a:rPr>
              <a:t>05</a:t>
            </a:r>
          </a:p>
        </p:txBody>
      </p:sp>
      <p:sp>
        <p:nvSpPr>
          <p:cNvPr id="12" name="text-11">
            <a:extLst xmlns:a="http://schemas.openxmlformats.org/drawingml/2006/main">
              <a:ext uri="{FF2B5EF4-FFF2-40B4-BE49-F238E27FC236}">
                <a16:creationId xmlns:a16="http://schemas.microsoft.com/office/drawing/2014/main" id="{D1768F3F-3B4D-4DED-9CF6-296CA825A7C2}"/>
              </a:ext>
            </a:extLst>
          </p:cNvPr>
          <p:cNvSpPr>
            <a:spLocks xmlns:a="http://schemas.openxmlformats.org/drawingml/2006/main" noGrp="1"/>
          </p:cNvSpPr>
          <p:nvPr/>
        </p:nvSpPr>
        <p:spPr>
          <a:xfrm xmlns:a="http://schemas.openxmlformats.org/drawingml/2006/main">
            <a:off x="1752600" y="4895850"/>
            <a:ext cx="9829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0B2F38"/>
                </a:solidFill>
                <a:latin typeface="Arial"/>
                <a:ea typeface="Arial"/>
                <a:cs typeface="Arial"/>
              </a:defRPr>
            </a:defPPr>
            <a:lvl1pPr algn="l">
              <a:defRPr sz="2325" b="0">
                <a:solidFill>
                  <a:srgbClr val="0B2F38"/>
                </a:solidFill>
                <a:latin typeface="Arial"/>
                <a:ea typeface="Arial"/>
                <a:cs typeface="Arial"/>
              </a:defRPr>
            </a:lvl1pPr>
            <a:lvl2pPr algn="l">
              <a:defRPr sz="2325" b="0">
                <a:solidFill>
                  <a:srgbClr val="0B2F38"/>
                </a:solidFill>
                <a:latin typeface="Arial"/>
                <a:ea typeface="Arial"/>
                <a:cs typeface="Arial"/>
              </a:defRPr>
            </a:lvl2pPr>
            <a:lvl3pPr algn="l">
              <a:defRPr sz="2325" b="0">
                <a:solidFill>
                  <a:srgbClr val="0B2F38"/>
                </a:solidFill>
                <a:latin typeface="Arial"/>
                <a:ea typeface="Arial"/>
                <a:cs typeface="Arial"/>
              </a:defRPr>
            </a:lvl3pPr>
            <a:lvl4pPr algn="l">
              <a:defRPr sz="2325" b="0">
                <a:solidFill>
                  <a:srgbClr val="0B2F38"/>
                </a:solidFill>
                <a:latin typeface="Arial"/>
                <a:ea typeface="Arial"/>
                <a:cs typeface="Arial"/>
              </a:defRPr>
            </a:lvl4pPr>
            <a:lvl5pPr algn="l">
              <a:defRPr sz="2325" b="0">
                <a:solidFill>
                  <a:srgbClr val="0B2F38"/>
                </a:solidFill>
                <a:latin typeface="Arial"/>
                <a:ea typeface="Arial"/>
                <a:cs typeface="Arial"/>
              </a:defRPr>
            </a:lvl5pPr>
            <a:lvl6pPr algn="l">
              <a:defRPr sz="2325" b="0">
                <a:solidFill>
                  <a:srgbClr val="0B2F38"/>
                </a:solidFill>
                <a:latin typeface="Arial"/>
                <a:ea typeface="Arial"/>
                <a:cs typeface="Arial"/>
              </a:defRPr>
            </a:lvl6pPr>
            <a:lvl7pPr algn="l">
              <a:defRPr sz="2325" b="0">
                <a:solidFill>
                  <a:srgbClr val="0B2F38"/>
                </a:solidFill>
                <a:latin typeface="Arial"/>
                <a:ea typeface="Arial"/>
                <a:cs typeface="Arial"/>
              </a:defRPr>
            </a:lvl7pPr>
            <a:lvl8pPr algn="l">
              <a:defRPr sz="2325" b="0">
                <a:solidFill>
                  <a:srgbClr val="0B2F38"/>
                </a:solidFill>
                <a:latin typeface="Arial"/>
                <a:ea typeface="Arial"/>
                <a:cs typeface="Arial"/>
              </a:defRPr>
            </a:lvl8pPr>
            <a:lvl9pPr algn="l">
              <a:defRPr sz="2325" b="0">
                <a:solidFill>
                  <a:srgbClr val="0B2F38"/>
                </a:solidFill>
                <a:latin typeface="Arial"/>
                <a:ea typeface="Arial"/>
                <a:cs typeface="Arial"/>
              </a:defRPr>
            </a:lvl9pPr>
          </a:lstStyle>
          <a:p xmlns:a="http://schemas.openxmlformats.org/drawingml/2006/main">
            <a:pPr algn="l">
              <a:defRPr sz="2325" b="0">
                <a:solidFill>
                  <a:srgbClr val="0B2F38"/>
                </a:solidFill>
                <a:latin typeface="Arial"/>
                <a:ea typeface="Arial"/>
                <a:cs typeface="Arial"/>
              </a:defRPr>
            </a:pPr>
            <a:r>
              <a:rPr sz="2325" b="0">
                <a:solidFill>
                  <a:srgbClr val="0B2F38"/>
                </a:solidFill>
                <a:latin typeface="Arial"/>
                <a:ea typeface="Arial"/>
                <a:cs typeface="Arial"/>
              </a:rPr>
              <a:t>Annotation, Lernen und die Semesterprojekte</a:t>
            </a:r>
          </a:p>
        </p:txBody>
      </p:sp>
    </p:spTree>
    <p:extLst>
      <p:ext uri="{BB962C8B-B14F-4D97-AF65-F5344CB8AC3E}">
        <p14:creationId xmlns:p14="http://schemas.microsoft.com/office/powerpoint/2010/main" val="1882793489"/>
      </p:ext>
    </p:extLst>
  </p:cSld>
</p:sld>
</file>

<file path=ppt/slides/slide3.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B80F34DE-F00B-44F9-9148-CD66CEB59572}"/>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B2F38"/>
                </a:solidFill>
                <a:latin typeface="Arial"/>
                <a:ea typeface="Arial"/>
                <a:cs typeface="Arial"/>
              </a:defRPr>
            </a:defPPr>
            <a:lvl1pPr algn="l">
              <a:defRPr sz="3300" b="1">
                <a:solidFill>
                  <a:srgbClr val="0B2F38"/>
                </a:solidFill>
                <a:latin typeface="Arial"/>
                <a:ea typeface="Arial"/>
                <a:cs typeface="Arial"/>
              </a:defRPr>
            </a:lvl1pPr>
            <a:lvl2pPr algn="l">
              <a:defRPr sz="3300" b="1">
                <a:solidFill>
                  <a:srgbClr val="0B2F38"/>
                </a:solidFill>
                <a:latin typeface="Arial"/>
                <a:ea typeface="Arial"/>
                <a:cs typeface="Arial"/>
              </a:defRPr>
            </a:lvl2pPr>
            <a:lvl3pPr algn="l">
              <a:defRPr sz="3300" b="1">
                <a:solidFill>
                  <a:srgbClr val="0B2F38"/>
                </a:solidFill>
                <a:latin typeface="Arial"/>
                <a:ea typeface="Arial"/>
                <a:cs typeface="Arial"/>
              </a:defRPr>
            </a:lvl3pPr>
            <a:lvl4pPr algn="l">
              <a:defRPr sz="3300" b="1">
                <a:solidFill>
                  <a:srgbClr val="0B2F38"/>
                </a:solidFill>
                <a:latin typeface="Arial"/>
                <a:ea typeface="Arial"/>
                <a:cs typeface="Arial"/>
              </a:defRPr>
            </a:lvl4pPr>
            <a:lvl5pPr algn="l">
              <a:defRPr sz="3300" b="1">
                <a:solidFill>
                  <a:srgbClr val="0B2F38"/>
                </a:solidFill>
                <a:latin typeface="Arial"/>
                <a:ea typeface="Arial"/>
                <a:cs typeface="Arial"/>
              </a:defRPr>
            </a:lvl5pPr>
            <a:lvl6pPr algn="l">
              <a:defRPr sz="3300" b="1">
                <a:solidFill>
                  <a:srgbClr val="0B2F38"/>
                </a:solidFill>
                <a:latin typeface="Arial"/>
                <a:ea typeface="Arial"/>
                <a:cs typeface="Arial"/>
              </a:defRPr>
            </a:lvl6pPr>
            <a:lvl7pPr algn="l">
              <a:defRPr sz="3300" b="1">
                <a:solidFill>
                  <a:srgbClr val="0B2F38"/>
                </a:solidFill>
                <a:latin typeface="Arial"/>
                <a:ea typeface="Arial"/>
                <a:cs typeface="Arial"/>
              </a:defRPr>
            </a:lvl7pPr>
            <a:lvl8pPr algn="l">
              <a:defRPr sz="3300" b="1">
                <a:solidFill>
                  <a:srgbClr val="0B2F38"/>
                </a:solidFill>
                <a:latin typeface="Arial"/>
                <a:ea typeface="Arial"/>
                <a:cs typeface="Arial"/>
              </a:defRPr>
            </a:lvl8pPr>
            <a:lvl9pPr algn="l">
              <a:defRPr sz="3300" b="1">
                <a:solidFill>
                  <a:srgbClr val="0B2F38"/>
                </a:solidFill>
                <a:latin typeface="Arial"/>
                <a:ea typeface="Arial"/>
                <a:cs typeface="Arial"/>
              </a:defRPr>
            </a:lvl9pPr>
          </a:lstStyle>
          <a:p xmlns:a="http://schemas.openxmlformats.org/drawingml/2006/main">
            <a:pPr algn="l">
              <a:defRPr sz="3300" b="1">
                <a:solidFill>
                  <a:srgbClr val="0B2F38"/>
                </a:solidFill>
                <a:latin typeface="Arial"/>
                <a:ea typeface="Arial"/>
                <a:cs typeface="Arial"/>
              </a:defRPr>
            </a:pPr>
            <a:r>
              <a:rPr sz="3300" b="1">
                <a:solidFill>
                  <a:srgbClr val="0B2F38"/>
                </a:solidFill>
                <a:latin typeface="Arial"/>
                <a:ea typeface="Arial"/>
                <a:cs typeface="Arial"/>
              </a:rPr>
              <a:t>Das Projekt YouSpeed.de</a:t>
            </a:r>
          </a:p>
        </p:txBody>
      </p:sp>
      <p:sp>
        <p:nvSpPr>
          <p:cNvPr id="2" name="text-1">
            <a:extLst xmlns:a="http://schemas.openxmlformats.org/drawingml/2006/main">
              <a:ext uri="{FF2B5EF4-FFF2-40B4-BE49-F238E27FC236}">
                <a16:creationId xmlns:a16="http://schemas.microsoft.com/office/drawing/2014/main" id="{A4D62D86-9E47-4636-AC6A-175A975C2AC9}"/>
              </a:ext>
            </a:extLst>
          </p:cNvPr>
          <p:cNvSpPr>
            <a:spLocks xmlns:a="http://schemas.openxmlformats.org/drawingml/2006/main" noGrp="1"/>
          </p:cNvSpPr>
          <p:nvPr/>
        </p:nvSpPr>
        <p:spPr>
          <a:xfrm xmlns:a="http://schemas.openxmlformats.org/drawingml/2006/main">
            <a:off x="11144250" y="6477000"/>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defRPr sz="1125" b="0">
                <a:solidFill>
                  <a:srgbClr val="50646A"/>
                </a:solidFill>
                <a:latin typeface="Arial"/>
                <a:ea typeface="Arial"/>
                <a:cs typeface="Arial"/>
              </a:defRPr>
            </a:lvl1pPr>
            <a:lvl2pPr algn="r">
              <a:defRPr sz="1125" b="0">
                <a:solidFill>
                  <a:srgbClr val="50646A"/>
                </a:solidFill>
                <a:latin typeface="Arial"/>
                <a:ea typeface="Arial"/>
                <a:cs typeface="Arial"/>
              </a:defRPr>
            </a:lvl2pPr>
            <a:lvl3pPr algn="r">
              <a:defRPr sz="1125" b="0">
                <a:solidFill>
                  <a:srgbClr val="50646A"/>
                </a:solidFill>
                <a:latin typeface="Arial"/>
                <a:ea typeface="Arial"/>
                <a:cs typeface="Arial"/>
              </a:defRPr>
            </a:lvl3pPr>
            <a:lvl4pPr algn="r">
              <a:defRPr sz="1125" b="0">
                <a:solidFill>
                  <a:srgbClr val="50646A"/>
                </a:solidFill>
                <a:latin typeface="Arial"/>
                <a:ea typeface="Arial"/>
                <a:cs typeface="Arial"/>
              </a:defRPr>
            </a:lvl4pPr>
            <a:lvl5pPr algn="r">
              <a:defRPr sz="1125" b="0">
                <a:solidFill>
                  <a:srgbClr val="50646A"/>
                </a:solidFill>
                <a:latin typeface="Arial"/>
                <a:ea typeface="Arial"/>
                <a:cs typeface="Arial"/>
              </a:defRPr>
            </a:lvl5pPr>
            <a:lvl6pPr algn="r">
              <a:defRPr sz="1125" b="0">
                <a:solidFill>
                  <a:srgbClr val="50646A"/>
                </a:solidFill>
                <a:latin typeface="Arial"/>
                <a:ea typeface="Arial"/>
                <a:cs typeface="Arial"/>
              </a:defRPr>
            </a:lvl6pPr>
            <a:lvl7pPr algn="r">
              <a:defRPr sz="1125" b="0">
                <a:solidFill>
                  <a:srgbClr val="50646A"/>
                </a:solidFill>
                <a:latin typeface="Arial"/>
                <a:ea typeface="Arial"/>
                <a:cs typeface="Arial"/>
              </a:defRPr>
            </a:lvl7pPr>
            <a:lvl8pPr algn="r">
              <a:defRPr sz="1125" b="0">
                <a:solidFill>
                  <a:srgbClr val="50646A"/>
                </a:solidFill>
                <a:latin typeface="Arial"/>
                <a:ea typeface="Arial"/>
                <a:cs typeface="Arial"/>
              </a:defRPr>
            </a:lvl8pPr>
            <a:lvl9pPr algn="r">
              <a:defRPr sz="1125" b="0">
                <a:solidFill>
                  <a:srgbClr val="50646A"/>
                </a:solidFill>
                <a:latin typeface="Arial"/>
                <a:ea typeface="Arial"/>
                <a:cs typeface="Arial"/>
              </a:defRPr>
            </a:lvl9pPr>
          </a:lstStyle>
          <a:p xmlns:a="http://schemas.openxmlformats.org/drawingml/2006/main">
            <a:pPr algn="r">
              <a:defRPr sz="1125" b="0">
                <a:solidFill>
                  <a:srgbClr val="50646A"/>
                </a:solidFill>
                <a:latin typeface="Arial"/>
                <a:ea typeface="Arial"/>
                <a:cs typeface="Arial"/>
              </a:defRPr>
            </a:pPr>
            <a:r>
              <a:rPr sz="1125" b="0">
                <a:solidFill>
                  <a:srgbClr val="50646A"/>
                </a:solidFill>
                <a:latin typeface="Arial"/>
                <a:ea typeface="Arial"/>
                <a:cs typeface="Arial"/>
              </a:rPr>
              <a:t>03</a:t>
            </a:r>
          </a:p>
        </p:txBody>
      </p:sp>
      <p:pic>
        <p:nvPicPr>
          <p:cNvPr id="3" name="">
            <a:extLst xmlns:a="http://schemas.openxmlformats.org/drawingml/2006/main">
              <a:ext uri="{FF2B5EF4-FFF2-40B4-BE49-F238E27FC236}">
                <a16:creationId xmlns:a16="http://schemas.microsoft.com/office/drawing/2014/main" id="{097D5046-4777-44BC-A495-9C77F613AE49}"/>
              </a:ext>
            </a:extLst>
          </p:cNvPr>
          <p:cNvPicPr>
            <a:picLocks xmlns:a="http://schemas.openxmlformats.org/drawingml/2006/main" noChangeAspect="1"/>
          </p:cNvPicPr>
          <p:nvPr/>
        </p:nvPicPr>
        <p:blipFill>
          <a:blip xmlns:r="http://schemas.openxmlformats.org/officeDocument/2006/relationships" xmlns:a="http://schemas.openxmlformats.org/drawingml/2006/main" r:embed="R83ce7f3ce2714450"/>
          <a:stretch xmlns:a="http://schemas.openxmlformats.org/drawingml/2006/main"/>
        </p:blipFill>
        <p:spPr>
          <a:xfrm xmlns:a="http://schemas.openxmlformats.org/drawingml/2006/main">
            <a:off x="610129" y="1476375"/>
            <a:ext cx="6790267" cy="3819525"/>
          </a:xfrm>
          <a:prstGeom xmlns:a="http://schemas.openxmlformats.org/drawingml/2006/main" prst="rect">
            <a:avLst/>
          </a:prstGeom>
        </p:spPr>
      </p:pic>
      <p:sp>
        <p:nvSpPr>
          <p:cNvPr id="4" name="text-2">
            <a:extLst xmlns:a="http://schemas.openxmlformats.org/drawingml/2006/main">
              <a:ext uri="{FF2B5EF4-FFF2-40B4-BE49-F238E27FC236}">
                <a16:creationId xmlns:a16="http://schemas.microsoft.com/office/drawing/2014/main" id="{25ED0A88-E979-4D84-BB2E-3F0344FF7EED}"/>
              </a:ext>
            </a:extLst>
          </p:cNvPr>
          <p:cNvSpPr>
            <a:spLocks xmlns:a="http://schemas.openxmlformats.org/drawingml/2006/main" noGrp="1"/>
          </p:cNvSpPr>
          <p:nvPr/>
        </p:nvSpPr>
        <p:spPr>
          <a:xfrm xmlns:a="http://schemas.openxmlformats.org/drawingml/2006/main">
            <a:off x="7848600" y="1685925"/>
            <a:ext cx="3733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B2F38"/>
                </a:solidFill>
                <a:latin typeface="Arial"/>
                <a:ea typeface="Arial"/>
                <a:cs typeface="Arial"/>
              </a:defRPr>
            </a:defPPr>
            <a:lvl1pPr algn="l">
              <a:defRPr sz="1950" b="0">
                <a:solidFill>
                  <a:srgbClr val="0B2F38"/>
                </a:solidFill>
                <a:latin typeface="Arial"/>
                <a:ea typeface="Arial"/>
                <a:cs typeface="Arial"/>
              </a:defRPr>
            </a:lvl1pPr>
            <a:lvl2pPr algn="l">
              <a:defRPr sz="1950" b="0">
                <a:solidFill>
                  <a:srgbClr val="0B2F38"/>
                </a:solidFill>
                <a:latin typeface="Arial"/>
                <a:ea typeface="Arial"/>
                <a:cs typeface="Arial"/>
              </a:defRPr>
            </a:lvl2pPr>
            <a:lvl3pPr algn="l">
              <a:defRPr sz="1950" b="0">
                <a:solidFill>
                  <a:srgbClr val="0B2F38"/>
                </a:solidFill>
                <a:latin typeface="Arial"/>
                <a:ea typeface="Arial"/>
                <a:cs typeface="Arial"/>
              </a:defRPr>
            </a:lvl3pPr>
            <a:lvl4pPr algn="l">
              <a:defRPr sz="1950" b="0">
                <a:solidFill>
                  <a:srgbClr val="0B2F38"/>
                </a:solidFill>
                <a:latin typeface="Arial"/>
                <a:ea typeface="Arial"/>
                <a:cs typeface="Arial"/>
              </a:defRPr>
            </a:lvl4pPr>
            <a:lvl5pPr algn="l">
              <a:defRPr sz="1950" b="0">
                <a:solidFill>
                  <a:srgbClr val="0B2F38"/>
                </a:solidFill>
                <a:latin typeface="Arial"/>
                <a:ea typeface="Arial"/>
                <a:cs typeface="Arial"/>
              </a:defRPr>
            </a:lvl5pPr>
            <a:lvl6pPr algn="l">
              <a:defRPr sz="1950" b="0">
                <a:solidFill>
                  <a:srgbClr val="0B2F38"/>
                </a:solidFill>
                <a:latin typeface="Arial"/>
                <a:ea typeface="Arial"/>
                <a:cs typeface="Arial"/>
              </a:defRPr>
            </a:lvl6pPr>
            <a:lvl7pPr algn="l">
              <a:defRPr sz="1950" b="0">
                <a:solidFill>
                  <a:srgbClr val="0B2F38"/>
                </a:solidFill>
                <a:latin typeface="Arial"/>
                <a:ea typeface="Arial"/>
                <a:cs typeface="Arial"/>
              </a:defRPr>
            </a:lvl7pPr>
            <a:lvl8pPr algn="l">
              <a:defRPr sz="1950" b="0">
                <a:solidFill>
                  <a:srgbClr val="0B2F38"/>
                </a:solidFill>
                <a:latin typeface="Arial"/>
                <a:ea typeface="Arial"/>
                <a:cs typeface="Arial"/>
              </a:defRPr>
            </a:lvl8pPr>
            <a:lvl9pPr algn="l">
              <a:defRPr sz="1950" b="0">
                <a:solidFill>
                  <a:srgbClr val="0B2F38"/>
                </a:solidFill>
                <a:latin typeface="Arial"/>
                <a:ea typeface="Arial"/>
                <a:cs typeface="Arial"/>
              </a:defRPr>
            </a:lvl9pPr>
          </a:lstStyle>
          <a:p xmlns:a="http://schemas.openxmlformats.org/drawingml/2006/main">
            <a:pPr algn="l">
              <a:defRPr sz="1950" b="0">
                <a:solidFill>
                  <a:srgbClr val="0B2F38"/>
                </a:solidFill>
                <a:latin typeface="Arial"/>
                <a:ea typeface="Arial"/>
                <a:cs typeface="Arial"/>
              </a:defRPr>
            </a:pPr>
            <a:r>
              <a:rPr sz="1950" b="0">
                <a:solidFill>
                  <a:srgbClr val="0B2F38"/>
                </a:solidFill>
                <a:latin typeface="Arial"/>
                <a:ea typeface="Arial"/>
                <a:cs typeface="Arial"/>
              </a:rPr>
              <a:t>Fahrassistenz für jedes Auto – auf iPhone und Android</a:t>
            </a:r>
          </a:p>
        </p:txBody>
      </p:sp>
      <p:sp>
        <p:nvSpPr>
          <p:cNvPr id="5" name="text-3">
            <a:extLst xmlns:a="http://schemas.openxmlformats.org/drawingml/2006/main">
              <a:ext uri="{FF2B5EF4-FFF2-40B4-BE49-F238E27FC236}">
                <a16:creationId xmlns:a16="http://schemas.microsoft.com/office/drawing/2014/main" id="{5BCE55FC-2D99-4746-AA06-90C9017FC703}"/>
              </a:ext>
            </a:extLst>
          </p:cNvPr>
          <p:cNvSpPr>
            <a:spLocks xmlns:a="http://schemas.openxmlformats.org/drawingml/2006/main" noGrp="1"/>
          </p:cNvSpPr>
          <p:nvPr/>
        </p:nvSpPr>
        <p:spPr>
          <a:xfrm xmlns:a="http://schemas.openxmlformats.org/drawingml/2006/main">
            <a:off x="7848600" y="2743200"/>
            <a:ext cx="3733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B2F38"/>
                </a:solidFill>
                <a:latin typeface="Arial"/>
                <a:ea typeface="Arial"/>
                <a:cs typeface="Arial"/>
              </a:defRPr>
            </a:defPPr>
            <a:lvl1pPr algn="l">
              <a:defRPr sz="1950" b="0">
                <a:solidFill>
                  <a:srgbClr val="0B2F38"/>
                </a:solidFill>
                <a:latin typeface="Arial"/>
                <a:ea typeface="Arial"/>
                <a:cs typeface="Arial"/>
              </a:defRPr>
            </a:lvl1pPr>
            <a:lvl2pPr algn="l">
              <a:defRPr sz="1950" b="0">
                <a:solidFill>
                  <a:srgbClr val="0B2F38"/>
                </a:solidFill>
                <a:latin typeface="Arial"/>
                <a:ea typeface="Arial"/>
                <a:cs typeface="Arial"/>
              </a:defRPr>
            </a:lvl2pPr>
            <a:lvl3pPr algn="l">
              <a:defRPr sz="1950" b="0">
                <a:solidFill>
                  <a:srgbClr val="0B2F38"/>
                </a:solidFill>
                <a:latin typeface="Arial"/>
                <a:ea typeface="Arial"/>
                <a:cs typeface="Arial"/>
              </a:defRPr>
            </a:lvl3pPr>
            <a:lvl4pPr algn="l">
              <a:defRPr sz="1950" b="0">
                <a:solidFill>
                  <a:srgbClr val="0B2F38"/>
                </a:solidFill>
                <a:latin typeface="Arial"/>
                <a:ea typeface="Arial"/>
                <a:cs typeface="Arial"/>
              </a:defRPr>
            </a:lvl4pPr>
            <a:lvl5pPr algn="l">
              <a:defRPr sz="1950" b="0">
                <a:solidFill>
                  <a:srgbClr val="0B2F38"/>
                </a:solidFill>
                <a:latin typeface="Arial"/>
                <a:ea typeface="Arial"/>
                <a:cs typeface="Arial"/>
              </a:defRPr>
            </a:lvl5pPr>
            <a:lvl6pPr algn="l">
              <a:defRPr sz="1950" b="0">
                <a:solidFill>
                  <a:srgbClr val="0B2F38"/>
                </a:solidFill>
                <a:latin typeface="Arial"/>
                <a:ea typeface="Arial"/>
                <a:cs typeface="Arial"/>
              </a:defRPr>
            </a:lvl6pPr>
            <a:lvl7pPr algn="l">
              <a:defRPr sz="1950" b="0">
                <a:solidFill>
                  <a:srgbClr val="0B2F38"/>
                </a:solidFill>
                <a:latin typeface="Arial"/>
                <a:ea typeface="Arial"/>
                <a:cs typeface="Arial"/>
              </a:defRPr>
            </a:lvl7pPr>
            <a:lvl8pPr algn="l">
              <a:defRPr sz="1950" b="0">
                <a:solidFill>
                  <a:srgbClr val="0B2F38"/>
                </a:solidFill>
                <a:latin typeface="Arial"/>
                <a:ea typeface="Arial"/>
                <a:cs typeface="Arial"/>
              </a:defRPr>
            </a:lvl8pPr>
            <a:lvl9pPr algn="l">
              <a:defRPr sz="1950" b="0">
                <a:solidFill>
                  <a:srgbClr val="0B2F38"/>
                </a:solidFill>
                <a:latin typeface="Arial"/>
                <a:ea typeface="Arial"/>
                <a:cs typeface="Arial"/>
              </a:defRPr>
            </a:lvl9pPr>
          </a:lstStyle>
          <a:p xmlns:a="http://schemas.openxmlformats.org/drawingml/2006/main">
            <a:pPr algn="l">
              <a:defRPr sz="1950" b="0">
                <a:solidFill>
                  <a:srgbClr val="0B2F38"/>
                </a:solidFill>
                <a:latin typeface="Arial"/>
                <a:ea typeface="Arial"/>
                <a:cs typeface="Arial"/>
              </a:defRPr>
            </a:pPr>
            <a:r>
              <a:rPr sz="1950" b="0">
                <a:solidFill>
                  <a:srgbClr val="0B2F38"/>
                </a:solidFill>
                <a:latin typeface="Arial"/>
                <a:ea typeface="Arial"/>
                <a:cs typeface="Arial"/>
              </a:rPr>
              <a:t>Verkehrszeichen, Tempohinweise und lokale Dashcam</a:t>
            </a:r>
          </a:p>
        </p:txBody>
      </p:sp>
      <p:sp>
        <p:nvSpPr>
          <p:cNvPr id="6" name="text-4">
            <a:extLst xmlns:a="http://schemas.openxmlformats.org/drawingml/2006/main">
              <a:ext uri="{FF2B5EF4-FFF2-40B4-BE49-F238E27FC236}">
                <a16:creationId xmlns:a16="http://schemas.microsoft.com/office/drawing/2014/main" id="{86B6C2B9-1936-44A6-A721-31F630546CAC}"/>
              </a:ext>
            </a:extLst>
          </p:cNvPr>
          <p:cNvSpPr>
            <a:spLocks xmlns:a="http://schemas.openxmlformats.org/drawingml/2006/main" noGrp="1"/>
          </p:cNvSpPr>
          <p:nvPr/>
        </p:nvSpPr>
        <p:spPr>
          <a:xfrm xmlns:a="http://schemas.openxmlformats.org/drawingml/2006/main">
            <a:off x="7848600" y="3800475"/>
            <a:ext cx="3733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B2F38"/>
                </a:solidFill>
                <a:latin typeface="Arial"/>
                <a:ea typeface="Arial"/>
                <a:cs typeface="Arial"/>
              </a:defRPr>
            </a:defPPr>
            <a:lvl1pPr algn="l">
              <a:defRPr sz="1950" b="0">
                <a:solidFill>
                  <a:srgbClr val="0B2F38"/>
                </a:solidFill>
                <a:latin typeface="Arial"/>
                <a:ea typeface="Arial"/>
                <a:cs typeface="Arial"/>
              </a:defRPr>
            </a:lvl1pPr>
            <a:lvl2pPr algn="l">
              <a:defRPr sz="1950" b="0">
                <a:solidFill>
                  <a:srgbClr val="0B2F38"/>
                </a:solidFill>
                <a:latin typeface="Arial"/>
                <a:ea typeface="Arial"/>
                <a:cs typeface="Arial"/>
              </a:defRPr>
            </a:lvl2pPr>
            <a:lvl3pPr algn="l">
              <a:defRPr sz="1950" b="0">
                <a:solidFill>
                  <a:srgbClr val="0B2F38"/>
                </a:solidFill>
                <a:latin typeface="Arial"/>
                <a:ea typeface="Arial"/>
                <a:cs typeface="Arial"/>
              </a:defRPr>
            </a:lvl3pPr>
            <a:lvl4pPr algn="l">
              <a:defRPr sz="1950" b="0">
                <a:solidFill>
                  <a:srgbClr val="0B2F38"/>
                </a:solidFill>
                <a:latin typeface="Arial"/>
                <a:ea typeface="Arial"/>
                <a:cs typeface="Arial"/>
              </a:defRPr>
            </a:lvl4pPr>
            <a:lvl5pPr algn="l">
              <a:defRPr sz="1950" b="0">
                <a:solidFill>
                  <a:srgbClr val="0B2F38"/>
                </a:solidFill>
                <a:latin typeface="Arial"/>
                <a:ea typeface="Arial"/>
                <a:cs typeface="Arial"/>
              </a:defRPr>
            </a:lvl5pPr>
            <a:lvl6pPr algn="l">
              <a:defRPr sz="1950" b="0">
                <a:solidFill>
                  <a:srgbClr val="0B2F38"/>
                </a:solidFill>
                <a:latin typeface="Arial"/>
                <a:ea typeface="Arial"/>
                <a:cs typeface="Arial"/>
              </a:defRPr>
            </a:lvl6pPr>
            <a:lvl7pPr algn="l">
              <a:defRPr sz="1950" b="0">
                <a:solidFill>
                  <a:srgbClr val="0B2F38"/>
                </a:solidFill>
                <a:latin typeface="Arial"/>
                <a:ea typeface="Arial"/>
                <a:cs typeface="Arial"/>
              </a:defRPr>
            </a:lvl7pPr>
            <a:lvl8pPr algn="l">
              <a:defRPr sz="1950" b="0">
                <a:solidFill>
                  <a:srgbClr val="0B2F38"/>
                </a:solidFill>
                <a:latin typeface="Arial"/>
                <a:ea typeface="Arial"/>
                <a:cs typeface="Arial"/>
              </a:defRPr>
            </a:lvl8pPr>
            <a:lvl9pPr algn="l">
              <a:defRPr sz="1950" b="0">
                <a:solidFill>
                  <a:srgbClr val="0B2F38"/>
                </a:solidFill>
                <a:latin typeface="Arial"/>
                <a:ea typeface="Arial"/>
                <a:cs typeface="Arial"/>
              </a:defRPr>
            </a:lvl9pPr>
          </a:lstStyle>
          <a:p xmlns:a="http://schemas.openxmlformats.org/drawingml/2006/main">
            <a:pPr algn="l">
              <a:defRPr sz="1950" b="0">
                <a:solidFill>
                  <a:srgbClr val="0B2F38"/>
                </a:solidFill>
                <a:latin typeface="Arial"/>
                <a:ea typeface="Arial"/>
                <a:cs typeface="Arial"/>
              </a:defRPr>
            </a:pPr>
            <a:r>
              <a:rPr sz="1950" b="0">
                <a:solidFill>
                  <a:srgbClr val="0B2F38"/>
                </a:solidFill>
                <a:latin typeface="Arial"/>
                <a:ea typeface="Arial"/>
                <a:cs typeface="Arial"/>
              </a:rPr>
              <a:t>Offline-Karten aus OpenStreetMap; freiwillige Bildbeiträge</a:t>
            </a:r>
          </a:p>
        </p:txBody>
      </p:sp>
      <p:sp>
        <p:nvSpPr>
          <p:cNvPr id="7" name="text-5">
            <a:extLst xmlns:a="http://schemas.openxmlformats.org/drawingml/2006/main">
              <a:ext uri="{FF2B5EF4-FFF2-40B4-BE49-F238E27FC236}">
                <a16:creationId xmlns:a16="http://schemas.microsoft.com/office/drawing/2014/main" id="{05FE3B8D-EB64-40DF-8BEB-72BA067D0830}"/>
              </a:ext>
            </a:extLst>
          </p:cNvPr>
          <p:cNvSpPr>
            <a:spLocks xmlns:a="http://schemas.openxmlformats.org/drawingml/2006/main" noGrp="1"/>
          </p:cNvSpPr>
          <p:nvPr/>
        </p:nvSpPr>
        <p:spPr>
          <a:xfrm xmlns:a="http://schemas.openxmlformats.org/drawingml/2006/main">
            <a:off x="609600" y="5715000"/>
            <a:ext cx="5029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2647B"/>
                </a:solidFill>
                <a:latin typeface="Arial"/>
                <a:ea typeface="Arial"/>
                <a:cs typeface="Arial"/>
              </a:defRPr>
            </a:defPPr>
            <a:lvl1pPr algn="l">
              <a:defRPr sz="1725" b="0">
                <a:solidFill>
                  <a:srgbClr val="12647B"/>
                </a:solidFill>
                <a:latin typeface="Arial"/>
                <a:ea typeface="Arial"/>
                <a:cs typeface="Arial"/>
              </a:defRPr>
            </a:lvl1pPr>
            <a:lvl2pPr algn="l">
              <a:defRPr sz="1725" b="0">
                <a:solidFill>
                  <a:srgbClr val="12647B"/>
                </a:solidFill>
                <a:latin typeface="Arial"/>
                <a:ea typeface="Arial"/>
                <a:cs typeface="Arial"/>
              </a:defRPr>
            </a:lvl2pPr>
            <a:lvl3pPr algn="l">
              <a:defRPr sz="1725" b="0">
                <a:solidFill>
                  <a:srgbClr val="12647B"/>
                </a:solidFill>
                <a:latin typeface="Arial"/>
                <a:ea typeface="Arial"/>
                <a:cs typeface="Arial"/>
              </a:defRPr>
            </a:lvl3pPr>
            <a:lvl4pPr algn="l">
              <a:defRPr sz="1725" b="0">
                <a:solidFill>
                  <a:srgbClr val="12647B"/>
                </a:solidFill>
                <a:latin typeface="Arial"/>
                <a:ea typeface="Arial"/>
                <a:cs typeface="Arial"/>
              </a:defRPr>
            </a:lvl4pPr>
            <a:lvl5pPr algn="l">
              <a:defRPr sz="1725" b="0">
                <a:solidFill>
                  <a:srgbClr val="12647B"/>
                </a:solidFill>
                <a:latin typeface="Arial"/>
                <a:ea typeface="Arial"/>
                <a:cs typeface="Arial"/>
              </a:defRPr>
            </a:lvl5pPr>
            <a:lvl6pPr algn="l">
              <a:defRPr sz="1725" b="0">
                <a:solidFill>
                  <a:srgbClr val="12647B"/>
                </a:solidFill>
                <a:latin typeface="Arial"/>
                <a:ea typeface="Arial"/>
                <a:cs typeface="Arial"/>
              </a:defRPr>
            </a:lvl6pPr>
            <a:lvl7pPr algn="l">
              <a:defRPr sz="1725" b="0">
                <a:solidFill>
                  <a:srgbClr val="12647B"/>
                </a:solidFill>
                <a:latin typeface="Arial"/>
                <a:ea typeface="Arial"/>
                <a:cs typeface="Arial"/>
              </a:defRPr>
            </a:lvl7pPr>
            <a:lvl8pPr algn="l">
              <a:defRPr sz="1725" b="0">
                <a:solidFill>
                  <a:srgbClr val="12647B"/>
                </a:solidFill>
                <a:latin typeface="Arial"/>
                <a:ea typeface="Arial"/>
                <a:cs typeface="Arial"/>
              </a:defRPr>
            </a:lvl8pPr>
            <a:lvl9pPr algn="l">
              <a:defRPr sz="1725" b="0">
                <a:solidFill>
                  <a:srgbClr val="12647B"/>
                </a:solidFill>
                <a:latin typeface="Arial"/>
                <a:ea typeface="Arial"/>
                <a:cs typeface="Arial"/>
              </a:defRPr>
            </a:lvl9pPr>
          </a:lstStyle>
          <a:p xmlns:a="http://schemas.openxmlformats.org/drawingml/2006/main">
            <a:pPr algn="l">
              <a:defRPr sz="1725" b="0">
                <a:solidFill>
                  <a:srgbClr val="12647B"/>
                </a:solidFill>
                <a:latin typeface="Arial"/>
                <a:ea typeface="Arial"/>
                <a:cs typeface="Arial"/>
              </a:defRPr>
            </a:pPr>
            <a:r>
              <a:rPr sz="1725" b="0" u="sng">
                <a:solidFill>
                  <a:srgbClr val="12647B"/>
                </a:solidFill>
                <a:latin typeface="Arial"/>
                <a:ea typeface="Arial"/>
                <a:cs typeface="Arial"/>
                <a:hlinkClick xmlns:r="http://schemas.openxmlformats.org/officeDocument/2006/relationships" r:id="R2b790a240e044e40"/>
              </a:rPr>
              <a:t>youspeed.de</a:t>
            </a:r>
          </a:p>
        </p:txBody>
      </p:sp>
      <p:sp>
        <p:nvSpPr>
          <p:cNvPr id="8" name="text-6">
            <a:extLst xmlns:a="http://schemas.openxmlformats.org/drawingml/2006/main">
              <a:ext uri="{FF2B5EF4-FFF2-40B4-BE49-F238E27FC236}">
                <a16:creationId xmlns:a16="http://schemas.microsoft.com/office/drawing/2014/main" id="{BC1E40CA-6580-413E-9F3B-1C2BEE81DF75}"/>
              </a:ext>
            </a:extLst>
          </p:cNvPr>
          <p:cNvSpPr>
            <a:spLocks xmlns:a="http://schemas.openxmlformats.org/drawingml/2006/main" noGrp="1"/>
          </p:cNvSpPr>
          <p:nvPr/>
        </p:nvSpPr>
        <p:spPr>
          <a:xfrm xmlns:a="http://schemas.openxmlformats.org/drawingml/2006/main">
            <a:off x="5753100" y="5715000"/>
            <a:ext cx="5029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2647B"/>
                </a:solidFill>
                <a:latin typeface="Arial"/>
                <a:ea typeface="Arial"/>
                <a:cs typeface="Arial"/>
              </a:defRPr>
            </a:defPPr>
            <a:lvl1pPr algn="l">
              <a:defRPr sz="1725" b="0">
                <a:solidFill>
                  <a:srgbClr val="12647B"/>
                </a:solidFill>
                <a:latin typeface="Arial"/>
                <a:ea typeface="Arial"/>
                <a:cs typeface="Arial"/>
              </a:defRPr>
            </a:lvl1pPr>
            <a:lvl2pPr algn="l">
              <a:defRPr sz="1725" b="0">
                <a:solidFill>
                  <a:srgbClr val="12647B"/>
                </a:solidFill>
                <a:latin typeface="Arial"/>
                <a:ea typeface="Arial"/>
                <a:cs typeface="Arial"/>
              </a:defRPr>
            </a:lvl2pPr>
            <a:lvl3pPr algn="l">
              <a:defRPr sz="1725" b="0">
                <a:solidFill>
                  <a:srgbClr val="12647B"/>
                </a:solidFill>
                <a:latin typeface="Arial"/>
                <a:ea typeface="Arial"/>
                <a:cs typeface="Arial"/>
              </a:defRPr>
            </a:lvl3pPr>
            <a:lvl4pPr algn="l">
              <a:defRPr sz="1725" b="0">
                <a:solidFill>
                  <a:srgbClr val="12647B"/>
                </a:solidFill>
                <a:latin typeface="Arial"/>
                <a:ea typeface="Arial"/>
                <a:cs typeface="Arial"/>
              </a:defRPr>
            </a:lvl4pPr>
            <a:lvl5pPr algn="l">
              <a:defRPr sz="1725" b="0">
                <a:solidFill>
                  <a:srgbClr val="12647B"/>
                </a:solidFill>
                <a:latin typeface="Arial"/>
                <a:ea typeface="Arial"/>
                <a:cs typeface="Arial"/>
              </a:defRPr>
            </a:lvl5pPr>
            <a:lvl6pPr algn="l">
              <a:defRPr sz="1725" b="0">
                <a:solidFill>
                  <a:srgbClr val="12647B"/>
                </a:solidFill>
                <a:latin typeface="Arial"/>
                <a:ea typeface="Arial"/>
                <a:cs typeface="Arial"/>
              </a:defRPr>
            </a:lvl6pPr>
            <a:lvl7pPr algn="l">
              <a:defRPr sz="1725" b="0">
                <a:solidFill>
                  <a:srgbClr val="12647B"/>
                </a:solidFill>
                <a:latin typeface="Arial"/>
                <a:ea typeface="Arial"/>
                <a:cs typeface="Arial"/>
              </a:defRPr>
            </a:lvl7pPr>
            <a:lvl8pPr algn="l">
              <a:defRPr sz="1725" b="0">
                <a:solidFill>
                  <a:srgbClr val="12647B"/>
                </a:solidFill>
                <a:latin typeface="Arial"/>
                <a:ea typeface="Arial"/>
                <a:cs typeface="Arial"/>
              </a:defRPr>
            </a:lvl8pPr>
            <a:lvl9pPr algn="l">
              <a:defRPr sz="1725" b="0">
                <a:solidFill>
                  <a:srgbClr val="12647B"/>
                </a:solidFill>
                <a:latin typeface="Arial"/>
                <a:ea typeface="Arial"/>
                <a:cs typeface="Arial"/>
              </a:defRPr>
            </a:lvl9pPr>
          </a:lstStyle>
          <a:p xmlns:a="http://schemas.openxmlformats.org/drawingml/2006/main">
            <a:pPr algn="l">
              <a:defRPr sz="1725" b="0">
                <a:solidFill>
                  <a:srgbClr val="12647B"/>
                </a:solidFill>
                <a:latin typeface="Arial"/>
                <a:ea typeface="Arial"/>
                <a:cs typeface="Arial"/>
              </a:defRPr>
            </a:pPr>
            <a:r>
              <a:rPr sz="1725" b="0" u="sng">
                <a:solidFill>
                  <a:srgbClr val="12647B"/>
                </a:solidFill>
                <a:latin typeface="Arial"/>
                <a:ea typeface="Arial"/>
                <a:cs typeface="Arial"/>
                <a:hlinkClick xmlns:r="http://schemas.openxmlformats.org/officeDocument/2006/relationships" r:id="R2c7f017203534091"/>
              </a:rPr>
              <a:t>GitHub: volzinnovation/youspeed.de</a:t>
            </a:r>
          </a:p>
        </p:txBody>
      </p:sp>
    </p:spTree>
    <p:extLst>
      <p:ext uri="{BB962C8B-B14F-4D97-AF65-F5344CB8AC3E}">
        <p14:creationId xmlns:p14="http://schemas.microsoft.com/office/powerpoint/2010/main" val="1219818842"/>
      </p:ext>
    </p:extLst>
  </p:cSld>
</p:sld>
</file>

<file path=ppt/slides/slide4.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E6CE5AEF-E431-41A3-A1A1-43BED27ABE79}"/>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B2F38"/>
                </a:solidFill>
                <a:latin typeface="Arial"/>
                <a:ea typeface="Arial"/>
                <a:cs typeface="Arial"/>
              </a:defRPr>
            </a:defPPr>
            <a:lvl1pPr algn="l">
              <a:defRPr sz="3300" b="1">
                <a:solidFill>
                  <a:srgbClr val="0B2F38"/>
                </a:solidFill>
                <a:latin typeface="Arial"/>
                <a:ea typeface="Arial"/>
                <a:cs typeface="Arial"/>
              </a:defRPr>
            </a:lvl1pPr>
            <a:lvl2pPr algn="l">
              <a:defRPr sz="3300" b="1">
                <a:solidFill>
                  <a:srgbClr val="0B2F38"/>
                </a:solidFill>
                <a:latin typeface="Arial"/>
                <a:ea typeface="Arial"/>
                <a:cs typeface="Arial"/>
              </a:defRPr>
            </a:lvl2pPr>
            <a:lvl3pPr algn="l">
              <a:defRPr sz="3300" b="1">
                <a:solidFill>
                  <a:srgbClr val="0B2F38"/>
                </a:solidFill>
                <a:latin typeface="Arial"/>
                <a:ea typeface="Arial"/>
                <a:cs typeface="Arial"/>
              </a:defRPr>
            </a:lvl3pPr>
            <a:lvl4pPr algn="l">
              <a:defRPr sz="3300" b="1">
                <a:solidFill>
                  <a:srgbClr val="0B2F38"/>
                </a:solidFill>
                <a:latin typeface="Arial"/>
                <a:ea typeface="Arial"/>
                <a:cs typeface="Arial"/>
              </a:defRPr>
            </a:lvl4pPr>
            <a:lvl5pPr algn="l">
              <a:defRPr sz="3300" b="1">
                <a:solidFill>
                  <a:srgbClr val="0B2F38"/>
                </a:solidFill>
                <a:latin typeface="Arial"/>
                <a:ea typeface="Arial"/>
                <a:cs typeface="Arial"/>
              </a:defRPr>
            </a:lvl5pPr>
            <a:lvl6pPr algn="l">
              <a:defRPr sz="3300" b="1">
                <a:solidFill>
                  <a:srgbClr val="0B2F38"/>
                </a:solidFill>
                <a:latin typeface="Arial"/>
                <a:ea typeface="Arial"/>
                <a:cs typeface="Arial"/>
              </a:defRPr>
            </a:lvl6pPr>
            <a:lvl7pPr algn="l">
              <a:defRPr sz="3300" b="1">
                <a:solidFill>
                  <a:srgbClr val="0B2F38"/>
                </a:solidFill>
                <a:latin typeface="Arial"/>
                <a:ea typeface="Arial"/>
                <a:cs typeface="Arial"/>
              </a:defRPr>
            </a:lvl7pPr>
            <a:lvl8pPr algn="l">
              <a:defRPr sz="3300" b="1">
                <a:solidFill>
                  <a:srgbClr val="0B2F38"/>
                </a:solidFill>
                <a:latin typeface="Arial"/>
                <a:ea typeface="Arial"/>
                <a:cs typeface="Arial"/>
              </a:defRPr>
            </a:lvl8pPr>
            <a:lvl9pPr algn="l">
              <a:defRPr sz="3300" b="1">
                <a:solidFill>
                  <a:srgbClr val="0B2F38"/>
                </a:solidFill>
                <a:latin typeface="Arial"/>
                <a:ea typeface="Arial"/>
                <a:cs typeface="Arial"/>
              </a:defRPr>
            </a:lvl9pPr>
          </a:lstStyle>
          <a:p xmlns:a="http://schemas.openxmlformats.org/drawingml/2006/main">
            <a:pPr algn="l">
              <a:defRPr sz="3300" b="1">
                <a:solidFill>
                  <a:srgbClr val="0B2F38"/>
                </a:solidFill>
                <a:latin typeface="Arial"/>
                <a:ea typeface="Arial"/>
                <a:cs typeface="Arial"/>
              </a:defRPr>
            </a:pPr>
            <a:r>
              <a:rPr sz="3300" b="1">
                <a:solidFill>
                  <a:srgbClr val="0B2F38"/>
                </a:solidFill>
                <a:latin typeface="Arial"/>
                <a:ea typeface="Arial"/>
                <a:cs typeface="Arial"/>
              </a:rPr>
              <a:t>OpenStreetMap</a:t>
            </a:r>
          </a:p>
        </p:txBody>
      </p:sp>
      <p:sp>
        <p:nvSpPr>
          <p:cNvPr id="2" name="text-1">
            <a:extLst xmlns:a="http://schemas.openxmlformats.org/drawingml/2006/main">
              <a:ext uri="{FF2B5EF4-FFF2-40B4-BE49-F238E27FC236}">
                <a16:creationId xmlns:a16="http://schemas.microsoft.com/office/drawing/2014/main" id="{BB5643FB-9807-406D-95E4-97A080B812AF}"/>
              </a:ext>
            </a:extLst>
          </p:cNvPr>
          <p:cNvSpPr>
            <a:spLocks xmlns:a="http://schemas.openxmlformats.org/drawingml/2006/main" noGrp="1"/>
          </p:cNvSpPr>
          <p:nvPr/>
        </p:nvSpPr>
        <p:spPr>
          <a:xfrm xmlns:a="http://schemas.openxmlformats.org/drawingml/2006/main">
            <a:off x="11144250" y="6477000"/>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defRPr sz="1125" b="0">
                <a:solidFill>
                  <a:srgbClr val="50646A"/>
                </a:solidFill>
                <a:latin typeface="Arial"/>
                <a:ea typeface="Arial"/>
                <a:cs typeface="Arial"/>
              </a:defRPr>
            </a:lvl1pPr>
            <a:lvl2pPr algn="r">
              <a:defRPr sz="1125" b="0">
                <a:solidFill>
                  <a:srgbClr val="50646A"/>
                </a:solidFill>
                <a:latin typeface="Arial"/>
                <a:ea typeface="Arial"/>
                <a:cs typeface="Arial"/>
              </a:defRPr>
            </a:lvl2pPr>
            <a:lvl3pPr algn="r">
              <a:defRPr sz="1125" b="0">
                <a:solidFill>
                  <a:srgbClr val="50646A"/>
                </a:solidFill>
                <a:latin typeface="Arial"/>
                <a:ea typeface="Arial"/>
                <a:cs typeface="Arial"/>
              </a:defRPr>
            </a:lvl3pPr>
            <a:lvl4pPr algn="r">
              <a:defRPr sz="1125" b="0">
                <a:solidFill>
                  <a:srgbClr val="50646A"/>
                </a:solidFill>
                <a:latin typeface="Arial"/>
                <a:ea typeface="Arial"/>
                <a:cs typeface="Arial"/>
              </a:defRPr>
            </a:lvl4pPr>
            <a:lvl5pPr algn="r">
              <a:defRPr sz="1125" b="0">
                <a:solidFill>
                  <a:srgbClr val="50646A"/>
                </a:solidFill>
                <a:latin typeface="Arial"/>
                <a:ea typeface="Arial"/>
                <a:cs typeface="Arial"/>
              </a:defRPr>
            </a:lvl5pPr>
            <a:lvl6pPr algn="r">
              <a:defRPr sz="1125" b="0">
                <a:solidFill>
                  <a:srgbClr val="50646A"/>
                </a:solidFill>
                <a:latin typeface="Arial"/>
                <a:ea typeface="Arial"/>
                <a:cs typeface="Arial"/>
              </a:defRPr>
            </a:lvl6pPr>
            <a:lvl7pPr algn="r">
              <a:defRPr sz="1125" b="0">
                <a:solidFill>
                  <a:srgbClr val="50646A"/>
                </a:solidFill>
                <a:latin typeface="Arial"/>
                <a:ea typeface="Arial"/>
                <a:cs typeface="Arial"/>
              </a:defRPr>
            </a:lvl7pPr>
            <a:lvl8pPr algn="r">
              <a:defRPr sz="1125" b="0">
                <a:solidFill>
                  <a:srgbClr val="50646A"/>
                </a:solidFill>
                <a:latin typeface="Arial"/>
                <a:ea typeface="Arial"/>
                <a:cs typeface="Arial"/>
              </a:defRPr>
            </a:lvl8pPr>
            <a:lvl9pPr algn="r">
              <a:defRPr sz="1125" b="0">
                <a:solidFill>
                  <a:srgbClr val="50646A"/>
                </a:solidFill>
                <a:latin typeface="Arial"/>
                <a:ea typeface="Arial"/>
                <a:cs typeface="Arial"/>
              </a:defRPr>
            </a:lvl9pPr>
          </a:lstStyle>
          <a:p xmlns:a="http://schemas.openxmlformats.org/drawingml/2006/main">
            <a:pPr algn="r">
              <a:defRPr sz="1125" b="0">
                <a:solidFill>
                  <a:srgbClr val="50646A"/>
                </a:solidFill>
                <a:latin typeface="Arial"/>
                <a:ea typeface="Arial"/>
                <a:cs typeface="Arial"/>
              </a:defRPr>
            </a:pPr>
            <a:r>
              <a:rPr sz="1125" b="0">
                <a:solidFill>
                  <a:srgbClr val="50646A"/>
                </a:solidFill>
                <a:latin typeface="Arial"/>
                <a:ea typeface="Arial"/>
                <a:cs typeface="Arial"/>
              </a:rPr>
              <a:t>04</a:t>
            </a:r>
          </a:p>
        </p:txBody>
      </p:sp>
      <p:pic>
        <p:nvPicPr>
          <p:cNvPr id="3" name="">
            <a:extLst xmlns:a="http://schemas.openxmlformats.org/drawingml/2006/main">
              <a:ext uri="{FF2B5EF4-FFF2-40B4-BE49-F238E27FC236}">
                <a16:creationId xmlns:a16="http://schemas.microsoft.com/office/drawing/2014/main" id="{E7E97E6C-7B3F-4BBD-B45F-AEAAA657684F}"/>
              </a:ext>
            </a:extLst>
          </p:cNvPr>
          <p:cNvPicPr>
            <a:picLocks xmlns:a="http://schemas.openxmlformats.org/drawingml/2006/main" noChangeAspect="1"/>
          </p:cNvPicPr>
          <p:nvPr/>
        </p:nvPicPr>
        <p:blipFill>
          <a:blip xmlns:r="http://schemas.openxmlformats.org/officeDocument/2006/relationships" xmlns:a="http://schemas.openxmlformats.org/drawingml/2006/main" r:embed="R9b283547400d4c34"/>
          <a:stretch xmlns:a="http://schemas.openxmlformats.org/drawingml/2006/main"/>
        </p:blipFill>
        <p:spPr>
          <a:xfrm xmlns:a="http://schemas.openxmlformats.org/drawingml/2006/main">
            <a:off x="609600" y="1562695"/>
            <a:ext cx="7753350" cy="4361259"/>
          </a:xfrm>
          <a:prstGeom xmlns:a="http://schemas.openxmlformats.org/drawingml/2006/main" prst="rect">
            <a:avLst/>
          </a:prstGeom>
        </p:spPr>
      </p:pic>
      <p:sp>
        <p:nvSpPr>
          <p:cNvPr id="4" name="diagram-Karten">
            <a:extLst xmlns:a="http://schemas.openxmlformats.org/drawingml/2006/main">
              <a:ext uri="{FF2B5EF4-FFF2-40B4-BE49-F238E27FC236}">
                <a16:creationId xmlns:a16="http://schemas.microsoft.com/office/drawing/2014/main" id="{9C73C85C-BFC4-4BAA-AD31-DA5137487600}"/>
              </a:ext>
            </a:extLst>
          </p:cNvPr>
          <p:cNvSpPr>
            <a:spLocks xmlns:a="http://schemas.openxmlformats.org/drawingml/2006/main" noGrp="1"/>
          </p:cNvSpPr>
          <p:nvPr/>
        </p:nvSpPr>
        <p:spPr>
          <a:xfrm xmlns:a="http://schemas.openxmlformats.org/drawingml/2006/main">
            <a:off x="8782050" y="1695450"/>
            <a:ext cx="2800350" cy="762000"/>
          </a:xfrm>
          <a:prstGeom xmlns:a="http://schemas.openxmlformats.org/drawingml/2006/main" prst="rect">
            <a:avLst/>
          </a:prstGeom>
          <a:solidFill xmlns:a="http://schemas.openxmlformats.org/drawingml/2006/main">
            <a:srgbClr val="FFFFFF"/>
          </a:solidFill>
          <a:ln xmlns:a="http://schemas.openxmlformats.org/drawingml/2006/main" w="14288">
            <a:solidFill>
              <a:srgbClr val="C9D3D2"/>
            </a:solidFill>
          </a:ln>
        </p:spPr>
        <p:txBody>
          <a:bodyPr xmlns:a="http://schemas.openxmlformats.org/drawingml/2006/main" lIns="133350" tIns="133350" rIns="133350" bIns="133350" anchor="ctr">
            <a:noAutofit/>
          </a:bodyPr>
          <a:lstStyle xmlns:a="http://schemas.openxmlformats.org/drawingml/2006/main">
            <a:defPPr algn="ctr">
              <a:defRPr sz="2100">
                <a:solidFill>
                  <a:srgbClr val="0B2F38"/>
                </a:solidFill>
                <a:latin typeface="Arial"/>
                <a:ea typeface="Arial"/>
                <a:cs typeface="Arial"/>
              </a:defRPr>
            </a:defPPr>
            <a:lvl1pPr algn="ctr">
              <a:defRPr sz="2100">
                <a:solidFill>
                  <a:srgbClr val="0B2F38"/>
                </a:solidFill>
                <a:latin typeface="Arial"/>
                <a:ea typeface="Arial"/>
                <a:cs typeface="Arial"/>
              </a:defRPr>
            </a:lvl1pPr>
            <a:lvl2pPr algn="ctr">
              <a:defRPr sz="2100">
                <a:solidFill>
                  <a:srgbClr val="0B2F38"/>
                </a:solidFill>
                <a:latin typeface="Arial"/>
                <a:ea typeface="Arial"/>
                <a:cs typeface="Arial"/>
              </a:defRPr>
            </a:lvl2pPr>
            <a:lvl3pPr algn="ctr">
              <a:defRPr sz="2100">
                <a:solidFill>
                  <a:srgbClr val="0B2F38"/>
                </a:solidFill>
                <a:latin typeface="Arial"/>
                <a:ea typeface="Arial"/>
                <a:cs typeface="Arial"/>
              </a:defRPr>
            </a:lvl3pPr>
            <a:lvl4pPr algn="ctr">
              <a:defRPr sz="2100">
                <a:solidFill>
                  <a:srgbClr val="0B2F38"/>
                </a:solidFill>
                <a:latin typeface="Arial"/>
                <a:ea typeface="Arial"/>
                <a:cs typeface="Arial"/>
              </a:defRPr>
            </a:lvl4pPr>
            <a:lvl5pPr algn="ctr">
              <a:defRPr sz="2100">
                <a:solidFill>
                  <a:srgbClr val="0B2F38"/>
                </a:solidFill>
                <a:latin typeface="Arial"/>
                <a:ea typeface="Arial"/>
                <a:cs typeface="Arial"/>
              </a:defRPr>
            </a:lvl5pPr>
            <a:lvl6pPr algn="ctr">
              <a:defRPr sz="2100">
                <a:solidFill>
                  <a:srgbClr val="0B2F38"/>
                </a:solidFill>
                <a:latin typeface="Arial"/>
                <a:ea typeface="Arial"/>
                <a:cs typeface="Arial"/>
              </a:defRPr>
            </a:lvl6pPr>
            <a:lvl7pPr algn="ctr">
              <a:defRPr sz="2100">
                <a:solidFill>
                  <a:srgbClr val="0B2F38"/>
                </a:solidFill>
                <a:latin typeface="Arial"/>
                <a:ea typeface="Arial"/>
                <a:cs typeface="Arial"/>
              </a:defRPr>
            </a:lvl7pPr>
            <a:lvl8pPr algn="ctr">
              <a:defRPr sz="2100">
                <a:solidFill>
                  <a:srgbClr val="0B2F38"/>
                </a:solidFill>
                <a:latin typeface="Arial"/>
                <a:ea typeface="Arial"/>
                <a:cs typeface="Arial"/>
              </a:defRPr>
            </a:lvl8pPr>
            <a:lvl9pPr algn="ctr">
              <a:defRPr sz="2100">
                <a:solidFill>
                  <a:srgbClr val="0B2F38"/>
                </a:solidFill>
                <a:latin typeface="Arial"/>
                <a:ea typeface="Arial"/>
                <a:cs typeface="Arial"/>
              </a:defRPr>
            </a:lvl9pPr>
          </a:lstStyle>
          <a:p xmlns:a="http://schemas.openxmlformats.org/drawingml/2006/main">
            <a:pPr algn="ctr">
              <a:defRPr sz="2100">
                <a:solidFill>
                  <a:srgbClr val="0B2F38"/>
                </a:solidFill>
                <a:latin typeface="Arial"/>
                <a:ea typeface="Arial"/>
                <a:cs typeface="Arial"/>
              </a:defRPr>
            </a:pPr>
            <a:r>
              <a:rPr sz="2100">
                <a:solidFill>
                  <a:srgbClr val="0B2F38"/>
                </a:solidFill>
                <a:latin typeface="Arial"/>
                <a:ea typeface="Arial"/>
                <a:cs typeface="Arial"/>
              </a:rPr>
              <a:t>Karten</a:t>
            </a:r>
          </a:p>
        </p:txBody>
      </p:sp>
      <p:sp>
        <p:nvSpPr>
          <p:cNvPr id="5" name="diagram-Routenplaner">
            <a:extLst xmlns:a="http://schemas.openxmlformats.org/drawingml/2006/main">
              <a:ext uri="{FF2B5EF4-FFF2-40B4-BE49-F238E27FC236}">
                <a16:creationId xmlns:a16="http://schemas.microsoft.com/office/drawing/2014/main" id="{C10269F5-A123-41C2-BE0E-A5BB578839C3}"/>
              </a:ext>
            </a:extLst>
          </p:cNvPr>
          <p:cNvSpPr>
            <a:spLocks xmlns:a="http://schemas.openxmlformats.org/drawingml/2006/main" noGrp="1"/>
          </p:cNvSpPr>
          <p:nvPr/>
        </p:nvSpPr>
        <p:spPr>
          <a:xfrm xmlns:a="http://schemas.openxmlformats.org/drawingml/2006/main">
            <a:off x="8782050" y="2695575"/>
            <a:ext cx="2800350" cy="762000"/>
          </a:xfrm>
          <a:prstGeom xmlns:a="http://schemas.openxmlformats.org/drawingml/2006/main" prst="rect">
            <a:avLst/>
          </a:prstGeom>
          <a:solidFill xmlns:a="http://schemas.openxmlformats.org/drawingml/2006/main">
            <a:srgbClr val="FFFFFF"/>
          </a:solidFill>
          <a:ln xmlns:a="http://schemas.openxmlformats.org/drawingml/2006/main" w="14288">
            <a:solidFill>
              <a:srgbClr val="C9D3D2"/>
            </a:solidFill>
          </a:ln>
        </p:spPr>
        <p:txBody>
          <a:bodyPr xmlns:a="http://schemas.openxmlformats.org/drawingml/2006/main" lIns="133350" tIns="133350" rIns="133350" bIns="133350" anchor="ctr">
            <a:noAutofit/>
          </a:bodyPr>
          <a:lstStyle xmlns:a="http://schemas.openxmlformats.org/drawingml/2006/main">
            <a:defPPr algn="ctr">
              <a:defRPr sz="2100">
                <a:solidFill>
                  <a:srgbClr val="0B2F38"/>
                </a:solidFill>
                <a:latin typeface="Arial"/>
                <a:ea typeface="Arial"/>
                <a:cs typeface="Arial"/>
              </a:defRPr>
            </a:defPPr>
            <a:lvl1pPr algn="ctr">
              <a:defRPr sz="2100">
                <a:solidFill>
                  <a:srgbClr val="0B2F38"/>
                </a:solidFill>
                <a:latin typeface="Arial"/>
                <a:ea typeface="Arial"/>
                <a:cs typeface="Arial"/>
              </a:defRPr>
            </a:lvl1pPr>
            <a:lvl2pPr algn="ctr">
              <a:defRPr sz="2100">
                <a:solidFill>
                  <a:srgbClr val="0B2F38"/>
                </a:solidFill>
                <a:latin typeface="Arial"/>
                <a:ea typeface="Arial"/>
                <a:cs typeface="Arial"/>
              </a:defRPr>
            </a:lvl2pPr>
            <a:lvl3pPr algn="ctr">
              <a:defRPr sz="2100">
                <a:solidFill>
                  <a:srgbClr val="0B2F38"/>
                </a:solidFill>
                <a:latin typeface="Arial"/>
                <a:ea typeface="Arial"/>
                <a:cs typeface="Arial"/>
              </a:defRPr>
            </a:lvl3pPr>
            <a:lvl4pPr algn="ctr">
              <a:defRPr sz="2100">
                <a:solidFill>
                  <a:srgbClr val="0B2F38"/>
                </a:solidFill>
                <a:latin typeface="Arial"/>
                <a:ea typeface="Arial"/>
                <a:cs typeface="Arial"/>
              </a:defRPr>
            </a:lvl4pPr>
            <a:lvl5pPr algn="ctr">
              <a:defRPr sz="2100">
                <a:solidFill>
                  <a:srgbClr val="0B2F38"/>
                </a:solidFill>
                <a:latin typeface="Arial"/>
                <a:ea typeface="Arial"/>
                <a:cs typeface="Arial"/>
              </a:defRPr>
            </a:lvl5pPr>
            <a:lvl6pPr algn="ctr">
              <a:defRPr sz="2100">
                <a:solidFill>
                  <a:srgbClr val="0B2F38"/>
                </a:solidFill>
                <a:latin typeface="Arial"/>
                <a:ea typeface="Arial"/>
                <a:cs typeface="Arial"/>
              </a:defRPr>
            </a:lvl6pPr>
            <a:lvl7pPr algn="ctr">
              <a:defRPr sz="2100">
                <a:solidFill>
                  <a:srgbClr val="0B2F38"/>
                </a:solidFill>
                <a:latin typeface="Arial"/>
                <a:ea typeface="Arial"/>
                <a:cs typeface="Arial"/>
              </a:defRPr>
            </a:lvl7pPr>
            <a:lvl8pPr algn="ctr">
              <a:defRPr sz="2100">
                <a:solidFill>
                  <a:srgbClr val="0B2F38"/>
                </a:solidFill>
                <a:latin typeface="Arial"/>
                <a:ea typeface="Arial"/>
                <a:cs typeface="Arial"/>
              </a:defRPr>
            </a:lvl8pPr>
            <a:lvl9pPr algn="ctr">
              <a:defRPr sz="2100">
                <a:solidFill>
                  <a:srgbClr val="0B2F38"/>
                </a:solidFill>
                <a:latin typeface="Arial"/>
                <a:ea typeface="Arial"/>
                <a:cs typeface="Arial"/>
              </a:defRPr>
            </a:lvl9pPr>
          </a:lstStyle>
          <a:p xmlns:a="http://schemas.openxmlformats.org/drawingml/2006/main">
            <a:pPr algn="ctr">
              <a:defRPr sz="2100">
                <a:solidFill>
                  <a:srgbClr val="0B2F38"/>
                </a:solidFill>
                <a:latin typeface="Arial"/>
                <a:ea typeface="Arial"/>
                <a:cs typeface="Arial"/>
              </a:defRPr>
            </a:pPr>
            <a:r>
              <a:rPr sz="2100">
                <a:solidFill>
                  <a:srgbClr val="0B2F38"/>
                </a:solidFill>
                <a:latin typeface="Arial"/>
                <a:ea typeface="Arial"/>
                <a:cs typeface="Arial"/>
              </a:rPr>
              <a:t>Routenplaner</a:t>
            </a:r>
          </a:p>
        </p:txBody>
      </p:sp>
      <p:sp>
        <p:nvSpPr>
          <p:cNvPr id="6" name="diagram-Offene Datenbank">
            <a:extLst xmlns:a="http://schemas.openxmlformats.org/drawingml/2006/main">
              <a:ext uri="{FF2B5EF4-FFF2-40B4-BE49-F238E27FC236}">
                <a16:creationId xmlns:a16="http://schemas.microsoft.com/office/drawing/2014/main" id="{D54B0AE3-7D14-485A-A3CB-235513AD4D56}"/>
              </a:ext>
            </a:extLst>
          </p:cNvPr>
          <p:cNvSpPr>
            <a:spLocks xmlns:a="http://schemas.openxmlformats.org/drawingml/2006/main" noGrp="1"/>
          </p:cNvSpPr>
          <p:nvPr/>
        </p:nvSpPr>
        <p:spPr>
          <a:xfrm xmlns:a="http://schemas.openxmlformats.org/drawingml/2006/main">
            <a:off x="8782050" y="3695700"/>
            <a:ext cx="2800350" cy="762000"/>
          </a:xfrm>
          <a:prstGeom xmlns:a="http://schemas.openxmlformats.org/drawingml/2006/main" prst="rect">
            <a:avLst/>
          </a:prstGeom>
          <a:solidFill xmlns:a="http://schemas.openxmlformats.org/drawingml/2006/main">
            <a:srgbClr val="0B2F38"/>
          </a:solidFill>
          <a:ln xmlns:a="http://schemas.openxmlformats.org/drawingml/2006/main" w="14288">
            <a:solidFill>
              <a:srgbClr val="0B2F38"/>
            </a:solidFill>
          </a:ln>
        </p:spPr>
        <p:txBody>
          <a:bodyPr xmlns:a="http://schemas.openxmlformats.org/drawingml/2006/main" lIns="133350" tIns="133350" rIns="133350" bIns="133350" anchor="ctr">
            <a:noAutofit/>
          </a:bodyPr>
          <a:lstStyle xmlns:a="http://schemas.openxmlformats.org/drawingml/2006/main">
            <a:defPPr algn="ctr">
              <a:defRPr sz="2100">
                <a:solidFill>
                  <a:srgbClr val="FFFFFF"/>
                </a:solidFill>
                <a:latin typeface="Arial"/>
                <a:ea typeface="Arial"/>
                <a:cs typeface="Arial"/>
              </a:defRPr>
            </a:defPPr>
            <a:lvl1pPr algn="ctr">
              <a:defRPr sz="2100">
                <a:solidFill>
                  <a:srgbClr val="FFFFFF"/>
                </a:solidFill>
                <a:latin typeface="Arial"/>
                <a:ea typeface="Arial"/>
                <a:cs typeface="Arial"/>
              </a:defRPr>
            </a:lvl1pPr>
            <a:lvl2pPr algn="ctr">
              <a:defRPr sz="2100">
                <a:solidFill>
                  <a:srgbClr val="FFFFFF"/>
                </a:solidFill>
                <a:latin typeface="Arial"/>
                <a:ea typeface="Arial"/>
                <a:cs typeface="Arial"/>
              </a:defRPr>
            </a:lvl2pPr>
            <a:lvl3pPr algn="ctr">
              <a:defRPr sz="2100">
                <a:solidFill>
                  <a:srgbClr val="FFFFFF"/>
                </a:solidFill>
                <a:latin typeface="Arial"/>
                <a:ea typeface="Arial"/>
                <a:cs typeface="Arial"/>
              </a:defRPr>
            </a:lvl3pPr>
            <a:lvl4pPr algn="ctr">
              <a:defRPr sz="2100">
                <a:solidFill>
                  <a:srgbClr val="FFFFFF"/>
                </a:solidFill>
                <a:latin typeface="Arial"/>
                <a:ea typeface="Arial"/>
                <a:cs typeface="Arial"/>
              </a:defRPr>
            </a:lvl4pPr>
            <a:lvl5pPr algn="ctr">
              <a:defRPr sz="2100">
                <a:solidFill>
                  <a:srgbClr val="FFFFFF"/>
                </a:solidFill>
                <a:latin typeface="Arial"/>
                <a:ea typeface="Arial"/>
                <a:cs typeface="Arial"/>
              </a:defRPr>
            </a:lvl5pPr>
            <a:lvl6pPr algn="ctr">
              <a:defRPr sz="2100">
                <a:solidFill>
                  <a:srgbClr val="FFFFFF"/>
                </a:solidFill>
                <a:latin typeface="Arial"/>
                <a:ea typeface="Arial"/>
                <a:cs typeface="Arial"/>
              </a:defRPr>
            </a:lvl6pPr>
            <a:lvl7pPr algn="ctr">
              <a:defRPr sz="2100">
                <a:solidFill>
                  <a:srgbClr val="FFFFFF"/>
                </a:solidFill>
                <a:latin typeface="Arial"/>
                <a:ea typeface="Arial"/>
                <a:cs typeface="Arial"/>
              </a:defRPr>
            </a:lvl7pPr>
            <a:lvl8pPr algn="ctr">
              <a:defRPr sz="2100">
                <a:solidFill>
                  <a:srgbClr val="FFFFFF"/>
                </a:solidFill>
                <a:latin typeface="Arial"/>
                <a:ea typeface="Arial"/>
                <a:cs typeface="Arial"/>
              </a:defRPr>
            </a:lvl8pPr>
            <a:lvl9pPr algn="ctr">
              <a:defRPr sz="2100">
                <a:solidFill>
                  <a:srgbClr val="FFFFFF"/>
                </a:solidFill>
                <a:latin typeface="Arial"/>
                <a:ea typeface="Arial"/>
                <a:cs typeface="Arial"/>
              </a:defRPr>
            </a:lvl9pPr>
          </a:lstStyle>
          <a:p xmlns:a="http://schemas.openxmlformats.org/drawingml/2006/main">
            <a:pPr algn="ctr">
              <a:defRPr sz="2100">
                <a:solidFill>
                  <a:srgbClr val="FFFFFF"/>
                </a:solidFill>
                <a:latin typeface="Arial"/>
                <a:ea typeface="Arial"/>
                <a:cs typeface="Arial"/>
              </a:defRPr>
            </a:pPr>
            <a:r>
              <a:rPr sz="2100">
                <a:solidFill>
                  <a:srgbClr val="FFFFFF"/>
                </a:solidFill>
                <a:latin typeface="Arial"/>
                <a:ea typeface="Arial"/>
                <a:cs typeface="Arial"/>
              </a:rPr>
              <a:t>Offene Datenbank</a:t>
            </a:r>
          </a:p>
        </p:txBody>
      </p:sp>
      <p:sp>
        <p:nvSpPr>
          <p:cNvPr id="7" name="diagram-Analysen und Forschung">
            <a:extLst xmlns:a="http://schemas.openxmlformats.org/drawingml/2006/main">
              <a:ext uri="{FF2B5EF4-FFF2-40B4-BE49-F238E27FC236}">
                <a16:creationId xmlns:a16="http://schemas.microsoft.com/office/drawing/2014/main" id="{4940C3CC-DFC6-43C4-A2BA-311C5537703B}"/>
              </a:ext>
            </a:extLst>
          </p:cNvPr>
          <p:cNvSpPr>
            <a:spLocks xmlns:a="http://schemas.openxmlformats.org/drawingml/2006/main" noGrp="1"/>
          </p:cNvSpPr>
          <p:nvPr/>
        </p:nvSpPr>
        <p:spPr>
          <a:xfrm xmlns:a="http://schemas.openxmlformats.org/drawingml/2006/main">
            <a:off x="8782050" y="4695825"/>
            <a:ext cx="2800350" cy="762000"/>
          </a:xfrm>
          <a:prstGeom xmlns:a="http://schemas.openxmlformats.org/drawingml/2006/main" prst="rect">
            <a:avLst/>
          </a:prstGeom>
          <a:solidFill xmlns:a="http://schemas.openxmlformats.org/drawingml/2006/main">
            <a:srgbClr val="FFFFFF"/>
          </a:solidFill>
          <a:ln xmlns:a="http://schemas.openxmlformats.org/drawingml/2006/main" w="14288">
            <a:solidFill>
              <a:srgbClr val="C9D3D2"/>
            </a:solidFill>
          </a:ln>
        </p:spPr>
        <p:txBody>
          <a:bodyPr xmlns:a="http://schemas.openxmlformats.org/drawingml/2006/main" lIns="133350" tIns="133350" rIns="133350" bIns="133350" anchor="ctr">
            <a:noAutofit/>
          </a:bodyPr>
          <a:lstStyle xmlns:a="http://schemas.openxmlformats.org/drawingml/2006/main">
            <a:defPPr algn="ctr">
              <a:defRPr sz="2100">
                <a:solidFill>
                  <a:srgbClr val="0B2F38"/>
                </a:solidFill>
                <a:latin typeface="Arial"/>
                <a:ea typeface="Arial"/>
                <a:cs typeface="Arial"/>
              </a:defRPr>
            </a:defPPr>
            <a:lvl1pPr algn="ctr">
              <a:defRPr sz="2100">
                <a:solidFill>
                  <a:srgbClr val="0B2F38"/>
                </a:solidFill>
                <a:latin typeface="Arial"/>
                <a:ea typeface="Arial"/>
                <a:cs typeface="Arial"/>
              </a:defRPr>
            </a:lvl1pPr>
            <a:lvl2pPr algn="ctr">
              <a:defRPr sz="2100">
                <a:solidFill>
                  <a:srgbClr val="0B2F38"/>
                </a:solidFill>
                <a:latin typeface="Arial"/>
                <a:ea typeface="Arial"/>
                <a:cs typeface="Arial"/>
              </a:defRPr>
            </a:lvl2pPr>
            <a:lvl3pPr algn="ctr">
              <a:defRPr sz="2100">
                <a:solidFill>
                  <a:srgbClr val="0B2F38"/>
                </a:solidFill>
                <a:latin typeface="Arial"/>
                <a:ea typeface="Arial"/>
                <a:cs typeface="Arial"/>
              </a:defRPr>
            </a:lvl3pPr>
            <a:lvl4pPr algn="ctr">
              <a:defRPr sz="2100">
                <a:solidFill>
                  <a:srgbClr val="0B2F38"/>
                </a:solidFill>
                <a:latin typeface="Arial"/>
                <a:ea typeface="Arial"/>
                <a:cs typeface="Arial"/>
              </a:defRPr>
            </a:lvl4pPr>
            <a:lvl5pPr algn="ctr">
              <a:defRPr sz="2100">
                <a:solidFill>
                  <a:srgbClr val="0B2F38"/>
                </a:solidFill>
                <a:latin typeface="Arial"/>
                <a:ea typeface="Arial"/>
                <a:cs typeface="Arial"/>
              </a:defRPr>
            </a:lvl5pPr>
            <a:lvl6pPr algn="ctr">
              <a:defRPr sz="2100">
                <a:solidFill>
                  <a:srgbClr val="0B2F38"/>
                </a:solidFill>
                <a:latin typeface="Arial"/>
                <a:ea typeface="Arial"/>
                <a:cs typeface="Arial"/>
              </a:defRPr>
            </a:lvl6pPr>
            <a:lvl7pPr algn="ctr">
              <a:defRPr sz="2100">
                <a:solidFill>
                  <a:srgbClr val="0B2F38"/>
                </a:solidFill>
                <a:latin typeface="Arial"/>
                <a:ea typeface="Arial"/>
                <a:cs typeface="Arial"/>
              </a:defRPr>
            </a:lvl7pPr>
            <a:lvl8pPr algn="ctr">
              <a:defRPr sz="2100">
                <a:solidFill>
                  <a:srgbClr val="0B2F38"/>
                </a:solidFill>
                <a:latin typeface="Arial"/>
                <a:ea typeface="Arial"/>
                <a:cs typeface="Arial"/>
              </a:defRPr>
            </a:lvl8pPr>
            <a:lvl9pPr algn="ctr">
              <a:defRPr sz="2100">
                <a:solidFill>
                  <a:srgbClr val="0B2F38"/>
                </a:solidFill>
                <a:latin typeface="Arial"/>
                <a:ea typeface="Arial"/>
                <a:cs typeface="Arial"/>
              </a:defRPr>
            </a:lvl9pPr>
          </a:lstStyle>
          <a:p xmlns:a="http://schemas.openxmlformats.org/drawingml/2006/main">
            <a:pPr algn="ctr">
              <a:defRPr sz="2100">
                <a:solidFill>
                  <a:srgbClr val="0B2F38"/>
                </a:solidFill>
                <a:latin typeface="Arial"/>
                <a:ea typeface="Arial"/>
                <a:cs typeface="Arial"/>
              </a:defRPr>
            </a:pPr>
            <a:r>
              <a:rPr sz="2100">
                <a:solidFill>
                  <a:srgbClr val="0B2F38"/>
                </a:solidFill>
                <a:latin typeface="Arial"/>
                <a:ea typeface="Arial"/>
                <a:cs typeface="Arial"/>
              </a:rPr>
              <a:t>Analysen und Forschung</a:t>
            </a:r>
          </a:p>
        </p:txBody>
      </p:sp>
      <p:sp>
        <p:nvSpPr>
          <p:cNvPr id="8" name="text-6">
            <a:extLst xmlns:a="http://schemas.openxmlformats.org/drawingml/2006/main">
              <a:ext uri="{FF2B5EF4-FFF2-40B4-BE49-F238E27FC236}">
                <a16:creationId xmlns:a16="http://schemas.microsoft.com/office/drawing/2014/main" id="{20AF24AA-DD06-4A7F-9263-372D67B9A125}"/>
              </a:ext>
            </a:extLst>
          </p:cNvPr>
          <p:cNvSpPr>
            <a:spLocks xmlns:a="http://schemas.openxmlformats.org/drawingml/2006/main" noGrp="1"/>
          </p:cNvSpPr>
          <p:nvPr/>
        </p:nvSpPr>
        <p:spPr>
          <a:xfrm xmlns:a="http://schemas.openxmlformats.org/drawingml/2006/main">
            <a:off x="609600" y="610552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0646A"/>
                </a:solidFill>
                <a:latin typeface="Arial"/>
                <a:ea typeface="Arial"/>
                <a:cs typeface="Arial"/>
              </a:defRPr>
            </a:defPPr>
            <a:lvl1pPr algn="l">
              <a:defRPr sz="1575" b="0">
                <a:solidFill>
                  <a:srgbClr val="50646A"/>
                </a:solidFill>
                <a:latin typeface="Arial"/>
                <a:ea typeface="Arial"/>
                <a:cs typeface="Arial"/>
              </a:defRPr>
            </a:lvl1pPr>
            <a:lvl2pPr algn="l">
              <a:defRPr sz="1575" b="0">
                <a:solidFill>
                  <a:srgbClr val="50646A"/>
                </a:solidFill>
                <a:latin typeface="Arial"/>
                <a:ea typeface="Arial"/>
                <a:cs typeface="Arial"/>
              </a:defRPr>
            </a:lvl2pPr>
            <a:lvl3pPr algn="l">
              <a:defRPr sz="1575" b="0">
                <a:solidFill>
                  <a:srgbClr val="50646A"/>
                </a:solidFill>
                <a:latin typeface="Arial"/>
                <a:ea typeface="Arial"/>
                <a:cs typeface="Arial"/>
              </a:defRPr>
            </a:lvl3pPr>
            <a:lvl4pPr algn="l">
              <a:defRPr sz="1575" b="0">
                <a:solidFill>
                  <a:srgbClr val="50646A"/>
                </a:solidFill>
                <a:latin typeface="Arial"/>
                <a:ea typeface="Arial"/>
                <a:cs typeface="Arial"/>
              </a:defRPr>
            </a:lvl4pPr>
            <a:lvl5pPr algn="l">
              <a:defRPr sz="1575" b="0">
                <a:solidFill>
                  <a:srgbClr val="50646A"/>
                </a:solidFill>
                <a:latin typeface="Arial"/>
                <a:ea typeface="Arial"/>
                <a:cs typeface="Arial"/>
              </a:defRPr>
            </a:lvl5pPr>
            <a:lvl6pPr algn="l">
              <a:defRPr sz="1575" b="0">
                <a:solidFill>
                  <a:srgbClr val="50646A"/>
                </a:solidFill>
                <a:latin typeface="Arial"/>
                <a:ea typeface="Arial"/>
                <a:cs typeface="Arial"/>
              </a:defRPr>
            </a:lvl6pPr>
            <a:lvl7pPr algn="l">
              <a:defRPr sz="1575" b="0">
                <a:solidFill>
                  <a:srgbClr val="50646A"/>
                </a:solidFill>
                <a:latin typeface="Arial"/>
                <a:ea typeface="Arial"/>
                <a:cs typeface="Arial"/>
              </a:defRPr>
            </a:lvl7pPr>
            <a:lvl8pPr algn="l">
              <a:defRPr sz="1575" b="0">
                <a:solidFill>
                  <a:srgbClr val="50646A"/>
                </a:solidFill>
                <a:latin typeface="Arial"/>
                <a:ea typeface="Arial"/>
                <a:cs typeface="Arial"/>
              </a:defRPr>
            </a:lvl8pPr>
            <a:lvl9pPr algn="l">
              <a:defRPr sz="1575" b="0">
                <a:solidFill>
                  <a:srgbClr val="50646A"/>
                </a:solidFill>
                <a:latin typeface="Arial"/>
                <a:ea typeface="Arial"/>
                <a:cs typeface="Arial"/>
              </a:defRPr>
            </a:lvl9pPr>
          </a:lstStyle>
          <a:p xmlns:a="http://schemas.openxmlformats.org/drawingml/2006/main">
            <a:pPr algn="l">
              <a:defRPr sz="1575" b="0">
                <a:solidFill>
                  <a:srgbClr val="50646A"/>
                </a:solidFill>
                <a:latin typeface="Arial"/>
                <a:ea typeface="Arial"/>
                <a:cs typeface="Arial"/>
              </a:defRPr>
            </a:pPr>
            <a:r>
              <a:rPr sz="1575" b="0">
                <a:solidFill>
                  <a:srgbClr val="50646A"/>
                </a:solidFill>
                <a:latin typeface="Arial"/>
                <a:ea typeface="Arial"/>
                <a:cs typeface="Arial"/>
              </a:rPr>
              <a:t>Pforzheim · © OpenStreetMap-Mitwirkende · ODbL</a:t>
            </a:r>
          </a:p>
        </p:txBody>
      </p:sp>
    </p:spTree>
    <p:extLst>
      <p:ext uri="{BB962C8B-B14F-4D97-AF65-F5344CB8AC3E}">
        <p14:creationId xmlns:p14="http://schemas.microsoft.com/office/powerpoint/2010/main" val="1109650932"/>
      </p:ext>
    </p:extLst>
  </p:cSld>
</p:sld>
</file>

<file path=ppt/slides/slide5.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cxnSp>
        <p:nvCxnSpPr>
          <p:cNvPr id="13" name="">
            <a:extLst xmlns:a="http://schemas.openxmlformats.org/drawingml/2006/main">
              <a:ext uri="{FF2B5EF4-FFF2-40B4-BE49-F238E27FC236}">
                <a16:creationId xmlns:a16="http://schemas.microsoft.com/office/drawing/2014/main" id="{12717299-7B9B-4D00-B32D-BE024BC1A942}"/>
              </a:ext>
            </a:extLst>
          </p:cNvPr>
          <p:cNvCxnSpPr>
            <a:stCxn xmlns:a="http://schemas.openxmlformats.org/drawingml/2006/main" id="11" idx="0"/>
            <a:endCxn xmlns:a="http://schemas.openxmlformats.org/drawingml/2006/main" id="3" idx="2"/>
          </p:cNvCxnSpPr>
          <p:nvPr/>
        </p:nvCxnSpPr>
        <p:spPr>
          <a:xfrm xmlns:a="http://schemas.openxmlformats.org/drawingml/2006/main" flipH="1" flipV="1">
            <a:off x="1838325" y="2762250"/>
            <a:ext cx="6448425" cy="1123950"/>
          </a:xfrm>
          <a:prstGeom xmlns:a="http://schemas.openxmlformats.org/drawingml/2006/main" prst="straightConnector1">
            <a:avLst/>
          </a:prstGeom>
          <a:ln xmlns:a="http://schemas.openxmlformats.org/drawingml/2006/main" w="19050">
            <a:solidFill>
              <a:srgbClr val="50646A"/>
            </a:solidFill>
            <a:tailEnd type="triangle" w="med" len="med"/>
          </a:ln>
        </p:spPr>
      </p:cxnSp>
      <p:cxnSp>
        <p:nvCxnSpPr>
          <p:cNvPr id="12" name="">
            <a:extLst xmlns:a="http://schemas.openxmlformats.org/drawingml/2006/main">
              <a:ext uri="{FF2B5EF4-FFF2-40B4-BE49-F238E27FC236}">
                <a16:creationId xmlns:a16="http://schemas.microsoft.com/office/drawing/2014/main" id="{E1E6DFA5-9970-47C1-B844-FBAD23D5F365}"/>
              </a:ext>
            </a:extLst>
          </p:cNvPr>
          <p:cNvCxnSpPr>
            <a:stCxn xmlns:a="http://schemas.openxmlformats.org/drawingml/2006/main" id="10" idx="3"/>
            <a:endCxn xmlns:a="http://schemas.openxmlformats.org/drawingml/2006/main" id="11" idx="1"/>
          </p:cNvCxnSpPr>
          <p:nvPr/>
        </p:nvCxnSpPr>
        <p:spPr>
          <a:xfrm xmlns:a="http://schemas.openxmlformats.org/drawingml/2006/main">
            <a:off x="4714875" y="4410075"/>
            <a:ext cx="1476375" cy="0"/>
          </a:xfrm>
          <a:prstGeom xmlns:a="http://schemas.openxmlformats.org/drawingml/2006/main" prst="straightConnector1">
            <a:avLst/>
          </a:prstGeom>
          <a:ln xmlns:a="http://schemas.openxmlformats.org/drawingml/2006/main" w="19050">
            <a:solidFill>
              <a:srgbClr val="50646A"/>
            </a:solidFill>
            <a:tailEnd type="triangle" w="med" len="med"/>
          </a:ln>
        </p:spPr>
      </p:cxnSp>
      <p:cxnSp>
        <p:nvCxnSpPr>
          <p:cNvPr id="9" name="">
            <a:extLst xmlns:a="http://schemas.openxmlformats.org/drawingml/2006/main">
              <a:ext uri="{FF2B5EF4-FFF2-40B4-BE49-F238E27FC236}">
                <a16:creationId xmlns:a16="http://schemas.microsoft.com/office/drawing/2014/main" id="{C85E8FB1-97FB-44D1-A9F2-8BD950EB1B8E}"/>
              </a:ext>
            </a:extLst>
          </p:cNvPr>
          <p:cNvCxnSpPr>
            <a:stCxn xmlns:a="http://schemas.openxmlformats.org/drawingml/2006/main" id="5" idx="3"/>
            <a:endCxn xmlns:a="http://schemas.openxmlformats.org/drawingml/2006/main" id="6" idx="1"/>
          </p:cNvCxnSpPr>
          <p:nvPr/>
        </p:nvCxnSpPr>
        <p:spPr>
          <a:xfrm xmlns:a="http://schemas.openxmlformats.org/drawingml/2006/main">
            <a:off x="8743950" y="2262188"/>
            <a:ext cx="381000" cy="0"/>
          </a:xfrm>
          <a:prstGeom xmlns:a="http://schemas.openxmlformats.org/drawingml/2006/main" prst="straightConnector1">
            <a:avLst/>
          </a:prstGeom>
          <a:ln xmlns:a="http://schemas.openxmlformats.org/drawingml/2006/main" w="19050">
            <a:solidFill>
              <a:srgbClr val="50646A"/>
            </a:solidFill>
            <a:tailEnd type="triangle" w="med" len="med"/>
          </a:ln>
        </p:spPr>
      </p:cxnSp>
      <p:cxnSp>
        <p:nvCxnSpPr>
          <p:cNvPr id="8" name="">
            <a:extLst xmlns:a="http://schemas.openxmlformats.org/drawingml/2006/main">
              <a:ext uri="{FF2B5EF4-FFF2-40B4-BE49-F238E27FC236}">
                <a16:creationId xmlns:a16="http://schemas.microsoft.com/office/drawing/2014/main" id="{A199E0ED-AA29-4DF4-A09C-A15CEC70F9BF}"/>
              </a:ext>
            </a:extLst>
          </p:cNvPr>
          <p:cNvCxnSpPr>
            <a:stCxn xmlns:a="http://schemas.openxmlformats.org/drawingml/2006/main" id="4" idx="3"/>
            <a:endCxn xmlns:a="http://schemas.openxmlformats.org/drawingml/2006/main" id="5" idx="1"/>
          </p:cNvCxnSpPr>
          <p:nvPr/>
        </p:nvCxnSpPr>
        <p:spPr>
          <a:xfrm xmlns:a="http://schemas.openxmlformats.org/drawingml/2006/main">
            <a:off x="5905500" y="2262188"/>
            <a:ext cx="381000" cy="0"/>
          </a:xfrm>
          <a:prstGeom xmlns:a="http://schemas.openxmlformats.org/drawingml/2006/main" prst="straightConnector1">
            <a:avLst/>
          </a:prstGeom>
          <a:ln xmlns:a="http://schemas.openxmlformats.org/drawingml/2006/main" w="19050">
            <a:solidFill>
              <a:srgbClr val="50646A"/>
            </a:solidFill>
            <a:tailEnd type="triangle" w="med" len="med"/>
          </a:ln>
        </p:spPr>
      </p:cxnSp>
      <p:cxnSp>
        <p:nvCxnSpPr>
          <p:cNvPr id="7" name="">
            <a:extLst xmlns:a="http://schemas.openxmlformats.org/drawingml/2006/main">
              <a:ext uri="{FF2B5EF4-FFF2-40B4-BE49-F238E27FC236}">
                <a16:creationId xmlns:a16="http://schemas.microsoft.com/office/drawing/2014/main" id="{3E714F02-AE97-411F-A7FB-76DE65AEF881}"/>
              </a:ext>
            </a:extLst>
          </p:cNvPr>
          <p:cNvCxnSpPr>
            <a:stCxn xmlns:a="http://schemas.openxmlformats.org/drawingml/2006/main" id="3" idx="3"/>
            <a:endCxn xmlns:a="http://schemas.openxmlformats.org/drawingml/2006/main" id="4" idx="1"/>
          </p:cNvCxnSpPr>
          <p:nvPr/>
        </p:nvCxnSpPr>
        <p:spPr>
          <a:xfrm xmlns:a="http://schemas.openxmlformats.org/drawingml/2006/main">
            <a:off x="3067050" y="2262188"/>
            <a:ext cx="381000" cy="0"/>
          </a:xfrm>
          <a:prstGeom xmlns:a="http://schemas.openxmlformats.org/drawingml/2006/main" prst="straightConnector1">
            <a:avLst/>
          </a:prstGeom>
          <a:ln xmlns:a="http://schemas.openxmlformats.org/drawingml/2006/main" w="19050">
            <a:solidFill>
              <a:srgbClr val="50646A"/>
            </a:solidFill>
            <a:tailEnd type="triangle" w="med" len="med"/>
          </a:ln>
        </p:spPr>
      </p:cxnSp>
      <p:sp>
        <p:nvSpPr>
          <p:cNvPr id="15" name="text-0">
            <a:extLst xmlns:a="http://schemas.openxmlformats.org/drawingml/2006/main">
              <a:ext uri="{FF2B5EF4-FFF2-40B4-BE49-F238E27FC236}">
                <a16:creationId xmlns:a16="http://schemas.microsoft.com/office/drawing/2014/main" id="{9ED895D9-C249-438A-8342-F6191A19D7F7}"/>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B2F38"/>
                </a:solidFill>
                <a:latin typeface="Arial"/>
                <a:ea typeface="Arial"/>
                <a:cs typeface="Arial"/>
              </a:defRPr>
            </a:defPPr>
            <a:lvl1pPr algn="l">
              <a:defRPr sz="3300" b="1">
                <a:solidFill>
                  <a:srgbClr val="0B2F38"/>
                </a:solidFill>
                <a:latin typeface="Arial"/>
                <a:ea typeface="Arial"/>
                <a:cs typeface="Arial"/>
              </a:defRPr>
            </a:lvl1pPr>
            <a:lvl2pPr algn="l">
              <a:defRPr sz="3300" b="1">
                <a:solidFill>
                  <a:srgbClr val="0B2F38"/>
                </a:solidFill>
                <a:latin typeface="Arial"/>
                <a:ea typeface="Arial"/>
                <a:cs typeface="Arial"/>
              </a:defRPr>
            </a:lvl2pPr>
            <a:lvl3pPr algn="l">
              <a:defRPr sz="3300" b="1">
                <a:solidFill>
                  <a:srgbClr val="0B2F38"/>
                </a:solidFill>
                <a:latin typeface="Arial"/>
                <a:ea typeface="Arial"/>
                <a:cs typeface="Arial"/>
              </a:defRPr>
            </a:lvl3pPr>
            <a:lvl4pPr algn="l">
              <a:defRPr sz="3300" b="1">
                <a:solidFill>
                  <a:srgbClr val="0B2F38"/>
                </a:solidFill>
                <a:latin typeface="Arial"/>
                <a:ea typeface="Arial"/>
                <a:cs typeface="Arial"/>
              </a:defRPr>
            </a:lvl4pPr>
            <a:lvl5pPr algn="l">
              <a:defRPr sz="3300" b="1">
                <a:solidFill>
                  <a:srgbClr val="0B2F38"/>
                </a:solidFill>
                <a:latin typeface="Arial"/>
                <a:ea typeface="Arial"/>
                <a:cs typeface="Arial"/>
              </a:defRPr>
            </a:lvl5pPr>
            <a:lvl6pPr algn="l">
              <a:defRPr sz="3300" b="1">
                <a:solidFill>
                  <a:srgbClr val="0B2F38"/>
                </a:solidFill>
                <a:latin typeface="Arial"/>
                <a:ea typeface="Arial"/>
                <a:cs typeface="Arial"/>
              </a:defRPr>
            </a:lvl6pPr>
            <a:lvl7pPr algn="l">
              <a:defRPr sz="3300" b="1">
                <a:solidFill>
                  <a:srgbClr val="0B2F38"/>
                </a:solidFill>
                <a:latin typeface="Arial"/>
                <a:ea typeface="Arial"/>
                <a:cs typeface="Arial"/>
              </a:defRPr>
            </a:lvl7pPr>
            <a:lvl8pPr algn="l">
              <a:defRPr sz="3300" b="1">
                <a:solidFill>
                  <a:srgbClr val="0B2F38"/>
                </a:solidFill>
                <a:latin typeface="Arial"/>
                <a:ea typeface="Arial"/>
                <a:cs typeface="Arial"/>
              </a:defRPr>
            </a:lvl8pPr>
            <a:lvl9pPr algn="l">
              <a:defRPr sz="3300" b="1">
                <a:solidFill>
                  <a:srgbClr val="0B2F38"/>
                </a:solidFill>
                <a:latin typeface="Arial"/>
                <a:ea typeface="Arial"/>
                <a:cs typeface="Arial"/>
              </a:defRPr>
            </a:lvl9pPr>
          </a:lstStyle>
          <a:p xmlns:a="http://schemas.openxmlformats.org/drawingml/2006/main">
            <a:pPr algn="l">
              <a:defRPr sz="3300" b="1">
                <a:solidFill>
                  <a:srgbClr val="0B2F38"/>
                </a:solidFill>
                <a:latin typeface="Arial"/>
                <a:ea typeface="Arial"/>
                <a:cs typeface="Arial"/>
              </a:defRPr>
            </a:pPr>
            <a:r>
              <a:rPr sz="3300" b="1">
                <a:solidFill>
                  <a:srgbClr val="0B2F38"/>
                </a:solidFill>
                <a:latin typeface="Arial"/>
                <a:ea typeface="Arial"/>
                <a:cs typeface="Arial"/>
              </a:rPr>
              <a:t>Das OpenStreetMap-Ökosystem</a:t>
            </a:r>
          </a:p>
        </p:txBody>
      </p:sp>
      <p:sp>
        <p:nvSpPr>
          <p:cNvPr id="2" name="text-1">
            <a:extLst xmlns:a="http://schemas.openxmlformats.org/drawingml/2006/main">
              <a:ext uri="{FF2B5EF4-FFF2-40B4-BE49-F238E27FC236}">
                <a16:creationId xmlns:a16="http://schemas.microsoft.com/office/drawing/2014/main" id="{9BD82074-11DE-446E-B3C4-2E5A41BDB2C5}"/>
              </a:ext>
            </a:extLst>
          </p:cNvPr>
          <p:cNvSpPr>
            <a:spLocks xmlns:a="http://schemas.openxmlformats.org/drawingml/2006/main" noGrp="1"/>
          </p:cNvSpPr>
          <p:nvPr/>
        </p:nvSpPr>
        <p:spPr>
          <a:xfrm xmlns:a="http://schemas.openxmlformats.org/drawingml/2006/main">
            <a:off x="11144250" y="6477000"/>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defRPr sz="1125" b="0">
                <a:solidFill>
                  <a:srgbClr val="50646A"/>
                </a:solidFill>
                <a:latin typeface="Arial"/>
                <a:ea typeface="Arial"/>
                <a:cs typeface="Arial"/>
              </a:defRPr>
            </a:lvl1pPr>
            <a:lvl2pPr algn="r">
              <a:defRPr sz="1125" b="0">
                <a:solidFill>
                  <a:srgbClr val="50646A"/>
                </a:solidFill>
                <a:latin typeface="Arial"/>
                <a:ea typeface="Arial"/>
                <a:cs typeface="Arial"/>
              </a:defRPr>
            </a:lvl2pPr>
            <a:lvl3pPr algn="r">
              <a:defRPr sz="1125" b="0">
                <a:solidFill>
                  <a:srgbClr val="50646A"/>
                </a:solidFill>
                <a:latin typeface="Arial"/>
                <a:ea typeface="Arial"/>
                <a:cs typeface="Arial"/>
              </a:defRPr>
            </a:lvl3pPr>
            <a:lvl4pPr algn="r">
              <a:defRPr sz="1125" b="0">
                <a:solidFill>
                  <a:srgbClr val="50646A"/>
                </a:solidFill>
                <a:latin typeface="Arial"/>
                <a:ea typeface="Arial"/>
                <a:cs typeface="Arial"/>
              </a:defRPr>
            </a:lvl4pPr>
            <a:lvl5pPr algn="r">
              <a:defRPr sz="1125" b="0">
                <a:solidFill>
                  <a:srgbClr val="50646A"/>
                </a:solidFill>
                <a:latin typeface="Arial"/>
                <a:ea typeface="Arial"/>
                <a:cs typeface="Arial"/>
              </a:defRPr>
            </a:lvl5pPr>
            <a:lvl6pPr algn="r">
              <a:defRPr sz="1125" b="0">
                <a:solidFill>
                  <a:srgbClr val="50646A"/>
                </a:solidFill>
                <a:latin typeface="Arial"/>
                <a:ea typeface="Arial"/>
                <a:cs typeface="Arial"/>
              </a:defRPr>
            </a:lvl6pPr>
            <a:lvl7pPr algn="r">
              <a:defRPr sz="1125" b="0">
                <a:solidFill>
                  <a:srgbClr val="50646A"/>
                </a:solidFill>
                <a:latin typeface="Arial"/>
                <a:ea typeface="Arial"/>
                <a:cs typeface="Arial"/>
              </a:defRPr>
            </a:lvl7pPr>
            <a:lvl8pPr algn="r">
              <a:defRPr sz="1125" b="0">
                <a:solidFill>
                  <a:srgbClr val="50646A"/>
                </a:solidFill>
                <a:latin typeface="Arial"/>
                <a:ea typeface="Arial"/>
                <a:cs typeface="Arial"/>
              </a:defRPr>
            </a:lvl8pPr>
            <a:lvl9pPr algn="r">
              <a:defRPr sz="1125" b="0">
                <a:solidFill>
                  <a:srgbClr val="50646A"/>
                </a:solidFill>
                <a:latin typeface="Arial"/>
                <a:ea typeface="Arial"/>
                <a:cs typeface="Arial"/>
              </a:defRPr>
            </a:lvl9pPr>
          </a:lstStyle>
          <a:p xmlns:a="http://schemas.openxmlformats.org/drawingml/2006/main">
            <a:pPr algn="r">
              <a:defRPr sz="1125" b="0">
                <a:solidFill>
                  <a:srgbClr val="50646A"/>
                </a:solidFill>
                <a:latin typeface="Arial"/>
                <a:ea typeface="Arial"/>
                <a:cs typeface="Arial"/>
              </a:defRPr>
            </a:pPr>
            <a:r>
              <a:rPr sz="1125" b="0">
                <a:solidFill>
                  <a:srgbClr val="50646A"/>
                </a:solidFill>
                <a:latin typeface="Arial"/>
                <a:ea typeface="Arial"/>
                <a:cs typeface="Arial"/>
              </a:rPr>
              <a:t>05</a:t>
            </a:r>
          </a:p>
        </p:txBody>
      </p:sp>
      <p:sp>
        <p:nvSpPr>
          <p:cNvPr id="3" name="diagram-Mapper">
            <a:extLst xmlns:a="http://schemas.openxmlformats.org/drawingml/2006/main">
              <a:ext uri="{FF2B5EF4-FFF2-40B4-BE49-F238E27FC236}">
                <a16:creationId xmlns:a16="http://schemas.microsoft.com/office/drawing/2014/main" id="{C2A5244F-B382-4F84-9DA0-F63350EB261E}"/>
              </a:ext>
            </a:extLst>
          </p:cNvPr>
          <p:cNvSpPr>
            <a:spLocks xmlns:a="http://schemas.openxmlformats.org/drawingml/2006/main" noGrp="1"/>
          </p:cNvSpPr>
          <p:nvPr/>
        </p:nvSpPr>
        <p:spPr>
          <a:xfrm xmlns:a="http://schemas.openxmlformats.org/drawingml/2006/main">
            <a:off x="609600" y="1762125"/>
            <a:ext cx="2457450" cy="1000125"/>
          </a:xfrm>
          <a:prstGeom xmlns:a="http://schemas.openxmlformats.org/drawingml/2006/main" prst="rect">
            <a:avLst/>
          </a:prstGeom>
          <a:solidFill xmlns:a="http://schemas.openxmlformats.org/drawingml/2006/main">
            <a:srgbClr val="FFFFFF"/>
          </a:solidFill>
          <a:ln xmlns:a="http://schemas.openxmlformats.org/drawingml/2006/main" w="14288">
            <a:solidFill>
              <a:srgbClr val="C9D3D2"/>
            </a:solidFill>
          </a:ln>
        </p:spPr>
        <p:txBody>
          <a:bodyPr xmlns:a="http://schemas.openxmlformats.org/drawingml/2006/main" lIns="133350" tIns="133350" rIns="133350" bIns="133350" anchor="ctr">
            <a:noAutofit/>
          </a:bodyPr>
          <a:lstStyle xmlns:a="http://schemas.openxmlformats.org/drawingml/2006/main">
            <a:defPPr algn="ctr">
              <a:defRPr sz="1875">
                <a:solidFill>
                  <a:srgbClr val="0B2F38"/>
                </a:solidFill>
                <a:latin typeface="Arial"/>
                <a:ea typeface="Arial"/>
                <a:cs typeface="Arial"/>
              </a:defRPr>
            </a:defPPr>
            <a:lvl1pPr algn="ctr">
              <a:defRPr sz="1875">
                <a:solidFill>
                  <a:srgbClr val="0B2F38"/>
                </a:solidFill>
                <a:latin typeface="Arial"/>
                <a:ea typeface="Arial"/>
                <a:cs typeface="Arial"/>
              </a:defRPr>
            </a:lvl1pPr>
            <a:lvl2pPr algn="ctr">
              <a:defRPr sz="1875">
                <a:solidFill>
                  <a:srgbClr val="0B2F38"/>
                </a:solidFill>
                <a:latin typeface="Arial"/>
                <a:ea typeface="Arial"/>
                <a:cs typeface="Arial"/>
              </a:defRPr>
            </a:lvl2pPr>
            <a:lvl3pPr algn="ctr">
              <a:defRPr sz="1875">
                <a:solidFill>
                  <a:srgbClr val="0B2F38"/>
                </a:solidFill>
                <a:latin typeface="Arial"/>
                <a:ea typeface="Arial"/>
                <a:cs typeface="Arial"/>
              </a:defRPr>
            </a:lvl3pPr>
            <a:lvl4pPr algn="ctr">
              <a:defRPr sz="1875">
                <a:solidFill>
                  <a:srgbClr val="0B2F38"/>
                </a:solidFill>
                <a:latin typeface="Arial"/>
                <a:ea typeface="Arial"/>
                <a:cs typeface="Arial"/>
              </a:defRPr>
            </a:lvl4pPr>
            <a:lvl5pPr algn="ctr">
              <a:defRPr sz="1875">
                <a:solidFill>
                  <a:srgbClr val="0B2F38"/>
                </a:solidFill>
                <a:latin typeface="Arial"/>
                <a:ea typeface="Arial"/>
                <a:cs typeface="Arial"/>
              </a:defRPr>
            </a:lvl5pPr>
            <a:lvl6pPr algn="ctr">
              <a:defRPr sz="1875">
                <a:solidFill>
                  <a:srgbClr val="0B2F38"/>
                </a:solidFill>
                <a:latin typeface="Arial"/>
                <a:ea typeface="Arial"/>
                <a:cs typeface="Arial"/>
              </a:defRPr>
            </a:lvl6pPr>
            <a:lvl7pPr algn="ctr">
              <a:defRPr sz="1875">
                <a:solidFill>
                  <a:srgbClr val="0B2F38"/>
                </a:solidFill>
                <a:latin typeface="Arial"/>
                <a:ea typeface="Arial"/>
                <a:cs typeface="Arial"/>
              </a:defRPr>
            </a:lvl7pPr>
            <a:lvl8pPr algn="ctr">
              <a:defRPr sz="1875">
                <a:solidFill>
                  <a:srgbClr val="0B2F38"/>
                </a:solidFill>
                <a:latin typeface="Arial"/>
                <a:ea typeface="Arial"/>
                <a:cs typeface="Arial"/>
              </a:defRPr>
            </a:lvl8pPr>
            <a:lvl9pPr algn="ctr">
              <a:defRPr sz="1875">
                <a:solidFill>
                  <a:srgbClr val="0B2F38"/>
                </a:solidFill>
                <a:latin typeface="Arial"/>
                <a:ea typeface="Arial"/>
                <a:cs typeface="Arial"/>
              </a:defRPr>
            </a:lvl9pPr>
          </a:lstStyle>
          <a:p xmlns:a="http://schemas.openxmlformats.org/drawingml/2006/main">
            <a:pPr algn="ctr">
              <a:defRPr sz="1875">
                <a:solidFill>
                  <a:srgbClr val="0B2F38"/>
                </a:solidFill>
                <a:latin typeface="Arial"/>
                <a:ea typeface="Arial"/>
                <a:cs typeface="Arial"/>
              </a:defRPr>
            </a:pPr>
            <a:r>
              <a:rPr sz="1875">
                <a:solidFill>
                  <a:srgbClr val="0B2F38"/>
                </a:solidFill>
                <a:latin typeface="Arial"/>
                <a:ea typeface="Arial"/>
                <a:cs typeface="Arial"/>
              </a:rPr>
              <a:t>Mapper</a:t>
            </a:r>
          </a:p>
          <a:p xmlns:a="http://schemas.openxmlformats.org/drawingml/2006/main">
            <a:pPr algn="ctr">
              <a:defRPr sz="1875">
                <a:solidFill>
                  <a:srgbClr val="0B2F38"/>
                </a:solidFill>
                <a:latin typeface="Arial"/>
                <a:ea typeface="Arial"/>
                <a:cs typeface="Arial"/>
              </a:defRPr>
            </a:pPr>
            <a:r>
              <a:rPr sz="1875">
                <a:solidFill>
                  <a:srgbClr val="0B2F38"/>
                </a:solidFill>
                <a:latin typeface="Arial"/>
                <a:ea typeface="Arial"/>
                <a:cs typeface="Arial"/>
              </a:rPr>
              <a:t>iD / JOSM</a:t>
            </a:r>
          </a:p>
        </p:txBody>
      </p:sp>
      <p:sp>
        <p:nvSpPr>
          <p:cNvPr id="4" name="diagram-OpenStreetMap">
            <a:extLst xmlns:a="http://schemas.openxmlformats.org/drawingml/2006/main">
              <a:ext uri="{FF2B5EF4-FFF2-40B4-BE49-F238E27FC236}">
                <a16:creationId xmlns:a16="http://schemas.microsoft.com/office/drawing/2014/main" id="{2D2FF6CA-41AF-4ABD-A971-80FBE2B39A74}"/>
              </a:ext>
            </a:extLst>
          </p:cNvPr>
          <p:cNvSpPr>
            <a:spLocks xmlns:a="http://schemas.openxmlformats.org/drawingml/2006/main" noGrp="1"/>
          </p:cNvSpPr>
          <p:nvPr/>
        </p:nvSpPr>
        <p:spPr>
          <a:xfrm xmlns:a="http://schemas.openxmlformats.org/drawingml/2006/main">
            <a:off x="3448050" y="1762125"/>
            <a:ext cx="2457450" cy="1000125"/>
          </a:xfrm>
          <a:prstGeom xmlns:a="http://schemas.openxmlformats.org/drawingml/2006/main" prst="rect">
            <a:avLst/>
          </a:prstGeom>
          <a:solidFill xmlns:a="http://schemas.openxmlformats.org/drawingml/2006/main">
            <a:srgbClr val="FFFFFF"/>
          </a:solidFill>
          <a:ln xmlns:a="http://schemas.openxmlformats.org/drawingml/2006/main" w="14288">
            <a:solidFill>
              <a:srgbClr val="C9D3D2"/>
            </a:solidFill>
          </a:ln>
        </p:spPr>
        <p:txBody>
          <a:bodyPr xmlns:a="http://schemas.openxmlformats.org/drawingml/2006/main" lIns="133350" tIns="133350" rIns="133350" bIns="133350" anchor="ctr">
            <a:noAutofit/>
          </a:bodyPr>
          <a:lstStyle xmlns:a="http://schemas.openxmlformats.org/drawingml/2006/main">
            <a:defPPr algn="ctr">
              <a:defRPr sz="1875">
                <a:solidFill>
                  <a:srgbClr val="0B2F38"/>
                </a:solidFill>
                <a:latin typeface="Arial"/>
                <a:ea typeface="Arial"/>
                <a:cs typeface="Arial"/>
              </a:defRPr>
            </a:defPPr>
            <a:lvl1pPr algn="ctr">
              <a:defRPr sz="1875">
                <a:solidFill>
                  <a:srgbClr val="0B2F38"/>
                </a:solidFill>
                <a:latin typeface="Arial"/>
                <a:ea typeface="Arial"/>
                <a:cs typeface="Arial"/>
              </a:defRPr>
            </a:lvl1pPr>
            <a:lvl2pPr algn="ctr">
              <a:defRPr sz="1875">
                <a:solidFill>
                  <a:srgbClr val="0B2F38"/>
                </a:solidFill>
                <a:latin typeface="Arial"/>
                <a:ea typeface="Arial"/>
                <a:cs typeface="Arial"/>
              </a:defRPr>
            </a:lvl2pPr>
            <a:lvl3pPr algn="ctr">
              <a:defRPr sz="1875">
                <a:solidFill>
                  <a:srgbClr val="0B2F38"/>
                </a:solidFill>
                <a:latin typeface="Arial"/>
                <a:ea typeface="Arial"/>
                <a:cs typeface="Arial"/>
              </a:defRPr>
            </a:lvl3pPr>
            <a:lvl4pPr algn="ctr">
              <a:defRPr sz="1875">
                <a:solidFill>
                  <a:srgbClr val="0B2F38"/>
                </a:solidFill>
                <a:latin typeface="Arial"/>
                <a:ea typeface="Arial"/>
                <a:cs typeface="Arial"/>
              </a:defRPr>
            </a:lvl4pPr>
            <a:lvl5pPr algn="ctr">
              <a:defRPr sz="1875">
                <a:solidFill>
                  <a:srgbClr val="0B2F38"/>
                </a:solidFill>
                <a:latin typeface="Arial"/>
                <a:ea typeface="Arial"/>
                <a:cs typeface="Arial"/>
              </a:defRPr>
            </a:lvl5pPr>
            <a:lvl6pPr algn="ctr">
              <a:defRPr sz="1875">
                <a:solidFill>
                  <a:srgbClr val="0B2F38"/>
                </a:solidFill>
                <a:latin typeface="Arial"/>
                <a:ea typeface="Arial"/>
                <a:cs typeface="Arial"/>
              </a:defRPr>
            </a:lvl6pPr>
            <a:lvl7pPr algn="ctr">
              <a:defRPr sz="1875">
                <a:solidFill>
                  <a:srgbClr val="0B2F38"/>
                </a:solidFill>
                <a:latin typeface="Arial"/>
                <a:ea typeface="Arial"/>
                <a:cs typeface="Arial"/>
              </a:defRPr>
            </a:lvl7pPr>
            <a:lvl8pPr algn="ctr">
              <a:defRPr sz="1875">
                <a:solidFill>
                  <a:srgbClr val="0B2F38"/>
                </a:solidFill>
                <a:latin typeface="Arial"/>
                <a:ea typeface="Arial"/>
                <a:cs typeface="Arial"/>
              </a:defRPr>
            </a:lvl8pPr>
            <a:lvl9pPr algn="ctr">
              <a:defRPr sz="1875">
                <a:solidFill>
                  <a:srgbClr val="0B2F38"/>
                </a:solidFill>
                <a:latin typeface="Arial"/>
                <a:ea typeface="Arial"/>
                <a:cs typeface="Arial"/>
              </a:defRPr>
            </a:lvl9pPr>
          </a:lstStyle>
          <a:p xmlns:a="http://schemas.openxmlformats.org/drawingml/2006/main">
            <a:pPr algn="ctr">
              <a:defRPr sz="1875">
                <a:solidFill>
                  <a:srgbClr val="0B2F38"/>
                </a:solidFill>
                <a:latin typeface="Arial"/>
                <a:ea typeface="Arial"/>
                <a:cs typeface="Arial"/>
              </a:defRPr>
            </a:pPr>
            <a:r>
              <a:rPr sz="1875">
                <a:solidFill>
                  <a:srgbClr val="0B2F38"/>
                </a:solidFill>
                <a:latin typeface="Arial"/>
                <a:ea typeface="Arial"/>
                <a:cs typeface="Arial"/>
              </a:rPr>
              <a:t>OpenStreetMap</a:t>
            </a:r>
          </a:p>
          <a:p xmlns:a="http://schemas.openxmlformats.org/drawingml/2006/main">
            <a:pPr algn="ctr">
              <a:defRPr sz="1875">
                <a:solidFill>
                  <a:srgbClr val="0B2F38"/>
                </a:solidFill>
                <a:latin typeface="Arial"/>
                <a:ea typeface="Arial"/>
                <a:cs typeface="Arial"/>
              </a:defRPr>
            </a:pPr>
            <a:r>
              <a:rPr sz="1875">
                <a:solidFill>
                  <a:srgbClr val="0B2F38"/>
                </a:solidFill>
                <a:latin typeface="Arial"/>
                <a:ea typeface="Arial"/>
                <a:cs typeface="Arial"/>
              </a:rPr>
              <a:t>Objekte und Tags</a:t>
            </a:r>
          </a:p>
        </p:txBody>
      </p:sp>
      <p:sp>
        <p:nvSpPr>
          <p:cNvPr id="5" name="diagram-Regionale Extrakte">
            <a:extLst xmlns:a="http://schemas.openxmlformats.org/drawingml/2006/main">
              <a:ext uri="{FF2B5EF4-FFF2-40B4-BE49-F238E27FC236}">
                <a16:creationId xmlns:a16="http://schemas.microsoft.com/office/drawing/2014/main" id="{EAAA767B-E114-4462-9071-6F6ADAC0D605}"/>
              </a:ext>
            </a:extLst>
          </p:cNvPr>
          <p:cNvSpPr>
            <a:spLocks xmlns:a="http://schemas.openxmlformats.org/drawingml/2006/main" noGrp="1"/>
          </p:cNvSpPr>
          <p:nvPr/>
        </p:nvSpPr>
        <p:spPr>
          <a:xfrm xmlns:a="http://schemas.openxmlformats.org/drawingml/2006/main">
            <a:off x="6286500" y="1762125"/>
            <a:ext cx="2457450" cy="1000125"/>
          </a:xfrm>
          <a:prstGeom xmlns:a="http://schemas.openxmlformats.org/drawingml/2006/main" prst="rect">
            <a:avLst/>
          </a:prstGeom>
          <a:solidFill xmlns:a="http://schemas.openxmlformats.org/drawingml/2006/main">
            <a:srgbClr val="FFFFFF"/>
          </a:solidFill>
          <a:ln xmlns:a="http://schemas.openxmlformats.org/drawingml/2006/main" w="14288">
            <a:solidFill>
              <a:srgbClr val="C9D3D2"/>
            </a:solidFill>
          </a:ln>
        </p:spPr>
        <p:txBody>
          <a:bodyPr xmlns:a="http://schemas.openxmlformats.org/drawingml/2006/main" lIns="133350" tIns="133350" rIns="133350" bIns="133350" anchor="ctr">
            <a:noAutofit/>
          </a:bodyPr>
          <a:lstStyle xmlns:a="http://schemas.openxmlformats.org/drawingml/2006/main">
            <a:defPPr algn="ctr">
              <a:defRPr sz="1875">
                <a:solidFill>
                  <a:srgbClr val="0B2F38"/>
                </a:solidFill>
                <a:latin typeface="Arial"/>
                <a:ea typeface="Arial"/>
                <a:cs typeface="Arial"/>
              </a:defRPr>
            </a:defPPr>
            <a:lvl1pPr algn="ctr">
              <a:defRPr sz="1875">
                <a:solidFill>
                  <a:srgbClr val="0B2F38"/>
                </a:solidFill>
                <a:latin typeface="Arial"/>
                <a:ea typeface="Arial"/>
                <a:cs typeface="Arial"/>
              </a:defRPr>
            </a:lvl1pPr>
            <a:lvl2pPr algn="ctr">
              <a:defRPr sz="1875">
                <a:solidFill>
                  <a:srgbClr val="0B2F38"/>
                </a:solidFill>
                <a:latin typeface="Arial"/>
                <a:ea typeface="Arial"/>
                <a:cs typeface="Arial"/>
              </a:defRPr>
            </a:lvl2pPr>
            <a:lvl3pPr algn="ctr">
              <a:defRPr sz="1875">
                <a:solidFill>
                  <a:srgbClr val="0B2F38"/>
                </a:solidFill>
                <a:latin typeface="Arial"/>
                <a:ea typeface="Arial"/>
                <a:cs typeface="Arial"/>
              </a:defRPr>
            </a:lvl3pPr>
            <a:lvl4pPr algn="ctr">
              <a:defRPr sz="1875">
                <a:solidFill>
                  <a:srgbClr val="0B2F38"/>
                </a:solidFill>
                <a:latin typeface="Arial"/>
                <a:ea typeface="Arial"/>
                <a:cs typeface="Arial"/>
              </a:defRPr>
            </a:lvl4pPr>
            <a:lvl5pPr algn="ctr">
              <a:defRPr sz="1875">
                <a:solidFill>
                  <a:srgbClr val="0B2F38"/>
                </a:solidFill>
                <a:latin typeface="Arial"/>
                <a:ea typeface="Arial"/>
                <a:cs typeface="Arial"/>
              </a:defRPr>
            </a:lvl5pPr>
            <a:lvl6pPr algn="ctr">
              <a:defRPr sz="1875">
                <a:solidFill>
                  <a:srgbClr val="0B2F38"/>
                </a:solidFill>
                <a:latin typeface="Arial"/>
                <a:ea typeface="Arial"/>
                <a:cs typeface="Arial"/>
              </a:defRPr>
            </a:lvl6pPr>
            <a:lvl7pPr algn="ctr">
              <a:defRPr sz="1875">
                <a:solidFill>
                  <a:srgbClr val="0B2F38"/>
                </a:solidFill>
                <a:latin typeface="Arial"/>
                <a:ea typeface="Arial"/>
                <a:cs typeface="Arial"/>
              </a:defRPr>
            </a:lvl7pPr>
            <a:lvl8pPr algn="ctr">
              <a:defRPr sz="1875">
                <a:solidFill>
                  <a:srgbClr val="0B2F38"/>
                </a:solidFill>
                <a:latin typeface="Arial"/>
                <a:ea typeface="Arial"/>
                <a:cs typeface="Arial"/>
              </a:defRPr>
            </a:lvl8pPr>
            <a:lvl9pPr algn="ctr">
              <a:defRPr sz="1875">
                <a:solidFill>
                  <a:srgbClr val="0B2F38"/>
                </a:solidFill>
                <a:latin typeface="Arial"/>
                <a:ea typeface="Arial"/>
                <a:cs typeface="Arial"/>
              </a:defRPr>
            </a:lvl9pPr>
          </a:lstStyle>
          <a:p xmlns:a="http://schemas.openxmlformats.org/drawingml/2006/main">
            <a:pPr algn="ctr">
              <a:defRPr sz="1875">
                <a:solidFill>
                  <a:srgbClr val="0B2F38"/>
                </a:solidFill>
                <a:latin typeface="Arial"/>
                <a:ea typeface="Arial"/>
                <a:cs typeface="Arial"/>
              </a:defRPr>
            </a:pPr>
            <a:r>
              <a:rPr sz="1875">
                <a:solidFill>
                  <a:srgbClr val="0B2F38"/>
                </a:solidFill>
                <a:latin typeface="Arial"/>
                <a:ea typeface="Arial"/>
                <a:cs typeface="Arial"/>
              </a:rPr>
              <a:t>Regionale Extrakte</a:t>
            </a:r>
          </a:p>
          <a:p xmlns:a="http://schemas.openxmlformats.org/drawingml/2006/main">
            <a:pPr algn="ctr">
              <a:defRPr sz="1875">
                <a:solidFill>
                  <a:srgbClr val="0B2F38"/>
                </a:solidFill>
                <a:latin typeface="Arial"/>
                <a:ea typeface="Arial"/>
                <a:cs typeface="Arial"/>
              </a:defRPr>
            </a:pPr>
            <a:r>
              <a:rPr sz="1875">
                <a:solidFill>
                  <a:srgbClr val="0B2F38"/>
                </a:solidFill>
                <a:latin typeface="Arial"/>
                <a:ea typeface="Arial"/>
                <a:cs typeface="Arial"/>
              </a:rPr>
              <a:t>Geofabrik</a:t>
            </a:r>
          </a:p>
        </p:txBody>
      </p:sp>
      <p:sp>
        <p:nvSpPr>
          <p:cNvPr id="6" name="diagram-YouSpeed">
            <a:extLst xmlns:a="http://schemas.openxmlformats.org/drawingml/2006/main">
              <a:ext uri="{FF2B5EF4-FFF2-40B4-BE49-F238E27FC236}">
                <a16:creationId xmlns:a16="http://schemas.microsoft.com/office/drawing/2014/main" id="{A2955241-F119-44DE-8748-F9F389D0422D}"/>
              </a:ext>
            </a:extLst>
          </p:cNvPr>
          <p:cNvSpPr>
            <a:spLocks xmlns:a="http://schemas.openxmlformats.org/drawingml/2006/main" noGrp="1"/>
          </p:cNvSpPr>
          <p:nvPr/>
        </p:nvSpPr>
        <p:spPr>
          <a:xfrm xmlns:a="http://schemas.openxmlformats.org/drawingml/2006/main">
            <a:off x="9124950" y="1762125"/>
            <a:ext cx="2457450" cy="1000125"/>
          </a:xfrm>
          <a:prstGeom xmlns:a="http://schemas.openxmlformats.org/drawingml/2006/main" prst="rect">
            <a:avLst/>
          </a:prstGeom>
          <a:solidFill xmlns:a="http://schemas.openxmlformats.org/drawingml/2006/main">
            <a:srgbClr val="0B2F38"/>
          </a:solidFill>
          <a:ln xmlns:a="http://schemas.openxmlformats.org/drawingml/2006/main" w="14288">
            <a:solidFill>
              <a:srgbClr val="0B2F38"/>
            </a:solidFill>
          </a:ln>
        </p:spPr>
        <p:txBody>
          <a:bodyPr xmlns:a="http://schemas.openxmlformats.org/drawingml/2006/main" lIns="133350" tIns="133350" rIns="133350" bIns="133350" anchor="ctr">
            <a:noAutofit/>
          </a:bodyPr>
          <a:lstStyle xmlns:a="http://schemas.openxmlformats.org/drawingml/2006/main">
            <a:defPPr algn="ctr">
              <a:defRPr sz="1875">
                <a:solidFill>
                  <a:srgbClr val="FFFFFF"/>
                </a:solidFill>
                <a:latin typeface="Arial"/>
                <a:ea typeface="Arial"/>
                <a:cs typeface="Arial"/>
              </a:defRPr>
            </a:defPPr>
            <a:lvl1pPr algn="ctr">
              <a:defRPr sz="1875">
                <a:solidFill>
                  <a:srgbClr val="FFFFFF"/>
                </a:solidFill>
                <a:latin typeface="Arial"/>
                <a:ea typeface="Arial"/>
                <a:cs typeface="Arial"/>
              </a:defRPr>
            </a:lvl1pPr>
            <a:lvl2pPr algn="ctr">
              <a:defRPr sz="1875">
                <a:solidFill>
                  <a:srgbClr val="FFFFFF"/>
                </a:solidFill>
                <a:latin typeface="Arial"/>
                <a:ea typeface="Arial"/>
                <a:cs typeface="Arial"/>
              </a:defRPr>
            </a:lvl2pPr>
            <a:lvl3pPr algn="ctr">
              <a:defRPr sz="1875">
                <a:solidFill>
                  <a:srgbClr val="FFFFFF"/>
                </a:solidFill>
                <a:latin typeface="Arial"/>
                <a:ea typeface="Arial"/>
                <a:cs typeface="Arial"/>
              </a:defRPr>
            </a:lvl3pPr>
            <a:lvl4pPr algn="ctr">
              <a:defRPr sz="1875">
                <a:solidFill>
                  <a:srgbClr val="FFFFFF"/>
                </a:solidFill>
                <a:latin typeface="Arial"/>
                <a:ea typeface="Arial"/>
                <a:cs typeface="Arial"/>
              </a:defRPr>
            </a:lvl4pPr>
            <a:lvl5pPr algn="ctr">
              <a:defRPr sz="1875">
                <a:solidFill>
                  <a:srgbClr val="FFFFFF"/>
                </a:solidFill>
                <a:latin typeface="Arial"/>
                <a:ea typeface="Arial"/>
                <a:cs typeface="Arial"/>
              </a:defRPr>
            </a:lvl5pPr>
            <a:lvl6pPr algn="ctr">
              <a:defRPr sz="1875">
                <a:solidFill>
                  <a:srgbClr val="FFFFFF"/>
                </a:solidFill>
                <a:latin typeface="Arial"/>
                <a:ea typeface="Arial"/>
                <a:cs typeface="Arial"/>
              </a:defRPr>
            </a:lvl6pPr>
            <a:lvl7pPr algn="ctr">
              <a:defRPr sz="1875">
                <a:solidFill>
                  <a:srgbClr val="FFFFFF"/>
                </a:solidFill>
                <a:latin typeface="Arial"/>
                <a:ea typeface="Arial"/>
                <a:cs typeface="Arial"/>
              </a:defRPr>
            </a:lvl7pPr>
            <a:lvl8pPr algn="ctr">
              <a:defRPr sz="1875">
                <a:solidFill>
                  <a:srgbClr val="FFFFFF"/>
                </a:solidFill>
                <a:latin typeface="Arial"/>
                <a:ea typeface="Arial"/>
                <a:cs typeface="Arial"/>
              </a:defRPr>
            </a:lvl8pPr>
            <a:lvl9pPr algn="ctr">
              <a:defRPr sz="1875">
                <a:solidFill>
                  <a:srgbClr val="FFFFFF"/>
                </a:solidFill>
                <a:latin typeface="Arial"/>
                <a:ea typeface="Arial"/>
                <a:cs typeface="Arial"/>
              </a:defRPr>
            </a:lvl9pPr>
          </a:lstStyle>
          <a:p xmlns:a="http://schemas.openxmlformats.org/drawingml/2006/main">
            <a:pPr algn="ctr">
              <a:defRPr sz="1875">
                <a:solidFill>
                  <a:srgbClr val="FFFFFF"/>
                </a:solidFill>
                <a:latin typeface="Arial"/>
                <a:ea typeface="Arial"/>
                <a:cs typeface="Arial"/>
              </a:defRPr>
            </a:pPr>
            <a:r>
              <a:rPr sz="1875">
                <a:solidFill>
                  <a:srgbClr val="FFFFFF"/>
                </a:solidFill>
                <a:latin typeface="Arial"/>
                <a:ea typeface="Arial"/>
                <a:cs typeface="Arial"/>
              </a:rPr>
              <a:t>YouSpeed</a:t>
            </a:r>
          </a:p>
          <a:p xmlns:a="http://schemas.openxmlformats.org/drawingml/2006/main">
            <a:pPr algn="ctr">
              <a:defRPr sz="1875">
                <a:solidFill>
                  <a:srgbClr val="FFFFFF"/>
                </a:solidFill>
                <a:latin typeface="Arial"/>
                <a:ea typeface="Arial"/>
                <a:cs typeface="Arial"/>
              </a:defRPr>
            </a:pPr>
            <a:r>
              <a:rPr sz="1875">
                <a:solidFill>
                  <a:srgbClr val="FFFFFF"/>
                </a:solidFill>
                <a:latin typeface="Arial"/>
                <a:ea typeface="Arial"/>
                <a:cs typeface="Arial"/>
              </a:rPr>
              <a:t>Offline-Bundles</a:t>
            </a:r>
          </a:p>
        </p:txBody>
      </p:sp>
      <p:sp>
        <p:nvSpPr>
          <p:cNvPr id="10" name="diagram-Panoramax">
            <a:extLst xmlns:a="http://schemas.openxmlformats.org/drawingml/2006/main">
              <a:ext uri="{FF2B5EF4-FFF2-40B4-BE49-F238E27FC236}">
                <a16:creationId xmlns:a16="http://schemas.microsoft.com/office/drawing/2014/main" id="{B517E220-0ED3-4B59-BC96-91EA371395E5}"/>
              </a:ext>
            </a:extLst>
          </p:cNvPr>
          <p:cNvSpPr>
            <a:spLocks xmlns:a="http://schemas.openxmlformats.org/drawingml/2006/main" noGrp="1"/>
          </p:cNvSpPr>
          <p:nvPr/>
        </p:nvSpPr>
        <p:spPr>
          <a:xfrm xmlns:a="http://schemas.openxmlformats.org/drawingml/2006/main">
            <a:off x="1238250" y="3886200"/>
            <a:ext cx="3476625" cy="1047750"/>
          </a:xfrm>
          <a:prstGeom xmlns:a="http://schemas.openxmlformats.org/drawingml/2006/main" prst="rect">
            <a:avLst/>
          </a:prstGeom>
          <a:solidFill xmlns:a="http://schemas.openxmlformats.org/drawingml/2006/main">
            <a:srgbClr val="FFFFFF"/>
          </a:solidFill>
          <a:ln xmlns:a="http://schemas.openxmlformats.org/drawingml/2006/main" w="14288">
            <a:solidFill>
              <a:srgbClr val="C9D3D2"/>
            </a:solidFill>
          </a:ln>
        </p:spPr>
        <p:txBody>
          <a:bodyPr xmlns:a="http://schemas.openxmlformats.org/drawingml/2006/main" lIns="133350" tIns="133350" rIns="133350" bIns="133350" anchor="ctr">
            <a:noAutofit/>
          </a:bodyPr>
          <a:lstStyle xmlns:a="http://schemas.openxmlformats.org/drawingml/2006/main">
            <a:defPPr algn="ctr">
              <a:defRPr sz="1875">
                <a:solidFill>
                  <a:srgbClr val="0B2F38"/>
                </a:solidFill>
                <a:latin typeface="Arial"/>
                <a:ea typeface="Arial"/>
                <a:cs typeface="Arial"/>
              </a:defRPr>
            </a:defPPr>
            <a:lvl1pPr algn="ctr">
              <a:defRPr sz="1875">
                <a:solidFill>
                  <a:srgbClr val="0B2F38"/>
                </a:solidFill>
                <a:latin typeface="Arial"/>
                <a:ea typeface="Arial"/>
                <a:cs typeface="Arial"/>
              </a:defRPr>
            </a:lvl1pPr>
            <a:lvl2pPr algn="ctr">
              <a:defRPr sz="1875">
                <a:solidFill>
                  <a:srgbClr val="0B2F38"/>
                </a:solidFill>
                <a:latin typeface="Arial"/>
                <a:ea typeface="Arial"/>
                <a:cs typeface="Arial"/>
              </a:defRPr>
            </a:lvl2pPr>
            <a:lvl3pPr algn="ctr">
              <a:defRPr sz="1875">
                <a:solidFill>
                  <a:srgbClr val="0B2F38"/>
                </a:solidFill>
                <a:latin typeface="Arial"/>
                <a:ea typeface="Arial"/>
                <a:cs typeface="Arial"/>
              </a:defRPr>
            </a:lvl3pPr>
            <a:lvl4pPr algn="ctr">
              <a:defRPr sz="1875">
                <a:solidFill>
                  <a:srgbClr val="0B2F38"/>
                </a:solidFill>
                <a:latin typeface="Arial"/>
                <a:ea typeface="Arial"/>
                <a:cs typeface="Arial"/>
              </a:defRPr>
            </a:lvl4pPr>
            <a:lvl5pPr algn="ctr">
              <a:defRPr sz="1875">
                <a:solidFill>
                  <a:srgbClr val="0B2F38"/>
                </a:solidFill>
                <a:latin typeface="Arial"/>
                <a:ea typeface="Arial"/>
                <a:cs typeface="Arial"/>
              </a:defRPr>
            </a:lvl5pPr>
            <a:lvl6pPr algn="ctr">
              <a:defRPr sz="1875">
                <a:solidFill>
                  <a:srgbClr val="0B2F38"/>
                </a:solidFill>
                <a:latin typeface="Arial"/>
                <a:ea typeface="Arial"/>
                <a:cs typeface="Arial"/>
              </a:defRPr>
            </a:lvl6pPr>
            <a:lvl7pPr algn="ctr">
              <a:defRPr sz="1875">
                <a:solidFill>
                  <a:srgbClr val="0B2F38"/>
                </a:solidFill>
                <a:latin typeface="Arial"/>
                <a:ea typeface="Arial"/>
                <a:cs typeface="Arial"/>
              </a:defRPr>
            </a:lvl7pPr>
            <a:lvl8pPr algn="ctr">
              <a:defRPr sz="1875">
                <a:solidFill>
                  <a:srgbClr val="0B2F38"/>
                </a:solidFill>
                <a:latin typeface="Arial"/>
                <a:ea typeface="Arial"/>
                <a:cs typeface="Arial"/>
              </a:defRPr>
            </a:lvl8pPr>
            <a:lvl9pPr algn="ctr">
              <a:defRPr sz="1875">
                <a:solidFill>
                  <a:srgbClr val="0B2F38"/>
                </a:solidFill>
                <a:latin typeface="Arial"/>
                <a:ea typeface="Arial"/>
                <a:cs typeface="Arial"/>
              </a:defRPr>
            </a:lvl9pPr>
          </a:lstStyle>
          <a:p xmlns:a="http://schemas.openxmlformats.org/drawingml/2006/main">
            <a:pPr algn="ctr">
              <a:defRPr sz="1875">
                <a:solidFill>
                  <a:srgbClr val="0B2F38"/>
                </a:solidFill>
                <a:latin typeface="Arial"/>
                <a:ea typeface="Arial"/>
                <a:cs typeface="Arial"/>
              </a:defRPr>
            </a:pPr>
            <a:r>
              <a:rPr sz="1875">
                <a:solidFill>
                  <a:srgbClr val="0B2F38"/>
                </a:solidFill>
                <a:latin typeface="Arial"/>
                <a:ea typeface="Arial"/>
                <a:cs typeface="Arial"/>
              </a:rPr>
              <a:t>Panoramax</a:t>
            </a:r>
          </a:p>
          <a:p xmlns:a="http://schemas.openxmlformats.org/drawingml/2006/main">
            <a:pPr algn="ctr">
              <a:defRPr sz="1875">
                <a:solidFill>
                  <a:srgbClr val="0B2F38"/>
                </a:solidFill>
                <a:latin typeface="Arial"/>
                <a:ea typeface="Arial"/>
                <a:cs typeface="Arial"/>
              </a:defRPr>
            </a:pPr>
            <a:r>
              <a:rPr sz="1875">
                <a:solidFill>
                  <a:srgbClr val="0B2F38"/>
                </a:solidFill>
                <a:latin typeface="Arial"/>
                <a:ea typeface="Arial"/>
                <a:cs typeface="Arial"/>
              </a:rPr>
              <a:t>Bildbelege + Annotationen</a:t>
            </a:r>
          </a:p>
        </p:txBody>
      </p:sp>
      <p:sp>
        <p:nvSpPr>
          <p:cNvPr id="11" name="diagram-Menschliche Prüfung">
            <a:extLst xmlns:a="http://schemas.openxmlformats.org/drawingml/2006/main">
              <a:ext uri="{FF2B5EF4-FFF2-40B4-BE49-F238E27FC236}">
                <a16:creationId xmlns:a16="http://schemas.microsoft.com/office/drawing/2014/main" id="{D7BF3A15-33F0-4D35-9BA3-162C450954C0}"/>
              </a:ext>
            </a:extLst>
          </p:cNvPr>
          <p:cNvSpPr>
            <a:spLocks xmlns:a="http://schemas.openxmlformats.org/drawingml/2006/main" noGrp="1"/>
          </p:cNvSpPr>
          <p:nvPr/>
        </p:nvSpPr>
        <p:spPr>
          <a:xfrm xmlns:a="http://schemas.openxmlformats.org/drawingml/2006/main">
            <a:off x="6191250" y="3886200"/>
            <a:ext cx="4191000" cy="1047750"/>
          </a:xfrm>
          <a:prstGeom xmlns:a="http://schemas.openxmlformats.org/drawingml/2006/main" prst="rect">
            <a:avLst/>
          </a:prstGeom>
          <a:solidFill xmlns:a="http://schemas.openxmlformats.org/drawingml/2006/main">
            <a:srgbClr val="FFFFFF"/>
          </a:solidFill>
          <a:ln xmlns:a="http://schemas.openxmlformats.org/drawingml/2006/main" w="14288">
            <a:solidFill>
              <a:srgbClr val="C9D3D2"/>
            </a:solidFill>
          </a:ln>
        </p:spPr>
        <p:txBody>
          <a:bodyPr xmlns:a="http://schemas.openxmlformats.org/drawingml/2006/main" lIns="133350" tIns="133350" rIns="133350" bIns="133350" anchor="ctr">
            <a:noAutofit/>
          </a:bodyPr>
          <a:lstStyle xmlns:a="http://schemas.openxmlformats.org/drawingml/2006/main">
            <a:defPPr algn="ctr">
              <a:defRPr sz="1875">
                <a:solidFill>
                  <a:srgbClr val="0B2F38"/>
                </a:solidFill>
                <a:latin typeface="Arial"/>
                <a:ea typeface="Arial"/>
                <a:cs typeface="Arial"/>
              </a:defRPr>
            </a:defPPr>
            <a:lvl1pPr algn="ctr">
              <a:defRPr sz="1875">
                <a:solidFill>
                  <a:srgbClr val="0B2F38"/>
                </a:solidFill>
                <a:latin typeface="Arial"/>
                <a:ea typeface="Arial"/>
                <a:cs typeface="Arial"/>
              </a:defRPr>
            </a:lvl1pPr>
            <a:lvl2pPr algn="ctr">
              <a:defRPr sz="1875">
                <a:solidFill>
                  <a:srgbClr val="0B2F38"/>
                </a:solidFill>
                <a:latin typeface="Arial"/>
                <a:ea typeface="Arial"/>
                <a:cs typeface="Arial"/>
              </a:defRPr>
            </a:lvl2pPr>
            <a:lvl3pPr algn="ctr">
              <a:defRPr sz="1875">
                <a:solidFill>
                  <a:srgbClr val="0B2F38"/>
                </a:solidFill>
                <a:latin typeface="Arial"/>
                <a:ea typeface="Arial"/>
                <a:cs typeface="Arial"/>
              </a:defRPr>
            </a:lvl3pPr>
            <a:lvl4pPr algn="ctr">
              <a:defRPr sz="1875">
                <a:solidFill>
                  <a:srgbClr val="0B2F38"/>
                </a:solidFill>
                <a:latin typeface="Arial"/>
                <a:ea typeface="Arial"/>
                <a:cs typeface="Arial"/>
              </a:defRPr>
            </a:lvl4pPr>
            <a:lvl5pPr algn="ctr">
              <a:defRPr sz="1875">
                <a:solidFill>
                  <a:srgbClr val="0B2F38"/>
                </a:solidFill>
                <a:latin typeface="Arial"/>
                <a:ea typeface="Arial"/>
                <a:cs typeface="Arial"/>
              </a:defRPr>
            </a:lvl5pPr>
            <a:lvl6pPr algn="ctr">
              <a:defRPr sz="1875">
                <a:solidFill>
                  <a:srgbClr val="0B2F38"/>
                </a:solidFill>
                <a:latin typeface="Arial"/>
                <a:ea typeface="Arial"/>
                <a:cs typeface="Arial"/>
              </a:defRPr>
            </a:lvl6pPr>
            <a:lvl7pPr algn="ctr">
              <a:defRPr sz="1875">
                <a:solidFill>
                  <a:srgbClr val="0B2F38"/>
                </a:solidFill>
                <a:latin typeface="Arial"/>
                <a:ea typeface="Arial"/>
                <a:cs typeface="Arial"/>
              </a:defRPr>
            </a:lvl7pPr>
            <a:lvl8pPr algn="ctr">
              <a:defRPr sz="1875">
                <a:solidFill>
                  <a:srgbClr val="0B2F38"/>
                </a:solidFill>
                <a:latin typeface="Arial"/>
                <a:ea typeface="Arial"/>
                <a:cs typeface="Arial"/>
              </a:defRPr>
            </a:lvl8pPr>
            <a:lvl9pPr algn="ctr">
              <a:defRPr sz="1875">
                <a:solidFill>
                  <a:srgbClr val="0B2F38"/>
                </a:solidFill>
                <a:latin typeface="Arial"/>
                <a:ea typeface="Arial"/>
                <a:cs typeface="Arial"/>
              </a:defRPr>
            </a:lvl9pPr>
          </a:lstStyle>
          <a:p xmlns:a="http://schemas.openxmlformats.org/drawingml/2006/main">
            <a:pPr algn="ctr">
              <a:defRPr sz="1875">
                <a:solidFill>
                  <a:srgbClr val="0B2F38"/>
                </a:solidFill>
                <a:latin typeface="Arial"/>
                <a:ea typeface="Arial"/>
                <a:cs typeface="Arial"/>
              </a:defRPr>
            </a:pPr>
            <a:r>
              <a:rPr sz="1875">
                <a:solidFill>
                  <a:srgbClr val="0B2F38"/>
                </a:solidFill>
                <a:latin typeface="Arial"/>
                <a:ea typeface="Arial"/>
                <a:cs typeface="Arial"/>
              </a:rPr>
              <a:t>Menschliche Prüfung</a:t>
            </a:r>
          </a:p>
          <a:p xmlns:a="http://schemas.openxmlformats.org/drawingml/2006/main">
            <a:pPr algn="ctr">
              <a:defRPr sz="1875">
                <a:solidFill>
                  <a:srgbClr val="0B2F38"/>
                </a:solidFill>
                <a:latin typeface="Arial"/>
                <a:ea typeface="Arial"/>
                <a:cs typeface="Arial"/>
              </a:defRPr>
            </a:pPr>
            <a:r>
              <a:rPr sz="1875">
                <a:solidFill>
                  <a:srgbClr val="0B2F38"/>
                </a:solidFill>
                <a:latin typeface="Arial"/>
                <a:ea typeface="Arial"/>
                <a:cs typeface="Arial"/>
              </a:rPr>
              <a:t>OSM-Changeset</a:t>
            </a:r>
          </a:p>
        </p:txBody>
      </p:sp>
      <p:sp>
        <p:nvSpPr>
          <p:cNvPr id="14" name="text-13">
            <a:extLst xmlns:a="http://schemas.openxmlformats.org/drawingml/2006/main">
              <a:ext uri="{FF2B5EF4-FFF2-40B4-BE49-F238E27FC236}">
                <a16:creationId xmlns:a16="http://schemas.microsoft.com/office/drawing/2014/main" id="{096B142A-EDC0-4248-8F47-EA26E12E13DF}"/>
              </a:ext>
            </a:extLst>
          </p:cNvPr>
          <p:cNvSpPr>
            <a:spLocks xmlns:a="http://schemas.openxmlformats.org/drawingml/2006/main" noGrp="1"/>
          </p:cNvSpPr>
          <p:nvPr/>
        </p:nvSpPr>
        <p:spPr>
          <a:xfrm xmlns:a="http://schemas.openxmlformats.org/drawingml/2006/main">
            <a:off x="609600" y="590550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0646A"/>
                </a:solidFill>
                <a:latin typeface="Arial"/>
                <a:ea typeface="Arial"/>
                <a:cs typeface="Arial"/>
              </a:defRPr>
            </a:defPPr>
            <a:lvl1pPr algn="l">
              <a:defRPr sz="1575" b="0">
                <a:solidFill>
                  <a:srgbClr val="50646A"/>
                </a:solidFill>
                <a:latin typeface="Arial"/>
                <a:ea typeface="Arial"/>
                <a:cs typeface="Arial"/>
              </a:defRPr>
            </a:lvl1pPr>
            <a:lvl2pPr algn="l">
              <a:defRPr sz="1575" b="0">
                <a:solidFill>
                  <a:srgbClr val="50646A"/>
                </a:solidFill>
                <a:latin typeface="Arial"/>
                <a:ea typeface="Arial"/>
                <a:cs typeface="Arial"/>
              </a:defRPr>
            </a:lvl2pPr>
            <a:lvl3pPr algn="l">
              <a:defRPr sz="1575" b="0">
                <a:solidFill>
                  <a:srgbClr val="50646A"/>
                </a:solidFill>
                <a:latin typeface="Arial"/>
                <a:ea typeface="Arial"/>
                <a:cs typeface="Arial"/>
              </a:defRPr>
            </a:lvl3pPr>
            <a:lvl4pPr algn="l">
              <a:defRPr sz="1575" b="0">
                <a:solidFill>
                  <a:srgbClr val="50646A"/>
                </a:solidFill>
                <a:latin typeface="Arial"/>
                <a:ea typeface="Arial"/>
                <a:cs typeface="Arial"/>
              </a:defRPr>
            </a:lvl4pPr>
            <a:lvl5pPr algn="l">
              <a:defRPr sz="1575" b="0">
                <a:solidFill>
                  <a:srgbClr val="50646A"/>
                </a:solidFill>
                <a:latin typeface="Arial"/>
                <a:ea typeface="Arial"/>
                <a:cs typeface="Arial"/>
              </a:defRPr>
            </a:lvl5pPr>
            <a:lvl6pPr algn="l">
              <a:defRPr sz="1575" b="0">
                <a:solidFill>
                  <a:srgbClr val="50646A"/>
                </a:solidFill>
                <a:latin typeface="Arial"/>
                <a:ea typeface="Arial"/>
                <a:cs typeface="Arial"/>
              </a:defRPr>
            </a:lvl6pPr>
            <a:lvl7pPr algn="l">
              <a:defRPr sz="1575" b="0">
                <a:solidFill>
                  <a:srgbClr val="50646A"/>
                </a:solidFill>
                <a:latin typeface="Arial"/>
                <a:ea typeface="Arial"/>
                <a:cs typeface="Arial"/>
              </a:defRPr>
            </a:lvl7pPr>
            <a:lvl8pPr algn="l">
              <a:defRPr sz="1575" b="0">
                <a:solidFill>
                  <a:srgbClr val="50646A"/>
                </a:solidFill>
                <a:latin typeface="Arial"/>
                <a:ea typeface="Arial"/>
                <a:cs typeface="Arial"/>
              </a:defRPr>
            </a:lvl8pPr>
            <a:lvl9pPr algn="l">
              <a:defRPr sz="1575" b="0">
                <a:solidFill>
                  <a:srgbClr val="50646A"/>
                </a:solidFill>
                <a:latin typeface="Arial"/>
                <a:ea typeface="Arial"/>
                <a:cs typeface="Arial"/>
              </a:defRPr>
            </a:lvl9pPr>
          </a:lstStyle>
          <a:p xmlns:a="http://schemas.openxmlformats.org/drawingml/2006/main">
            <a:pPr algn="l">
              <a:defRPr sz="1575" b="0">
                <a:solidFill>
                  <a:srgbClr val="50646A"/>
                </a:solidFill>
                <a:latin typeface="Arial"/>
                <a:ea typeface="Arial"/>
                <a:cs typeface="Arial"/>
              </a:defRPr>
            </a:pPr>
            <a:r>
              <a:rPr sz="1575" b="0">
                <a:solidFill>
                  <a:srgbClr val="50646A"/>
                </a:solidFill>
                <a:latin typeface="Arial"/>
                <a:ea typeface="Arial"/>
                <a:cs typeface="Arial"/>
              </a:rPr>
              <a:t>Beobachtungen sollen als geprüfte Beiträge wieder in OSM ankommen</a:t>
            </a:r>
          </a:p>
        </p:txBody>
      </p:sp>
    </p:spTree>
    <p:extLst>
      <p:ext uri="{BB962C8B-B14F-4D97-AF65-F5344CB8AC3E}">
        <p14:creationId xmlns:p14="http://schemas.microsoft.com/office/powerpoint/2010/main" val="912681337"/>
      </p:ext>
    </p:extLst>
  </p:cSld>
</p:sld>
</file>

<file path=ppt/slides/slide6.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65AD37B2-887E-4012-A933-CB4F97E1FA89}"/>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B2F38"/>
                </a:solidFill>
                <a:latin typeface="Arial"/>
                <a:ea typeface="Arial"/>
                <a:cs typeface="Arial"/>
              </a:defRPr>
            </a:defPPr>
            <a:lvl1pPr algn="l">
              <a:defRPr sz="3300" b="1">
                <a:solidFill>
                  <a:srgbClr val="0B2F38"/>
                </a:solidFill>
                <a:latin typeface="Arial"/>
                <a:ea typeface="Arial"/>
                <a:cs typeface="Arial"/>
              </a:defRPr>
            </a:lvl1pPr>
            <a:lvl2pPr algn="l">
              <a:defRPr sz="3300" b="1">
                <a:solidFill>
                  <a:srgbClr val="0B2F38"/>
                </a:solidFill>
                <a:latin typeface="Arial"/>
                <a:ea typeface="Arial"/>
                <a:cs typeface="Arial"/>
              </a:defRPr>
            </a:lvl2pPr>
            <a:lvl3pPr algn="l">
              <a:defRPr sz="3300" b="1">
                <a:solidFill>
                  <a:srgbClr val="0B2F38"/>
                </a:solidFill>
                <a:latin typeface="Arial"/>
                <a:ea typeface="Arial"/>
                <a:cs typeface="Arial"/>
              </a:defRPr>
            </a:lvl3pPr>
            <a:lvl4pPr algn="l">
              <a:defRPr sz="3300" b="1">
                <a:solidFill>
                  <a:srgbClr val="0B2F38"/>
                </a:solidFill>
                <a:latin typeface="Arial"/>
                <a:ea typeface="Arial"/>
                <a:cs typeface="Arial"/>
              </a:defRPr>
            </a:lvl4pPr>
            <a:lvl5pPr algn="l">
              <a:defRPr sz="3300" b="1">
                <a:solidFill>
                  <a:srgbClr val="0B2F38"/>
                </a:solidFill>
                <a:latin typeface="Arial"/>
                <a:ea typeface="Arial"/>
                <a:cs typeface="Arial"/>
              </a:defRPr>
            </a:lvl5pPr>
            <a:lvl6pPr algn="l">
              <a:defRPr sz="3300" b="1">
                <a:solidFill>
                  <a:srgbClr val="0B2F38"/>
                </a:solidFill>
                <a:latin typeface="Arial"/>
                <a:ea typeface="Arial"/>
                <a:cs typeface="Arial"/>
              </a:defRPr>
            </a:lvl6pPr>
            <a:lvl7pPr algn="l">
              <a:defRPr sz="3300" b="1">
                <a:solidFill>
                  <a:srgbClr val="0B2F38"/>
                </a:solidFill>
                <a:latin typeface="Arial"/>
                <a:ea typeface="Arial"/>
                <a:cs typeface="Arial"/>
              </a:defRPr>
            </a:lvl7pPr>
            <a:lvl8pPr algn="l">
              <a:defRPr sz="3300" b="1">
                <a:solidFill>
                  <a:srgbClr val="0B2F38"/>
                </a:solidFill>
                <a:latin typeface="Arial"/>
                <a:ea typeface="Arial"/>
                <a:cs typeface="Arial"/>
              </a:defRPr>
            </a:lvl8pPr>
            <a:lvl9pPr algn="l">
              <a:defRPr sz="3300" b="1">
                <a:solidFill>
                  <a:srgbClr val="0B2F38"/>
                </a:solidFill>
                <a:latin typeface="Arial"/>
                <a:ea typeface="Arial"/>
                <a:cs typeface="Arial"/>
              </a:defRPr>
            </a:lvl9pPr>
          </a:lstStyle>
          <a:p xmlns:a="http://schemas.openxmlformats.org/drawingml/2006/main">
            <a:pPr algn="l">
              <a:defRPr sz="3300" b="1">
                <a:solidFill>
                  <a:srgbClr val="0B2F38"/>
                </a:solidFill>
                <a:latin typeface="Arial"/>
                <a:ea typeface="Arial"/>
                <a:cs typeface="Arial"/>
              </a:defRPr>
            </a:pPr>
            <a:r>
              <a:rPr sz="3300" b="1">
                <a:solidFill>
                  <a:srgbClr val="0B2F38"/>
                </a:solidFill>
                <a:latin typeface="Arial"/>
                <a:ea typeface="Arial"/>
                <a:cs typeface="Arial"/>
              </a:rPr>
              <a:t>OSM-Objekte und Verkehrszeichen-Tags</a:t>
            </a:r>
          </a:p>
        </p:txBody>
      </p:sp>
      <p:sp>
        <p:nvSpPr>
          <p:cNvPr id="2" name="text-1">
            <a:extLst xmlns:a="http://schemas.openxmlformats.org/drawingml/2006/main">
              <a:ext uri="{FF2B5EF4-FFF2-40B4-BE49-F238E27FC236}">
                <a16:creationId xmlns:a16="http://schemas.microsoft.com/office/drawing/2014/main" id="{FE51ADFB-1FE7-4163-9BE8-58BE77466F3A}"/>
              </a:ext>
            </a:extLst>
          </p:cNvPr>
          <p:cNvSpPr>
            <a:spLocks xmlns:a="http://schemas.openxmlformats.org/drawingml/2006/main" noGrp="1"/>
          </p:cNvSpPr>
          <p:nvPr/>
        </p:nvSpPr>
        <p:spPr>
          <a:xfrm xmlns:a="http://schemas.openxmlformats.org/drawingml/2006/main">
            <a:off x="11144250" y="6477000"/>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defRPr sz="1125" b="0">
                <a:solidFill>
                  <a:srgbClr val="50646A"/>
                </a:solidFill>
                <a:latin typeface="Arial"/>
                <a:ea typeface="Arial"/>
                <a:cs typeface="Arial"/>
              </a:defRPr>
            </a:lvl1pPr>
            <a:lvl2pPr algn="r">
              <a:defRPr sz="1125" b="0">
                <a:solidFill>
                  <a:srgbClr val="50646A"/>
                </a:solidFill>
                <a:latin typeface="Arial"/>
                <a:ea typeface="Arial"/>
                <a:cs typeface="Arial"/>
              </a:defRPr>
            </a:lvl2pPr>
            <a:lvl3pPr algn="r">
              <a:defRPr sz="1125" b="0">
                <a:solidFill>
                  <a:srgbClr val="50646A"/>
                </a:solidFill>
                <a:latin typeface="Arial"/>
                <a:ea typeface="Arial"/>
                <a:cs typeface="Arial"/>
              </a:defRPr>
            </a:lvl3pPr>
            <a:lvl4pPr algn="r">
              <a:defRPr sz="1125" b="0">
                <a:solidFill>
                  <a:srgbClr val="50646A"/>
                </a:solidFill>
                <a:latin typeface="Arial"/>
                <a:ea typeface="Arial"/>
                <a:cs typeface="Arial"/>
              </a:defRPr>
            </a:lvl4pPr>
            <a:lvl5pPr algn="r">
              <a:defRPr sz="1125" b="0">
                <a:solidFill>
                  <a:srgbClr val="50646A"/>
                </a:solidFill>
                <a:latin typeface="Arial"/>
                <a:ea typeface="Arial"/>
                <a:cs typeface="Arial"/>
              </a:defRPr>
            </a:lvl5pPr>
            <a:lvl6pPr algn="r">
              <a:defRPr sz="1125" b="0">
                <a:solidFill>
                  <a:srgbClr val="50646A"/>
                </a:solidFill>
                <a:latin typeface="Arial"/>
                <a:ea typeface="Arial"/>
                <a:cs typeface="Arial"/>
              </a:defRPr>
            </a:lvl6pPr>
            <a:lvl7pPr algn="r">
              <a:defRPr sz="1125" b="0">
                <a:solidFill>
                  <a:srgbClr val="50646A"/>
                </a:solidFill>
                <a:latin typeface="Arial"/>
                <a:ea typeface="Arial"/>
                <a:cs typeface="Arial"/>
              </a:defRPr>
            </a:lvl7pPr>
            <a:lvl8pPr algn="r">
              <a:defRPr sz="1125" b="0">
                <a:solidFill>
                  <a:srgbClr val="50646A"/>
                </a:solidFill>
                <a:latin typeface="Arial"/>
                <a:ea typeface="Arial"/>
                <a:cs typeface="Arial"/>
              </a:defRPr>
            </a:lvl8pPr>
            <a:lvl9pPr algn="r">
              <a:defRPr sz="1125" b="0">
                <a:solidFill>
                  <a:srgbClr val="50646A"/>
                </a:solidFill>
                <a:latin typeface="Arial"/>
                <a:ea typeface="Arial"/>
                <a:cs typeface="Arial"/>
              </a:defRPr>
            </a:lvl9pPr>
          </a:lstStyle>
          <a:p xmlns:a="http://schemas.openxmlformats.org/drawingml/2006/main">
            <a:pPr algn="r">
              <a:defRPr sz="1125" b="0">
                <a:solidFill>
                  <a:srgbClr val="50646A"/>
                </a:solidFill>
                <a:latin typeface="Arial"/>
                <a:ea typeface="Arial"/>
                <a:cs typeface="Arial"/>
              </a:defRPr>
            </a:pPr>
            <a:r>
              <a:rPr sz="1125" b="0">
                <a:solidFill>
                  <a:srgbClr val="50646A"/>
                </a:solidFill>
                <a:latin typeface="Arial"/>
                <a:ea typeface="Arial"/>
                <a:cs typeface="Arial"/>
              </a:rPr>
              <a:t>06</a:t>
            </a:r>
          </a:p>
        </p:txBody>
      </p:sp>
      <p:sp>
        <p:nvSpPr>
          <p:cNvPr id="3" name="text-2">
            <a:extLst xmlns:a="http://schemas.openxmlformats.org/drawingml/2006/main">
              <a:ext uri="{FF2B5EF4-FFF2-40B4-BE49-F238E27FC236}">
                <a16:creationId xmlns:a16="http://schemas.microsoft.com/office/drawing/2014/main" id="{2AB8ACFD-CBB1-44D1-8CD1-82683D2F0DB2}"/>
              </a:ext>
            </a:extLst>
          </p:cNvPr>
          <p:cNvSpPr>
            <a:spLocks xmlns:a="http://schemas.openxmlformats.org/drawingml/2006/main" noGrp="1"/>
          </p:cNvSpPr>
          <p:nvPr/>
        </p:nvSpPr>
        <p:spPr>
          <a:xfrm xmlns:a="http://schemas.openxmlformats.org/drawingml/2006/main">
            <a:off x="609600" y="1657350"/>
            <a:ext cx="442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B2F38"/>
                </a:solidFill>
                <a:latin typeface="Arial"/>
                <a:ea typeface="Arial"/>
                <a:cs typeface="Arial"/>
              </a:defRPr>
            </a:defPPr>
            <a:lvl1pPr algn="l">
              <a:defRPr sz="2100" b="1">
                <a:solidFill>
                  <a:srgbClr val="0B2F38"/>
                </a:solidFill>
                <a:latin typeface="Arial"/>
                <a:ea typeface="Arial"/>
                <a:cs typeface="Arial"/>
              </a:defRPr>
            </a:lvl1pPr>
            <a:lvl2pPr algn="l">
              <a:defRPr sz="2100" b="1">
                <a:solidFill>
                  <a:srgbClr val="0B2F38"/>
                </a:solidFill>
                <a:latin typeface="Arial"/>
                <a:ea typeface="Arial"/>
                <a:cs typeface="Arial"/>
              </a:defRPr>
            </a:lvl2pPr>
            <a:lvl3pPr algn="l">
              <a:defRPr sz="2100" b="1">
                <a:solidFill>
                  <a:srgbClr val="0B2F38"/>
                </a:solidFill>
                <a:latin typeface="Arial"/>
                <a:ea typeface="Arial"/>
                <a:cs typeface="Arial"/>
              </a:defRPr>
            </a:lvl3pPr>
            <a:lvl4pPr algn="l">
              <a:defRPr sz="2100" b="1">
                <a:solidFill>
                  <a:srgbClr val="0B2F38"/>
                </a:solidFill>
                <a:latin typeface="Arial"/>
                <a:ea typeface="Arial"/>
                <a:cs typeface="Arial"/>
              </a:defRPr>
            </a:lvl4pPr>
            <a:lvl5pPr algn="l">
              <a:defRPr sz="2100" b="1">
                <a:solidFill>
                  <a:srgbClr val="0B2F38"/>
                </a:solidFill>
                <a:latin typeface="Arial"/>
                <a:ea typeface="Arial"/>
                <a:cs typeface="Arial"/>
              </a:defRPr>
            </a:lvl5pPr>
            <a:lvl6pPr algn="l">
              <a:defRPr sz="2100" b="1">
                <a:solidFill>
                  <a:srgbClr val="0B2F38"/>
                </a:solidFill>
                <a:latin typeface="Arial"/>
                <a:ea typeface="Arial"/>
                <a:cs typeface="Arial"/>
              </a:defRPr>
            </a:lvl6pPr>
            <a:lvl7pPr algn="l">
              <a:defRPr sz="2100" b="1">
                <a:solidFill>
                  <a:srgbClr val="0B2F38"/>
                </a:solidFill>
                <a:latin typeface="Arial"/>
                <a:ea typeface="Arial"/>
                <a:cs typeface="Arial"/>
              </a:defRPr>
            </a:lvl7pPr>
            <a:lvl8pPr algn="l">
              <a:defRPr sz="2100" b="1">
                <a:solidFill>
                  <a:srgbClr val="0B2F38"/>
                </a:solidFill>
                <a:latin typeface="Arial"/>
                <a:ea typeface="Arial"/>
                <a:cs typeface="Arial"/>
              </a:defRPr>
            </a:lvl8pPr>
            <a:lvl9pPr algn="l">
              <a:defRPr sz="2100" b="1">
                <a:solidFill>
                  <a:srgbClr val="0B2F38"/>
                </a:solidFill>
                <a:latin typeface="Arial"/>
                <a:ea typeface="Arial"/>
                <a:cs typeface="Arial"/>
              </a:defRPr>
            </a:lvl9pPr>
          </a:lstStyle>
          <a:p xmlns:a="http://schemas.openxmlformats.org/drawingml/2006/main">
            <a:pPr algn="l">
              <a:defRPr sz="2100" b="1">
                <a:solidFill>
                  <a:srgbClr val="0B2F38"/>
                </a:solidFill>
                <a:latin typeface="Arial"/>
                <a:ea typeface="Arial"/>
                <a:cs typeface="Arial"/>
              </a:defRPr>
            </a:pPr>
            <a:r>
              <a:rPr sz="2100" b="1">
                <a:solidFill>
                  <a:srgbClr val="0B2F38"/>
                </a:solidFill>
                <a:latin typeface="Arial"/>
                <a:ea typeface="Arial"/>
                <a:cs typeface="Arial"/>
              </a:rPr>
              <a:t>Straßenklasse und Kartenstil</a:t>
            </a:r>
          </a:p>
        </p:txBody>
      </p:sp>
      <p:pic>
        <p:nvPicPr>
          <p:cNvPr id="4" name="">
            <a:extLst xmlns:a="http://schemas.openxmlformats.org/drawingml/2006/main">
              <a:ext uri="{FF2B5EF4-FFF2-40B4-BE49-F238E27FC236}">
                <a16:creationId xmlns:a16="http://schemas.microsoft.com/office/drawing/2014/main" id="{5857DBD9-B477-4C00-A647-780543893E06}"/>
              </a:ext>
            </a:extLst>
          </p:cNvPr>
          <p:cNvPicPr>
            <a:picLocks xmlns:a="http://schemas.openxmlformats.org/drawingml/2006/main" noChangeAspect="1"/>
          </p:cNvPicPr>
          <p:nvPr/>
        </p:nvPicPr>
        <p:blipFill>
          <a:blip xmlns:r="http://schemas.openxmlformats.org/officeDocument/2006/relationships" xmlns:a="http://schemas.openxmlformats.org/drawingml/2006/main" r:embed="R5fb63fe1cc114063"/>
          <a:stretch xmlns:a="http://schemas.openxmlformats.org/drawingml/2006/main"/>
        </p:blipFill>
        <p:spPr>
          <a:xfrm xmlns:a="http://schemas.openxmlformats.org/drawingml/2006/main">
            <a:off x="609600" y="2200275"/>
            <a:ext cx="1190625" cy="1190625"/>
          </a:xfrm>
          <a:prstGeom xmlns:a="http://schemas.openxmlformats.org/drawingml/2006/main" prst="rect">
            <a:avLst/>
          </a:prstGeom>
        </p:spPr>
      </p:pic>
      <p:sp>
        <p:nvSpPr>
          <p:cNvPr id="5" name="text-3">
            <a:extLst xmlns:a="http://schemas.openxmlformats.org/drawingml/2006/main">
              <a:ext uri="{FF2B5EF4-FFF2-40B4-BE49-F238E27FC236}">
                <a16:creationId xmlns:a16="http://schemas.microsoft.com/office/drawing/2014/main" id="{72E01A03-F1F1-4401-8026-ECB80DEEA5CE}"/>
              </a:ext>
            </a:extLst>
          </p:cNvPr>
          <p:cNvSpPr>
            <a:spLocks xmlns:a="http://schemas.openxmlformats.org/drawingml/2006/main" noGrp="1"/>
          </p:cNvSpPr>
          <p:nvPr/>
        </p:nvSpPr>
        <p:spPr>
          <a:xfrm xmlns:a="http://schemas.openxmlformats.org/drawingml/2006/main">
            <a:off x="2047875" y="2600325"/>
            <a:ext cx="3095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defRPr sz="1875" b="0">
                <a:solidFill>
                  <a:srgbClr val="0B2F38"/>
                </a:solidFill>
                <a:latin typeface="Arial"/>
                <a:ea typeface="Arial"/>
                <a:cs typeface="Arial"/>
              </a:defRPr>
            </a:lvl1pPr>
            <a:lvl2pPr algn="l">
              <a:defRPr sz="1875" b="0">
                <a:solidFill>
                  <a:srgbClr val="0B2F38"/>
                </a:solidFill>
                <a:latin typeface="Arial"/>
                <a:ea typeface="Arial"/>
                <a:cs typeface="Arial"/>
              </a:defRPr>
            </a:lvl2pPr>
            <a:lvl3pPr algn="l">
              <a:defRPr sz="1875" b="0">
                <a:solidFill>
                  <a:srgbClr val="0B2F38"/>
                </a:solidFill>
                <a:latin typeface="Arial"/>
                <a:ea typeface="Arial"/>
                <a:cs typeface="Arial"/>
              </a:defRPr>
            </a:lvl3pPr>
            <a:lvl4pPr algn="l">
              <a:defRPr sz="1875" b="0">
                <a:solidFill>
                  <a:srgbClr val="0B2F38"/>
                </a:solidFill>
                <a:latin typeface="Arial"/>
                <a:ea typeface="Arial"/>
                <a:cs typeface="Arial"/>
              </a:defRPr>
            </a:lvl4pPr>
            <a:lvl5pPr algn="l">
              <a:defRPr sz="1875" b="0">
                <a:solidFill>
                  <a:srgbClr val="0B2F38"/>
                </a:solidFill>
                <a:latin typeface="Arial"/>
                <a:ea typeface="Arial"/>
                <a:cs typeface="Arial"/>
              </a:defRPr>
            </a:lvl5pPr>
            <a:lvl6pPr algn="l">
              <a:defRPr sz="1875" b="0">
                <a:solidFill>
                  <a:srgbClr val="0B2F38"/>
                </a:solidFill>
                <a:latin typeface="Arial"/>
                <a:ea typeface="Arial"/>
                <a:cs typeface="Arial"/>
              </a:defRPr>
            </a:lvl6pPr>
            <a:lvl7pPr algn="l">
              <a:defRPr sz="1875" b="0">
                <a:solidFill>
                  <a:srgbClr val="0B2F38"/>
                </a:solidFill>
                <a:latin typeface="Arial"/>
                <a:ea typeface="Arial"/>
                <a:cs typeface="Arial"/>
              </a:defRPr>
            </a:lvl7pPr>
            <a:lvl8pPr algn="l">
              <a:defRPr sz="1875" b="0">
                <a:solidFill>
                  <a:srgbClr val="0B2F38"/>
                </a:solidFill>
                <a:latin typeface="Arial"/>
                <a:ea typeface="Arial"/>
                <a:cs typeface="Arial"/>
              </a:defRPr>
            </a:lvl8pPr>
            <a:lvl9pPr algn="l">
              <a:defRPr sz="1875" b="0">
                <a:solidFill>
                  <a:srgbClr val="0B2F38"/>
                </a:solidFill>
                <a:latin typeface="Arial"/>
                <a:ea typeface="Arial"/>
                <a:cs typeface="Arial"/>
              </a:defRPr>
            </a:lvl9pPr>
          </a:lstStyle>
          <a:p xmlns:a="http://schemas.openxmlformats.org/drawingml/2006/main">
            <a:pPr algn="l">
              <a:defRPr sz="1875" b="0">
                <a:solidFill>
                  <a:srgbClr val="0B2F38"/>
                </a:solidFill>
                <a:latin typeface="Arial"/>
                <a:ea typeface="Arial"/>
                <a:cs typeface="Arial"/>
              </a:defRPr>
            </a:pPr>
            <a:r>
              <a:rPr sz="1875" b="0">
                <a:solidFill>
                  <a:srgbClr val="0B2F38"/>
                </a:solidFill>
                <a:latin typeface="Arial"/>
                <a:ea typeface="Arial"/>
                <a:cs typeface="Arial"/>
              </a:rPr>
              <a:t>highway=motorway</a:t>
            </a:r>
          </a:p>
        </p:txBody>
      </p:sp>
      <p:pic>
        <p:nvPicPr>
          <p:cNvPr id="6" name="">
            <a:extLst xmlns:a="http://schemas.openxmlformats.org/drawingml/2006/main">
              <a:ext uri="{FF2B5EF4-FFF2-40B4-BE49-F238E27FC236}">
                <a16:creationId xmlns:a16="http://schemas.microsoft.com/office/drawing/2014/main" id="{A0469CDE-B549-4BE9-A936-6B8BE97EFE58}"/>
              </a:ext>
            </a:extLst>
          </p:cNvPr>
          <p:cNvPicPr>
            <a:picLocks xmlns:a="http://schemas.openxmlformats.org/drawingml/2006/main" noChangeAspect="1"/>
          </p:cNvPicPr>
          <p:nvPr/>
        </p:nvPicPr>
        <p:blipFill>
          <a:blip xmlns:r="http://schemas.openxmlformats.org/officeDocument/2006/relationships" xmlns:a="http://schemas.openxmlformats.org/drawingml/2006/main" r:embed="R4a7f8986c1ef479c"/>
          <a:stretch xmlns:a="http://schemas.openxmlformats.org/drawingml/2006/main"/>
        </p:blipFill>
        <p:spPr>
          <a:xfrm xmlns:a="http://schemas.openxmlformats.org/drawingml/2006/main">
            <a:off x="609600" y="3495675"/>
            <a:ext cx="1190625" cy="1190625"/>
          </a:xfrm>
          <a:prstGeom xmlns:a="http://schemas.openxmlformats.org/drawingml/2006/main" prst="rect">
            <a:avLst/>
          </a:prstGeom>
        </p:spPr>
      </p:pic>
      <p:sp>
        <p:nvSpPr>
          <p:cNvPr id="7" name="text-4">
            <a:extLst xmlns:a="http://schemas.openxmlformats.org/drawingml/2006/main">
              <a:ext uri="{FF2B5EF4-FFF2-40B4-BE49-F238E27FC236}">
                <a16:creationId xmlns:a16="http://schemas.microsoft.com/office/drawing/2014/main" id="{FDB08A2F-E27B-4F96-BCEF-DAA9C9D8C2C7}"/>
              </a:ext>
            </a:extLst>
          </p:cNvPr>
          <p:cNvSpPr>
            <a:spLocks xmlns:a="http://schemas.openxmlformats.org/drawingml/2006/main" noGrp="1"/>
          </p:cNvSpPr>
          <p:nvPr/>
        </p:nvSpPr>
        <p:spPr>
          <a:xfrm xmlns:a="http://schemas.openxmlformats.org/drawingml/2006/main">
            <a:off x="2047875" y="3895725"/>
            <a:ext cx="3095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defRPr sz="1875" b="0">
                <a:solidFill>
                  <a:srgbClr val="0B2F38"/>
                </a:solidFill>
                <a:latin typeface="Arial"/>
                <a:ea typeface="Arial"/>
                <a:cs typeface="Arial"/>
              </a:defRPr>
            </a:lvl1pPr>
            <a:lvl2pPr algn="l">
              <a:defRPr sz="1875" b="0">
                <a:solidFill>
                  <a:srgbClr val="0B2F38"/>
                </a:solidFill>
                <a:latin typeface="Arial"/>
                <a:ea typeface="Arial"/>
                <a:cs typeface="Arial"/>
              </a:defRPr>
            </a:lvl2pPr>
            <a:lvl3pPr algn="l">
              <a:defRPr sz="1875" b="0">
                <a:solidFill>
                  <a:srgbClr val="0B2F38"/>
                </a:solidFill>
                <a:latin typeface="Arial"/>
                <a:ea typeface="Arial"/>
                <a:cs typeface="Arial"/>
              </a:defRPr>
            </a:lvl3pPr>
            <a:lvl4pPr algn="l">
              <a:defRPr sz="1875" b="0">
                <a:solidFill>
                  <a:srgbClr val="0B2F38"/>
                </a:solidFill>
                <a:latin typeface="Arial"/>
                <a:ea typeface="Arial"/>
                <a:cs typeface="Arial"/>
              </a:defRPr>
            </a:lvl4pPr>
            <a:lvl5pPr algn="l">
              <a:defRPr sz="1875" b="0">
                <a:solidFill>
                  <a:srgbClr val="0B2F38"/>
                </a:solidFill>
                <a:latin typeface="Arial"/>
                <a:ea typeface="Arial"/>
                <a:cs typeface="Arial"/>
              </a:defRPr>
            </a:lvl5pPr>
            <a:lvl6pPr algn="l">
              <a:defRPr sz="1875" b="0">
                <a:solidFill>
                  <a:srgbClr val="0B2F38"/>
                </a:solidFill>
                <a:latin typeface="Arial"/>
                <a:ea typeface="Arial"/>
                <a:cs typeface="Arial"/>
              </a:defRPr>
            </a:lvl6pPr>
            <a:lvl7pPr algn="l">
              <a:defRPr sz="1875" b="0">
                <a:solidFill>
                  <a:srgbClr val="0B2F38"/>
                </a:solidFill>
                <a:latin typeface="Arial"/>
                <a:ea typeface="Arial"/>
                <a:cs typeface="Arial"/>
              </a:defRPr>
            </a:lvl7pPr>
            <a:lvl8pPr algn="l">
              <a:defRPr sz="1875" b="0">
                <a:solidFill>
                  <a:srgbClr val="0B2F38"/>
                </a:solidFill>
                <a:latin typeface="Arial"/>
                <a:ea typeface="Arial"/>
                <a:cs typeface="Arial"/>
              </a:defRPr>
            </a:lvl8pPr>
            <a:lvl9pPr algn="l">
              <a:defRPr sz="1875" b="0">
                <a:solidFill>
                  <a:srgbClr val="0B2F38"/>
                </a:solidFill>
                <a:latin typeface="Arial"/>
                <a:ea typeface="Arial"/>
                <a:cs typeface="Arial"/>
              </a:defRPr>
            </a:lvl9pPr>
          </a:lstStyle>
          <a:p xmlns:a="http://schemas.openxmlformats.org/drawingml/2006/main">
            <a:pPr algn="l">
              <a:defRPr sz="1875" b="0">
                <a:solidFill>
                  <a:srgbClr val="0B2F38"/>
                </a:solidFill>
                <a:latin typeface="Arial"/>
                <a:ea typeface="Arial"/>
                <a:cs typeface="Arial"/>
              </a:defRPr>
            </a:pPr>
            <a:r>
              <a:rPr sz="1875" b="0">
                <a:solidFill>
                  <a:srgbClr val="0B2F38"/>
                </a:solidFill>
                <a:latin typeface="Arial"/>
                <a:ea typeface="Arial"/>
                <a:cs typeface="Arial"/>
              </a:rPr>
              <a:t>highway=primary</a:t>
            </a:r>
          </a:p>
        </p:txBody>
      </p:sp>
      <p:pic>
        <p:nvPicPr>
          <p:cNvPr id="8" name="">
            <a:extLst xmlns:a="http://schemas.openxmlformats.org/drawingml/2006/main">
              <a:ext uri="{FF2B5EF4-FFF2-40B4-BE49-F238E27FC236}">
                <a16:creationId xmlns:a16="http://schemas.microsoft.com/office/drawing/2014/main" id="{8BF5EF0F-E442-4CE7-8B81-511D390D90F4}"/>
              </a:ext>
            </a:extLst>
          </p:cNvPr>
          <p:cNvPicPr>
            <a:picLocks xmlns:a="http://schemas.openxmlformats.org/drawingml/2006/main" noChangeAspect="1"/>
          </p:cNvPicPr>
          <p:nvPr/>
        </p:nvPicPr>
        <p:blipFill>
          <a:blip xmlns:r="http://schemas.openxmlformats.org/officeDocument/2006/relationships" xmlns:a="http://schemas.openxmlformats.org/drawingml/2006/main" r:embed="Rac0fab592cd44f74"/>
          <a:stretch xmlns:a="http://schemas.openxmlformats.org/drawingml/2006/main"/>
        </p:blipFill>
        <p:spPr>
          <a:xfrm xmlns:a="http://schemas.openxmlformats.org/drawingml/2006/main">
            <a:off x="609600" y="4791075"/>
            <a:ext cx="1190625" cy="1190625"/>
          </a:xfrm>
          <a:prstGeom xmlns:a="http://schemas.openxmlformats.org/drawingml/2006/main" prst="rect">
            <a:avLst/>
          </a:prstGeom>
        </p:spPr>
      </p:pic>
      <p:sp>
        <p:nvSpPr>
          <p:cNvPr id="9" name="text-5">
            <a:extLst xmlns:a="http://schemas.openxmlformats.org/drawingml/2006/main">
              <a:ext uri="{FF2B5EF4-FFF2-40B4-BE49-F238E27FC236}">
                <a16:creationId xmlns:a16="http://schemas.microsoft.com/office/drawing/2014/main" id="{32CF3FE7-E7AE-4028-A634-92065B18651E}"/>
              </a:ext>
            </a:extLst>
          </p:cNvPr>
          <p:cNvSpPr>
            <a:spLocks xmlns:a="http://schemas.openxmlformats.org/drawingml/2006/main" noGrp="1"/>
          </p:cNvSpPr>
          <p:nvPr/>
        </p:nvSpPr>
        <p:spPr>
          <a:xfrm xmlns:a="http://schemas.openxmlformats.org/drawingml/2006/main">
            <a:off x="2047875" y="5191125"/>
            <a:ext cx="3095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defRPr sz="1875" b="0">
                <a:solidFill>
                  <a:srgbClr val="0B2F38"/>
                </a:solidFill>
                <a:latin typeface="Arial"/>
                <a:ea typeface="Arial"/>
                <a:cs typeface="Arial"/>
              </a:defRPr>
            </a:lvl1pPr>
            <a:lvl2pPr algn="l">
              <a:defRPr sz="1875" b="0">
                <a:solidFill>
                  <a:srgbClr val="0B2F38"/>
                </a:solidFill>
                <a:latin typeface="Arial"/>
                <a:ea typeface="Arial"/>
                <a:cs typeface="Arial"/>
              </a:defRPr>
            </a:lvl2pPr>
            <a:lvl3pPr algn="l">
              <a:defRPr sz="1875" b="0">
                <a:solidFill>
                  <a:srgbClr val="0B2F38"/>
                </a:solidFill>
                <a:latin typeface="Arial"/>
                <a:ea typeface="Arial"/>
                <a:cs typeface="Arial"/>
              </a:defRPr>
            </a:lvl3pPr>
            <a:lvl4pPr algn="l">
              <a:defRPr sz="1875" b="0">
                <a:solidFill>
                  <a:srgbClr val="0B2F38"/>
                </a:solidFill>
                <a:latin typeface="Arial"/>
                <a:ea typeface="Arial"/>
                <a:cs typeface="Arial"/>
              </a:defRPr>
            </a:lvl4pPr>
            <a:lvl5pPr algn="l">
              <a:defRPr sz="1875" b="0">
                <a:solidFill>
                  <a:srgbClr val="0B2F38"/>
                </a:solidFill>
                <a:latin typeface="Arial"/>
                <a:ea typeface="Arial"/>
                <a:cs typeface="Arial"/>
              </a:defRPr>
            </a:lvl5pPr>
            <a:lvl6pPr algn="l">
              <a:defRPr sz="1875" b="0">
                <a:solidFill>
                  <a:srgbClr val="0B2F38"/>
                </a:solidFill>
                <a:latin typeface="Arial"/>
                <a:ea typeface="Arial"/>
                <a:cs typeface="Arial"/>
              </a:defRPr>
            </a:lvl6pPr>
            <a:lvl7pPr algn="l">
              <a:defRPr sz="1875" b="0">
                <a:solidFill>
                  <a:srgbClr val="0B2F38"/>
                </a:solidFill>
                <a:latin typeface="Arial"/>
                <a:ea typeface="Arial"/>
                <a:cs typeface="Arial"/>
              </a:defRPr>
            </a:lvl7pPr>
            <a:lvl8pPr algn="l">
              <a:defRPr sz="1875" b="0">
                <a:solidFill>
                  <a:srgbClr val="0B2F38"/>
                </a:solidFill>
                <a:latin typeface="Arial"/>
                <a:ea typeface="Arial"/>
                <a:cs typeface="Arial"/>
              </a:defRPr>
            </a:lvl8pPr>
            <a:lvl9pPr algn="l">
              <a:defRPr sz="1875" b="0">
                <a:solidFill>
                  <a:srgbClr val="0B2F38"/>
                </a:solidFill>
                <a:latin typeface="Arial"/>
                <a:ea typeface="Arial"/>
                <a:cs typeface="Arial"/>
              </a:defRPr>
            </a:lvl9pPr>
          </a:lstStyle>
          <a:p xmlns:a="http://schemas.openxmlformats.org/drawingml/2006/main">
            <a:pPr algn="l">
              <a:defRPr sz="1875" b="0">
                <a:solidFill>
                  <a:srgbClr val="0B2F38"/>
                </a:solidFill>
                <a:latin typeface="Arial"/>
                <a:ea typeface="Arial"/>
                <a:cs typeface="Arial"/>
              </a:defRPr>
            </a:pPr>
            <a:r>
              <a:rPr sz="1875" b="0">
                <a:solidFill>
                  <a:srgbClr val="0B2F38"/>
                </a:solidFill>
                <a:latin typeface="Arial"/>
                <a:ea typeface="Arial"/>
                <a:cs typeface="Arial"/>
              </a:rPr>
              <a:t>highway=residential</a:t>
            </a:r>
          </a:p>
        </p:txBody>
      </p:sp>
      <p:sp>
        <p:nvSpPr>
          <p:cNvPr id="10" name="text-6">
            <a:extLst xmlns:a="http://schemas.openxmlformats.org/drawingml/2006/main">
              <a:ext uri="{FF2B5EF4-FFF2-40B4-BE49-F238E27FC236}">
                <a16:creationId xmlns:a16="http://schemas.microsoft.com/office/drawing/2014/main" id="{BEEFE208-985C-4BD0-9FDC-2C1CEC9355AC}"/>
              </a:ext>
            </a:extLst>
          </p:cNvPr>
          <p:cNvSpPr>
            <a:spLocks xmlns:a="http://schemas.openxmlformats.org/drawingml/2006/main" noGrp="1"/>
          </p:cNvSpPr>
          <p:nvPr/>
        </p:nvSpPr>
        <p:spPr>
          <a:xfrm xmlns:a="http://schemas.openxmlformats.org/drawingml/2006/main">
            <a:off x="5372100" y="1657350"/>
            <a:ext cx="6210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B2F38"/>
                </a:solidFill>
                <a:latin typeface="Arial"/>
                <a:ea typeface="Arial"/>
                <a:cs typeface="Arial"/>
              </a:defRPr>
            </a:defPPr>
            <a:lvl1pPr algn="l">
              <a:defRPr sz="2025" b="1">
                <a:solidFill>
                  <a:srgbClr val="0B2F38"/>
                </a:solidFill>
                <a:latin typeface="Arial"/>
                <a:ea typeface="Arial"/>
                <a:cs typeface="Arial"/>
              </a:defRPr>
            </a:lvl1pPr>
            <a:lvl2pPr algn="l">
              <a:defRPr sz="2025" b="1">
                <a:solidFill>
                  <a:srgbClr val="0B2F38"/>
                </a:solidFill>
                <a:latin typeface="Arial"/>
                <a:ea typeface="Arial"/>
                <a:cs typeface="Arial"/>
              </a:defRPr>
            </a:lvl2pPr>
            <a:lvl3pPr algn="l">
              <a:defRPr sz="2025" b="1">
                <a:solidFill>
                  <a:srgbClr val="0B2F38"/>
                </a:solidFill>
                <a:latin typeface="Arial"/>
                <a:ea typeface="Arial"/>
                <a:cs typeface="Arial"/>
              </a:defRPr>
            </a:lvl3pPr>
            <a:lvl4pPr algn="l">
              <a:defRPr sz="2025" b="1">
                <a:solidFill>
                  <a:srgbClr val="0B2F38"/>
                </a:solidFill>
                <a:latin typeface="Arial"/>
                <a:ea typeface="Arial"/>
                <a:cs typeface="Arial"/>
              </a:defRPr>
            </a:lvl4pPr>
            <a:lvl5pPr algn="l">
              <a:defRPr sz="2025" b="1">
                <a:solidFill>
                  <a:srgbClr val="0B2F38"/>
                </a:solidFill>
                <a:latin typeface="Arial"/>
                <a:ea typeface="Arial"/>
                <a:cs typeface="Arial"/>
              </a:defRPr>
            </a:lvl5pPr>
            <a:lvl6pPr algn="l">
              <a:defRPr sz="2025" b="1">
                <a:solidFill>
                  <a:srgbClr val="0B2F38"/>
                </a:solidFill>
                <a:latin typeface="Arial"/>
                <a:ea typeface="Arial"/>
                <a:cs typeface="Arial"/>
              </a:defRPr>
            </a:lvl6pPr>
            <a:lvl7pPr algn="l">
              <a:defRPr sz="2025" b="1">
                <a:solidFill>
                  <a:srgbClr val="0B2F38"/>
                </a:solidFill>
                <a:latin typeface="Arial"/>
                <a:ea typeface="Arial"/>
                <a:cs typeface="Arial"/>
              </a:defRPr>
            </a:lvl7pPr>
            <a:lvl8pPr algn="l">
              <a:defRPr sz="2025" b="1">
                <a:solidFill>
                  <a:srgbClr val="0B2F38"/>
                </a:solidFill>
                <a:latin typeface="Arial"/>
                <a:ea typeface="Arial"/>
                <a:cs typeface="Arial"/>
              </a:defRPr>
            </a:lvl8pPr>
            <a:lvl9pPr algn="l">
              <a:defRPr sz="2025" b="1">
                <a:solidFill>
                  <a:srgbClr val="0B2F38"/>
                </a:solidFill>
                <a:latin typeface="Arial"/>
                <a:ea typeface="Arial"/>
                <a:cs typeface="Arial"/>
              </a:defRPr>
            </a:lvl9pPr>
          </a:lstStyle>
          <a:p xmlns:a="http://schemas.openxmlformats.org/drawingml/2006/main">
            <a:pPr algn="l">
              <a:defRPr sz="2025" b="1">
                <a:solidFill>
                  <a:srgbClr val="0B2F38"/>
                </a:solidFill>
                <a:latin typeface="Arial"/>
                <a:ea typeface="Arial"/>
                <a:cs typeface="Arial"/>
              </a:defRPr>
            </a:pPr>
            <a:r>
              <a:rPr sz="2025" b="1">
                <a:solidFill>
                  <a:srgbClr val="0B2F38"/>
                </a:solidFill>
                <a:latin typeface="Arial"/>
                <a:ea typeface="Arial"/>
                <a:cs typeface="Arial"/>
              </a:rPr>
              <a:t>Tempo 50: Schild und Straßenwirkung</a:t>
            </a:r>
          </a:p>
        </p:txBody>
      </p:sp>
      <p:pic>
        <p:nvPicPr>
          <p:cNvPr id="11" name="">
            <a:extLst xmlns:a="http://schemas.openxmlformats.org/drawingml/2006/main">
              <a:ext uri="{FF2B5EF4-FFF2-40B4-BE49-F238E27FC236}">
                <a16:creationId xmlns:a16="http://schemas.microsoft.com/office/drawing/2014/main" id="{C27DD9E8-17D7-44D1-96FF-1C53265759FE}"/>
              </a:ext>
            </a:extLst>
          </p:cNvPr>
          <p:cNvPicPr>
            <a:picLocks xmlns:a="http://schemas.openxmlformats.org/drawingml/2006/main" noChangeAspect="1"/>
          </p:cNvPicPr>
          <p:nvPr/>
        </p:nvPicPr>
        <p:blipFill>
          <a:blip xmlns:r="http://schemas.openxmlformats.org/officeDocument/2006/relationships" xmlns:a="http://schemas.openxmlformats.org/drawingml/2006/main" r:embed="Rffc3f53f2a4c42e4"/>
          <a:stretch xmlns:a="http://schemas.openxmlformats.org/drawingml/2006/main"/>
        </p:blipFill>
        <p:spPr>
          <a:xfrm xmlns:a="http://schemas.openxmlformats.org/drawingml/2006/main">
            <a:off x="5372100" y="2242245"/>
            <a:ext cx="6210300" cy="3202186"/>
          </a:xfrm>
          <a:prstGeom xmlns:a="http://schemas.openxmlformats.org/drawingml/2006/main" prst="rect">
            <a:avLst/>
          </a:prstGeom>
        </p:spPr>
      </p:pic>
      <p:sp>
        <p:nvSpPr>
          <p:cNvPr id="12" name="text-7">
            <a:extLst xmlns:a="http://schemas.openxmlformats.org/drawingml/2006/main">
              <a:ext uri="{FF2B5EF4-FFF2-40B4-BE49-F238E27FC236}">
                <a16:creationId xmlns:a16="http://schemas.microsoft.com/office/drawing/2014/main" id="{B2BFAF00-857E-44F5-BDDF-AD4B57CDF1E2}"/>
              </a:ext>
            </a:extLst>
          </p:cNvPr>
          <p:cNvSpPr>
            <a:spLocks xmlns:a="http://schemas.openxmlformats.org/drawingml/2006/main" noGrp="1"/>
          </p:cNvSpPr>
          <p:nvPr/>
        </p:nvSpPr>
        <p:spPr>
          <a:xfrm xmlns:a="http://schemas.openxmlformats.org/drawingml/2006/main">
            <a:off x="5372100" y="5686425"/>
            <a:ext cx="62103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2647B"/>
                </a:solidFill>
                <a:latin typeface="Arial"/>
                <a:ea typeface="Arial"/>
                <a:cs typeface="Arial"/>
              </a:defRPr>
            </a:defPPr>
            <a:lvl1pPr algn="l">
              <a:defRPr sz="1875" b="0">
                <a:solidFill>
                  <a:srgbClr val="12647B"/>
                </a:solidFill>
                <a:latin typeface="Arial"/>
                <a:ea typeface="Arial"/>
                <a:cs typeface="Arial"/>
              </a:defRPr>
            </a:lvl1pPr>
            <a:lvl2pPr algn="l">
              <a:defRPr sz="1875" b="0">
                <a:solidFill>
                  <a:srgbClr val="12647B"/>
                </a:solidFill>
                <a:latin typeface="Arial"/>
                <a:ea typeface="Arial"/>
                <a:cs typeface="Arial"/>
              </a:defRPr>
            </a:lvl2pPr>
            <a:lvl3pPr algn="l">
              <a:defRPr sz="1875" b="0">
                <a:solidFill>
                  <a:srgbClr val="12647B"/>
                </a:solidFill>
                <a:latin typeface="Arial"/>
                <a:ea typeface="Arial"/>
                <a:cs typeface="Arial"/>
              </a:defRPr>
            </a:lvl3pPr>
            <a:lvl4pPr algn="l">
              <a:defRPr sz="1875" b="0">
                <a:solidFill>
                  <a:srgbClr val="12647B"/>
                </a:solidFill>
                <a:latin typeface="Arial"/>
                <a:ea typeface="Arial"/>
                <a:cs typeface="Arial"/>
              </a:defRPr>
            </a:lvl4pPr>
            <a:lvl5pPr algn="l">
              <a:defRPr sz="1875" b="0">
                <a:solidFill>
                  <a:srgbClr val="12647B"/>
                </a:solidFill>
                <a:latin typeface="Arial"/>
                <a:ea typeface="Arial"/>
                <a:cs typeface="Arial"/>
              </a:defRPr>
            </a:lvl5pPr>
            <a:lvl6pPr algn="l">
              <a:defRPr sz="1875" b="0">
                <a:solidFill>
                  <a:srgbClr val="12647B"/>
                </a:solidFill>
                <a:latin typeface="Arial"/>
                <a:ea typeface="Arial"/>
                <a:cs typeface="Arial"/>
              </a:defRPr>
            </a:lvl6pPr>
            <a:lvl7pPr algn="l">
              <a:defRPr sz="1875" b="0">
                <a:solidFill>
                  <a:srgbClr val="12647B"/>
                </a:solidFill>
                <a:latin typeface="Arial"/>
                <a:ea typeface="Arial"/>
                <a:cs typeface="Arial"/>
              </a:defRPr>
            </a:lvl7pPr>
            <a:lvl8pPr algn="l">
              <a:defRPr sz="1875" b="0">
                <a:solidFill>
                  <a:srgbClr val="12647B"/>
                </a:solidFill>
                <a:latin typeface="Arial"/>
                <a:ea typeface="Arial"/>
                <a:cs typeface="Arial"/>
              </a:defRPr>
            </a:lvl8pPr>
            <a:lvl9pPr algn="l">
              <a:defRPr sz="1875" b="0">
                <a:solidFill>
                  <a:srgbClr val="12647B"/>
                </a:solidFill>
                <a:latin typeface="Arial"/>
                <a:ea typeface="Arial"/>
                <a:cs typeface="Arial"/>
              </a:defRPr>
            </a:lvl9pPr>
          </a:lstStyle>
          <a:p xmlns:a="http://schemas.openxmlformats.org/drawingml/2006/main">
            <a:pPr algn="l">
              <a:defRPr sz="1875" b="0">
                <a:solidFill>
                  <a:srgbClr val="12647B"/>
                </a:solidFill>
                <a:latin typeface="Arial"/>
                <a:ea typeface="Arial"/>
                <a:cs typeface="Arial"/>
              </a:defRPr>
            </a:pPr>
            <a:r>
              <a:rPr sz="1875" b="0" u="sng">
                <a:solidFill>
                  <a:srgbClr val="12647B"/>
                </a:solidFill>
                <a:latin typeface="Arial"/>
                <a:ea typeface="Arial"/>
                <a:cs typeface="Arial"/>
                <a:hlinkClick xmlns:r="http://schemas.openxmlformats.org/officeDocument/2006/relationships" r:id="R949eacd4596746f3"/>
              </a:rPr>
              <a:t>OSM Verkehrszeichen-Tool öffnen</a:t>
            </a:r>
          </a:p>
        </p:txBody>
      </p:sp>
      <p:sp>
        <p:nvSpPr>
          <p:cNvPr id="13" name="text-8">
            <a:extLst xmlns:a="http://schemas.openxmlformats.org/drawingml/2006/main">
              <a:ext uri="{FF2B5EF4-FFF2-40B4-BE49-F238E27FC236}">
                <a16:creationId xmlns:a16="http://schemas.microsoft.com/office/drawing/2014/main" id="{E7E86F15-D121-419F-9796-88E4B5640822}"/>
              </a:ext>
            </a:extLst>
          </p:cNvPr>
          <p:cNvSpPr>
            <a:spLocks xmlns:a="http://schemas.openxmlformats.org/drawingml/2006/main" noGrp="1"/>
          </p:cNvSpPr>
          <p:nvPr/>
        </p:nvSpPr>
        <p:spPr>
          <a:xfrm xmlns:a="http://schemas.openxmlformats.org/drawingml/2006/main">
            <a:off x="5372100" y="6153150"/>
            <a:ext cx="6210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0646A"/>
                </a:solidFill>
                <a:latin typeface="Arial"/>
                <a:ea typeface="Arial"/>
                <a:cs typeface="Arial"/>
              </a:defRPr>
            </a:defPPr>
            <a:lvl1pPr algn="l">
              <a:defRPr sz="1350" b="0">
                <a:solidFill>
                  <a:srgbClr val="50646A"/>
                </a:solidFill>
                <a:latin typeface="Arial"/>
                <a:ea typeface="Arial"/>
                <a:cs typeface="Arial"/>
              </a:defRPr>
            </a:lvl1pPr>
            <a:lvl2pPr algn="l">
              <a:defRPr sz="1350" b="0">
                <a:solidFill>
                  <a:srgbClr val="50646A"/>
                </a:solidFill>
                <a:latin typeface="Arial"/>
                <a:ea typeface="Arial"/>
                <a:cs typeface="Arial"/>
              </a:defRPr>
            </a:lvl2pPr>
            <a:lvl3pPr algn="l">
              <a:defRPr sz="1350" b="0">
                <a:solidFill>
                  <a:srgbClr val="50646A"/>
                </a:solidFill>
                <a:latin typeface="Arial"/>
                <a:ea typeface="Arial"/>
                <a:cs typeface="Arial"/>
              </a:defRPr>
            </a:lvl3pPr>
            <a:lvl4pPr algn="l">
              <a:defRPr sz="1350" b="0">
                <a:solidFill>
                  <a:srgbClr val="50646A"/>
                </a:solidFill>
                <a:latin typeface="Arial"/>
                <a:ea typeface="Arial"/>
                <a:cs typeface="Arial"/>
              </a:defRPr>
            </a:lvl4pPr>
            <a:lvl5pPr algn="l">
              <a:defRPr sz="1350" b="0">
                <a:solidFill>
                  <a:srgbClr val="50646A"/>
                </a:solidFill>
                <a:latin typeface="Arial"/>
                <a:ea typeface="Arial"/>
                <a:cs typeface="Arial"/>
              </a:defRPr>
            </a:lvl5pPr>
            <a:lvl6pPr algn="l">
              <a:defRPr sz="1350" b="0">
                <a:solidFill>
                  <a:srgbClr val="50646A"/>
                </a:solidFill>
                <a:latin typeface="Arial"/>
                <a:ea typeface="Arial"/>
                <a:cs typeface="Arial"/>
              </a:defRPr>
            </a:lvl6pPr>
            <a:lvl7pPr algn="l">
              <a:defRPr sz="1350" b="0">
                <a:solidFill>
                  <a:srgbClr val="50646A"/>
                </a:solidFill>
                <a:latin typeface="Arial"/>
                <a:ea typeface="Arial"/>
                <a:cs typeface="Arial"/>
              </a:defRPr>
            </a:lvl7pPr>
            <a:lvl8pPr algn="l">
              <a:defRPr sz="1350" b="0">
                <a:solidFill>
                  <a:srgbClr val="50646A"/>
                </a:solidFill>
                <a:latin typeface="Arial"/>
                <a:ea typeface="Arial"/>
                <a:cs typeface="Arial"/>
              </a:defRPr>
            </a:lvl8pPr>
            <a:lvl9pPr algn="l">
              <a:defRPr sz="1350" b="0">
                <a:solidFill>
                  <a:srgbClr val="50646A"/>
                </a:solidFill>
                <a:latin typeface="Arial"/>
                <a:ea typeface="Arial"/>
                <a:cs typeface="Arial"/>
              </a:defRPr>
            </a:lvl9pPr>
          </a:lstStyle>
          <a:p xmlns:a="http://schemas.openxmlformats.org/drawingml/2006/main">
            <a:pPr algn="l">
              <a:defRPr sz="1350" b="0">
                <a:solidFill>
                  <a:srgbClr val="50646A"/>
                </a:solidFill>
                <a:latin typeface="Arial"/>
                <a:ea typeface="Arial"/>
                <a:cs typeface="Arial"/>
              </a:defRPr>
            </a:pPr>
            <a:r>
              <a:rPr sz="1350" b="0">
                <a:solidFill>
                  <a:srgbClr val="50646A"/>
                </a:solidFill>
                <a:latin typeface="Arial"/>
                <a:ea typeface="Arial"/>
                <a:cs typeface="Arial"/>
              </a:rPr>
              <a:t>OSM-Carto-Beispiele · Tag-Empfehlungen vor dem Edit prüfen</a:t>
            </a:r>
          </a:p>
        </p:txBody>
      </p:sp>
    </p:spTree>
    <p:extLst>
      <p:ext uri="{BB962C8B-B14F-4D97-AF65-F5344CB8AC3E}">
        <p14:creationId xmlns:p14="http://schemas.microsoft.com/office/powerpoint/2010/main" val="2126802196"/>
      </p:ext>
    </p:extLst>
  </p:cSld>
</p:sld>
</file>

<file path=ppt/slides/slide7.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0AF813F0-93F4-4AC2-8A5E-D8D6D02FA870}"/>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B2F38"/>
                </a:solidFill>
                <a:latin typeface="Arial"/>
                <a:ea typeface="Arial"/>
                <a:cs typeface="Arial"/>
              </a:defRPr>
            </a:defPPr>
            <a:lvl1pPr algn="l">
              <a:defRPr sz="3300" b="1">
                <a:solidFill>
                  <a:srgbClr val="0B2F38"/>
                </a:solidFill>
                <a:latin typeface="Arial"/>
                <a:ea typeface="Arial"/>
                <a:cs typeface="Arial"/>
              </a:defRPr>
            </a:lvl1pPr>
            <a:lvl2pPr algn="l">
              <a:defRPr sz="3300" b="1">
                <a:solidFill>
                  <a:srgbClr val="0B2F38"/>
                </a:solidFill>
                <a:latin typeface="Arial"/>
                <a:ea typeface="Arial"/>
                <a:cs typeface="Arial"/>
              </a:defRPr>
            </a:lvl2pPr>
            <a:lvl3pPr algn="l">
              <a:defRPr sz="3300" b="1">
                <a:solidFill>
                  <a:srgbClr val="0B2F38"/>
                </a:solidFill>
                <a:latin typeface="Arial"/>
                <a:ea typeface="Arial"/>
                <a:cs typeface="Arial"/>
              </a:defRPr>
            </a:lvl3pPr>
            <a:lvl4pPr algn="l">
              <a:defRPr sz="3300" b="1">
                <a:solidFill>
                  <a:srgbClr val="0B2F38"/>
                </a:solidFill>
                <a:latin typeface="Arial"/>
                <a:ea typeface="Arial"/>
                <a:cs typeface="Arial"/>
              </a:defRPr>
            </a:lvl4pPr>
            <a:lvl5pPr algn="l">
              <a:defRPr sz="3300" b="1">
                <a:solidFill>
                  <a:srgbClr val="0B2F38"/>
                </a:solidFill>
                <a:latin typeface="Arial"/>
                <a:ea typeface="Arial"/>
                <a:cs typeface="Arial"/>
              </a:defRPr>
            </a:lvl5pPr>
            <a:lvl6pPr algn="l">
              <a:defRPr sz="3300" b="1">
                <a:solidFill>
                  <a:srgbClr val="0B2F38"/>
                </a:solidFill>
                <a:latin typeface="Arial"/>
                <a:ea typeface="Arial"/>
                <a:cs typeface="Arial"/>
              </a:defRPr>
            </a:lvl6pPr>
            <a:lvl7pPr algn="l">
              <a:defRPr sz="3300" b="1">
                <a:solidFill>
                  <a:srgbClr val="0B2F38"/>
                </a:solidFill>
                <a:latin typeface="Arial"/>
                <a:ea typeface="Arial"/>
                <a:cs typeface="Arial"/>
              </a:defRPr>
            </a:lvl7pPr>
            <a:lvl8pPr algn="l">
              <a:defRPr sz="3300" b="1">
                <a:solidFill>
                  <a:srgbClr val="0B2F38"/>
                </a:solidFill>
                <a:latin typeface="Arial"/>
                <a:ea typeface="Arial"/>
                <a:cs typeface="Arial"/>
              </a:defRPr>
            </a:lvl8pPr>
            <a:lvl9pPr algn="l">
              <a:defRPr sz="3300" b="1">
                <a:solidFill>
                  <a:srgbClr val="0B2F38"/>
                </a:solidFill>
                <a:latin typeface="Arial"/>
                <a:ea typeface="Arial"/>
                <a:cs typeface="Arial"/>
              </a:defRPr>
            </a:lvl9pPr>
          </a:lstStyle>
          <a:p xmlns:a="http://schemas.openxmlformats.org/drawingml/2006/main">
            <a:pPr algn="l">
              <a:defRPr sz="3300" b="1">
                <a:solidFill>
                  <a:srgbClr val="0B2F38"/>
                </a:solidFill>
                <a:latin typeface="Arial"/>
                <a:ea typeface="Arial"/>
                <a:cs typeface="Arial"/>
              </a:defRPr>
            </a:pPr>
            <a:r>
              <a:rPr sz="3300" b="1">
                <a:solidFill>
                  <a:srgbClr val="0B2F38"/>
                </a:solidFill>
                <a:latin typeface="Arial"/>
                <a:ea typeface="Arial"/>
                <a:cs typeface="Arial"/>
              </a:rPr>
              <a:t>Panoramax: Bilder mit Annotationen</a:t>
            </a:r>
          </a:p>
        </p:txBody>
      </p:sp>
      <p:sp>
        <p:nvSpPr>
          <p:cNvPr id="2" name="text-1">
            <a:extLst xmlns:a="http://schemas.openxmlformats.org/drawingml/2006/main">
              <a:ext uri="{FF2B5EF4-FFF2-40B4-BE49-F238E27FC236}">
                <a16:creationId xmlns:a16="http://schemas.microsoft.com/office/drawing/2014/main" id="{835D32AB-487E-4C55-AF50-BFB453E3ECC4}"/>
              </a:ext>
            </a:extLst>
          </p:cNvPr>
          <p:cNvSpPr>
            <a:spLocks xmlns:a="http://schemas.openxmlformats.org/drawingml/2006/main" noGrp="1"/>
          </p:cNvSpPr>
          <p:nvPr/>
        </p:nvSpPr>
        <p:spPr>
          <a:xfrm xmlns:a="http://schemas.openxmlformats.org/drawingml/2006/main">
            <a:off x="11144250" y="6477000"/>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defRPr sz="1125" b="0">
                <a:solidFill>
                  <a:srgbClr val="50646A"/>
                </a:solidFill>
                <a:latin typeface="Arial"/>
                <a:ea typeface="Arial"/>
                <a:cs typeface="Arial"/>
              </a:defRPr>
            </a:lvl1pPr>
            <a:lvl2pPr algn="r">
              <a:defRPr sz="1125" b="0">
                <a:solidFill>
                  <a:srgbClr val="50646A"/>
                </a:solidFill>
                <a:latin typeface="Arial"/>
                <a:ea typeface="Arial"/>
                <a:cs typeface="Arial"/>
              </a:defRPr>
            </a:lvl2pPr>
            <a:lvl3pPr algn="r">
              <a:defRPr sz="1125" b="0">
                <a:solidFill>
                  <a:srgbClr val="50646A"/>
                </a:solidFill>
                <a:latin typeface="Arial"/>
                <a:ea typeface="Arial"/>
                <a:cs typeface="Arial"/>
              </a:defRPr>
            </a:lvl3pPr>
            <a:lvl4pPr algn="r">
              <a:defRPr sz="1125" b="0">
                <a:solidFill>
                  <a:srgbClr val="50646A"/>
                </a:solidFill>
                <a:latin typeface="Arial"/>
                <a:ea typeface="Arial"/>
                <a:cs typeface="Arial"/>
              </a:defRPr>
            </a:lvl4pPr>
            <a:lvl5pPr algn="r">
              <a:defRPr sz="1125" b="0">
                <a:solidFill>
                  <a:srgbClr val="50646A"/>
                </a:solidFill>
                <a:latin typeface="Arial"/>
                <a:ea typeface="Arial"/>
                <a:cs typeface="Arial"/>
              </a:defRPr>
            </a:lvl5pPr>
            <a:lvl6pPr algn="r">
              <a:defRPr sz="1125" b="0">
                <a:solidFill>
                  <a:srgbClr val="50646A"/>
                </a:solidFill>
                <a:latin typeface="Arial"/>
                <a:ea typeface="Arial"/>
                <a:cs typeface="Arial"/>
              </a:defRPr>
            </a:lvl6pPr>
            <a:lvl7pPr algn="r">
              <a:defRPr sz="1125" b="0">
                <a:solidFill>
                  <a:srgbClr val="50646A"/>
                </a:solidFill>
                <a:latin typeface="Arial"/>
                <a:ea typeface="Arial"/>
                <a:cs typeface="Arial"/>
              </a:defRPr>
            </a:lvl7pPr>
            <a:lvl8pPr algn="r">
              <a:defRPr sz="1125" b="0">
                <a:solidFill>
                  <a:srgbClr val="50646A"/>
                </a:solidFill>
                <a:latin typeface="Arial"/>
                <a:ea typeface="Arial"/>
                <a:cs typeface="Arial"/>
              </a:defRPr>
            </a:lvl8pPr>
            <a:lvl9pPr algn="r">
              <a:defRPr sz="1125" b="0">
                <a:solidFill>
                  <a:srgbClr val="50646A"/>
                </a:solidFill>
                <a:latin typeface="Arial"/>
                <a:ea typeface="Arial"/>
                <a:cs typeface="Arial"/>
              </a:defRPr>
            </a:lvl9pPr>
          </a:lstStyle>
          <a:p xmlns:a="http://schemas.openxmlformats.org/drawingml/2006/main">
            <a:pPr algn="r">
              <a:defRPr sz="1125" b="0">
                <a:solidFill>
                  <a:srgbClr val="50646A"/>
                </a:solidFill>
                <a:latin typeface="Arial"/>
                <a:ea typeface="Arial"/>
                <a:cs typeface="Arial"/>
              </a:defRPr>
            </a:pPr>
            <a:r>
              <a:rPr sz="1125" b="0">
                <a:solidFill>
                  <a:srgbClr val="50646A"/>
                </a:solidFill>
                <a:latin typeface="Arial"/>
                <a:ea typeface="Arial"/>
                <a:cs typeface="Arial"/>
              </a:rPr>
              <a:t>07</a:t>
            </a:r>
          </a:p>
        </p:txBody>
      </p:sp>
      <p:pic>
        <p:nvPicPr>
          <p:cNvPr id="3" name="">
            <a:extLst xmlns:a="http://schemas.openxmlformats.org/drawingml/2006/main">
              <a:ext uri="{FF2B5EF4-FFF2-40B4-BE49-F238E27FC236}">
                <a16:creationId xmlns:a16="http://schemas.microsoft.com/office/drawing/2014/main" id="{F8DD1D12-DEE2-4EBF-AFE9-2D69EB62344B}"/>
              </a:ext>
            </a:extLst>
          </p:cNvPr>
          <p:cNvPicPr>
            <a:picLocks xmlns:a="http://schemas.openxmlformats.org/drawingml/2006/main" noChangeAspect="1"/>
          </p:cNvPicPr>
          <p:nvPr/>
        </p:nvPicPr>
        <p:blipFill>
          <a:blip xmlns:r="http://schemas.openxmlformats.org/officeDocument/2006/relationships" xmlns:a="http://schemas.openxmlformats.org/drawingml/2006/main" r:embed="R4f56f239912646d4"/>
          <a:stretch xmlns:a="http://schemas.openxmlformats.org/drawingml/2006/main"/>
        </p:blipFill>
        <p:spPr>
          <a:xfrm xmlns:a="http://schemas.openxmlformats.org/drawingml/2006/main">
            <a:off x="609600" y="1543050"/>
            <a:ext cx="7620000" cy="4286250"/>
          </a:xfrm>
          <a:prstGeom xmlns:a="http://schemas.openxmlformats.org/drawingml/2006/main" prst="rect">
            <a:avLst/>
          </a:prstGeom>
        </p:spPr>
      </p:pic>
      <p:sp>
        <p:nvSpPr>
          <p:cNvPr id="4" name="text-2">
            <a:extLst xmlns:a="http://schemas.openxmlformats.org/drawingml/2006/main">
              <a:ext uri="{FF2B5EF4-FFF2-40B4-BE49-F238E27FC236}">
                <a16:creationId xmlns:a16="http://schemas.microsoft.com/office/drawing/2014/main" id="{5AC86F23-E9EB-490C-9DB8-38857755BC38}"/>
              </a:ext>
            </a:extLst>
          </p:cNvPr>
          <p:cNvSpPr>
            <a:spLocks xmlns:a="http://schemas.openxmlformats.org/drawingml/2006/main" noGrp="1"/>
          </p:cNvSpPr>
          <p:nvPr/>
        </p:nvSpPr>
        <p:spPr>
          <a:xfrm xmlns:a="http://schemas.openxmlformats.org/drawingml/2006/main">
            <a:off x="8610600" y="1752600"/>
            <a:ext cx="2971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defRPr sz="1875" b="0">
                <a:solidFill>
                  <a:srgbClr val="0B2F38"/>
                </a:solidFill>
                <a:latin typeface="Arial"/>
                <a:ea typeface="Arial"/>
                <a:cs typeface="Arial"/>
              </a:defRPr>
            </a:lvl1pPr>
            <a:lvl2pPr algn="l">
              <a:defRPr sz="1875" b="0">
                <a:solidFill>
                  <a:srgbClr val="0B2F38"/>
                </a:solidFill>
                <a:latin typeface="Arial"/>
                <a:ea typeface="Arial"/>
                <a:cs typeface="Arial"/>
              </a:defRPr>
            </a:lvl2pPr>
            <a:lvl3pPr algn="l">
              <a:defRPr sz="1875" b="0">
                <a:solidFill>
                  <a:srgbClr val="0B2F38"/>
                </a:solidFill>
                <a:latin typeface="Arial"/>
                <a:ea typeface="Arial"/>
                <a:cs typeface="Arial"/>
              </a:defRPr>
            </a:lvl3pPr>
            <a:lvl4pPr algn="l">
              <a:defRPr sz="1875" b="0">
                <a:solidFill>
                  <a:srgbClr val="0B2F38"/>
                </a:solidFill>
                <a:latin typeface="Arial"/>
                <a:ea typeface="Arial"/>
                <a:cs typeface="Arial"/>
              </a:defRPr>
            </a:lvl4pPr>
            <a:lvl5pPr algn="l">
              <a:defRPr sz="1875" b="0">
                <a:solidFill>
                  <a:srgbClr val="0B2F38"/>
                </a:solidFill>
                <a:latin typeface="Arial"/>
                <a:ea typeface="Arial"/>
                <a:cs typeface="Arial"/>
              </a:defRPr>
            </a:lvl5pPr>
            <a:lvl6pPr algn="l">
              <a:defRPr sz="1875" b="0">
                <a:solidFill>
                  <a:srgbClr val="0B2F38"/>
                </a:solidFill>
                <a:latin typeface="Arial"/>
                <a:ea typeface="Arial"/>
                <a:cs typeface="Arial"/>
              </a:defRPr>
            </a:lvl6pPr>
            <a:lvl7pPr algn="l">
              <a:defRPr sz="1875" b="0">
                <a:solidFill>
                  <a:srgbClr val="0B2F38"/>
                </a:solidFill>
                <a:latin typeface="Arial"/>
                <a:ea typeface="Arial"/>
                <a:cs typeface="Arial"/>
              </a:defRPr>
            </a:lvl7pPr>
            <a:lvl8pPr algn="l">
              <a:defRPr sz="1875" b="0">
                <a:solidFill>
                  <a:srgbClr val="0B2F38"/>
                </a:solidFill>
                <a:latin typeface="Arial"/>
                <a:ea typeface="Arial"/>
                <a:cs typeface="Arial"/>
              </a:defRPr>
            </a:lvl8pPr>
            <a:lvl9pPr algn="l">
              <a:defRPr sz="1875" b="0">
                <a:solidFill>
                  <a:srgbClr val="0B2F38"/>
                </a:solidFill>
                <a:latin typeface="Arial"/>
                <a:ea typeface="Arial"/>
                <a:cs typeface="Arial"/>
              </a:defRPr>
            </a:lvl9pPr>
          </a:lstStyle>
          <a:p xmlns:a="http://schemas.openxmlformats.org/drawingml/2006/main">
            <a:pPr algn="l">
              <a:defRPr sz="1875" b="0">
                <a:solidFill>
                  <a:srgbClr val="0B2F38"/>
                </a:solidFill>
                <a:latin typeface="Arial"/>
                <a:ea typeface="Arial"/>
                <a:cs typeface="Arial"/>
              </a:defRPr>
            </a:pPr>
            <a:r>
              <a:rPr sz="1875" b="0">
                <a:solidFill>
                  <a:srgbClr val="0B2F38"/>
                </a:solidFill>
                <a:latin typeface="Arial"/>
                <a:ea typeface="Arial"/>
                <a:cs typeface="Arial"/>
              </a:rPr>
              <a:t>Reale Bildbelege mit Objektgrenzen</a:t>
            </a:r>
          </a:p>
        </p:txBody>
      </p:sp>
      <p:sp>
        <p:nvSpPr>
          <p:cNvPr id="5" name="text-3">
            <a:extLst xmlns:a="http://schemas.openxmlformats.org/drawingml/2006/main">
              <a:ext uri="{FF2B5EF4-FFF2-40B4-BE49-F238E27FC236}">
                <a16:creationId xmlns:a16="http://schemas.microsoft.com/office/drawing/2014/main" id="{F3BFCD38-F6DE-4CBB-B782-4FF790EA3FAB}"/>
              </a:ext>
            </a:extLst>
          </p:cNvPr>
          <p:cNvSpPr>
            <a:spLocks xmlns:a="http://schemas.openxmlformats.org/drawingml/2006/main" noGrp="1"/>
          </p:cNvSpPr>
          <p:nvPr/>
        </p:nvSpPr>
        <p:spPr>
          <a:xfrm xmlns:a="http://schemas.openxmlformats.org/drawingml/2006/main">
            <a:off x="8610600" y="3028950"/>
            <a:ext cx="2971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defRPr sz="1875" b="0">
                <a:solidFill>
                  <a:srgbClr val="0B2F38"/>
                </a:solidFill>
                <a:latin typeface="Arial"/>
                <a:ea typeface="Arial"/>
                <a:cs typeface="Arial"/>
              </a:defRPr>
            </a:lvl1pPr>
            <a:lvl2pPr algn="l">
              <a:defRPr sz="1875" b="0">
                <a:solidFill>
                  <a:srgbClr val="0B2F38"/>
                </a:solidFill>
                <a:latin typeface="Arial"/>
                <a:ea typeface="Arial"/>
                <a:cs typeface="Arial"/>
              </a:defRPr>
            </a:lvl2pPr>
            <a:lvl3pPr algn="l">
              <a:defRPr sz="1875" b="0">
                <a:solidFill>
                  <a:srgbClr val="0B2F38"/>
                </a:solidFill>
                <a:latin typeface="Arial"/>
                <a:ea typeface="Arial"/>
                <a:cs typeface="Arial"/>
              </a:defRPr>
            </a:lvl3pPr>
            <a:lvl4pPr algn="l">
              <a:defRPr sz="1875" b="0">
                <a:solidFill>
                  <a:srgbClr val="0B2F38"/>
                </a:solidFill>
                <a:latin typeface="Arial"/>
                <a:ea typeface="Arial"/>
                <a:cs typeface="Arial"/>
              </a:defRPr>
            </a:lvl4pPr>
            <a:lvl5pPr algn="l">
              <a:defRPr sz="1875" b="0">
                <a:solidFill>
                  <a:srgbClr val="0B2F38"/>
                </a:solidFill>
                <a:latin typeface="Arial"/>
                <a:ea typeface="Arial"/>
                <a:cs typeface="Arial"/>
              </a:defRPr>
            </a:lvl5pPr>
            <a:lvl6pPr algn="l">
              <a:defRPr sz="1875" b="0">
                <a:solidFill>
                  <a:srgbClr val="0B2F38"/>
                </a:solidFill>
                <a:latin typeface="Arial"/>
                <a:ea typeface="Arial"/>
                <a:cs typeface="Arial"/>
              </a:defRPr>
            </a:lvl6pPr>
            <a:lvl7pPr algn="l">
              <a:defRPr sz="1875" b="0">
                <a:solidFill>
                  <a:srgbClr val="0B2F38"/>
                </a:solidFill>
                <a:latin typeface="Arial"/>
                <a:ea typeface="Arial"/>
                <a:cs typeface="Arial"/>
              </a:defRPr>
            </a:lvl7pPr>
            <a:lvl8pPr algn="l">
              <a:defRPr sz="1875" b="0">
                <a:solidFill>
                  <a:srgbClr val="0B2F38"/>
                </a:solidFill>
                <a:latin typeface="Arial"/>
                <a:ea typeface="Arial"/>
                <a:cs typeface="Arial"/>
              </a:defRPr>
            </a:lvl8pPr>
            <a:lvl9pPr algn="l">
              <a:defRPr sz="1875" b="0">
                <a:solidFill>
                  <a:srgbClr val="0B2F38"/>
                </a:solidFill>
                <a:latin typeface="Arial"/>
                <a:ea typeface="Arial"/>
                <a:cs typeface="Arial"/>
              </a:defRPr>
            </a:lvl9pPr>
          </a:lstStyle>
          <a:p xmlns:a="http://schemas.openxmlformats.org/drawingml/2006/main">
            <a:pPr algn="l">
              <a:defRPr sz="1875" b="0">
                <a:solidFill>
                  <a:srgbClr val="0B2F38"/>
                </a:solidFill>
                <a:latin typeface="Arial"/>
                <a:ea typeface="Arial"/>
                <a:cs typeface="Arial"/>
              </a:defRPr>
            </a:pPr>
            <a:r>
              <a:rPr sz="1875" b="0">
                <a:solidFill>
                  <a:srgbClr val="0B2F38"/>
                </a:solidFill>
                <a:latin typeface="Arial"/>
                <a:ea typeface="Arial"/>
                <a:cs typeface="Arial"/>
              </a:rPr>
              <a:t>Zeichencode, Text und Modellherkunft</a:t>
            </a:r>
          </a:p>
        </p:txBody>
      </p:sp>
      <p:sp>
        <p:nvSpPr>
          <p:cNvPr id="6" name="text-4">
            <a:extLst xmlns:a="http://schemas.openxmlformats.org/drawingml/2006/main">
              <a:ext uri="{FF2B5EF4-FFF2-40B4-BE49-F238E27FC236}">
                <a16:creationId xmlns:a16="http://schemas.microsoft.com/office/drawing/2014/main" id="{1B66F570-6BA7-4BE7-8D3F-54CBBDAB699F}"/>
              </a:ext>
            </a:extLst>
          </p:cNvPr>
          <p:cNvSpPr>
            <a:spLocks xmlns:a="http://schemas.openxmlformats.org/drawingml/2006/main" noGrp="1"/>
          </p:cNvSpPr>
          <p:nvPr/>
        </p:nvSpPr>
        <p:spPr>
          <a:xfrm xmlns:a="http://schemas.openxmlformats.org/drawingml/2006/main">
            <a:off x="8610600" y="4305300"/>
            <a:ext cx="2971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defRPr sz="1875" b="0">
                <a:solidFill>
                  <a:srgbClr val="0B2F38"/>
                </a:solidFill>
                <a:latin typeface="Arial"/>
                <a:ea typeface="Arial"/>
                <a:cs typeface="Arial"/>
              </a:defRPr>
            </a:lvl1pPr>
            <a:lvl2pPr algn="l">
              <a:defRPr sz="1875" b="0">
                <a:solidFill>
                  <a:srgbClr val="0B2F38"/>
                </a:solidFill>
                <a:latin typeface="Arial"/>
                <a:ea typeface="Arial"/>
                <a:cs typeface="Arial"/>
              </a:defRPr>
            </a:lvl2pPr>
            <a:lvl3pPr algn="l">
              <a:defRPr sz="1875" b="0">
                <a:solidFill>
                  <a:srgbClr val="0B2F38"/>
                </a:solidFill>
                <a:latin typeface="Arial"/>
                <a:ea typeface="Arial"/>
                <a:cs typeface="Arial"/>
              </a:defRPr>
            </a:lvl3pPr>
            <a:lvl4pPr algn="l">
              <a:defRPr sz="1875" b="0">
                <a:solidFill>
                  <a:srgbClr val="0B2F38"/>
                </a:solidFill>
                <a:latin typeface="Arial"/>
                <a:ea typeface="Arial"/>
                <a:cs typeface="Arial"/>
              </a:defRPr>
            </a:lvl4pPr>
            <a:lvl5pPr algn="l">
              <a:defRPr sz="1875" b="0">
                <a:solidFill>
                  <a:srgbClr val="0B2F38"/>
                </a:solidFill>
                <a:latin typeface="Arial"/>
                <a:ea typeface="Arial"/>
                <a:cs typeface="Arial"/>
              </a:defRPr>
            </a:lvl5pPr>
            <a:lvl6pPr algn="l">
              <a:defRPr sz="1875" b="0">
                <a:solidFill>
                  <a:srgbClr val="0B2F38"/>
                </a:solidFill>
                <a:latin typeface="Arial"/>
                <a:ea typeface="Arial"/>
                <a:cs typeface="Arial"/>
              </a:defRPr>
            </a:lvl6pPr>
            <a:lvl7pPr algn="l">
              <a:defRPr sz="1875" b="0">
                <a:solidFill>
                  <a:srgbClr val="0B2F38"/>
                </a:solidFill>
                <a:latin typeface="Arial"/>
                <a:ea typeface="Arial"/>
                <a:cs typeface="Arial"/>
              </a:defRPr>
            </a:lvl7pPr>
            <a:lvl8pPr algn="l">
              <a:defRPr sz="1875" b="0">
                <a:solidFill>
                  <a:srgbClr val="0B2F38"/>
                </a:solidFill>
                <a:latin typeface="Arial"/>
                <a:ea typeface="Arial"/>
                <a:cs typeface="Arial"/>
              </a:defRPr>
            </a:lvl8pPr>
            <a:lvl9pPr algn="l">
              <a:defRPr sz="1875" b="0">
                <a:solidFill>
                  <a:srgbClr val="0B2F38"/>
                </a:solidFill>
                <a:latin typeface="Arial"/>
                <a:ea typeface="Arial"/>
                <a:cs typeface="Arial"/>
              </a:defRPr>
            </a:lvl9pPr>
          </a:lstStyle>
          <a:p xmlns:a="http://schemas.openxmlformats.org/drawingml/2006/main">
            <a:pPr algn="l">
              <a:defRPr sz="1875" b="0">
                <a:solidFill>
                  <a:srgbClr val="0B2F38"/>
                </a:solidFill>
                <a:latin typeface="Arial"/>
                <a:ea typeface="Arial"/>
                <a:cs typeface="Arial"/>
              </a:defRPr>
            </a:pPr>
            <a:r>
              <a:rPr sz="1875" b="0">
                <a:solidFill>
                  <a:srgbClr val="0B2F38"/>
                </a:solidFill>
                <a:latin typeface="Arial"/>
                <a:ea typeface="Arial"/>
                <a:cs typeface="Arial"/>
              </a:rPr>
              <a:t>Menschliche Prüfung bleibt erkennbar</a:t>
            </a:r>
          </a:p>
        </p:txBody>
      </p:sp>
      <p:sp>
        <p:nvSpPr>
          <p:cNvPr id="7" name="text-5">
            <a:extLst xmlns:a="http://schemas.openxmlformats.org/drawingml/2006/main">
              <a:ext uri="{FF2B5EF4-FFF2-40B4-BE49-F238E27FC236}">
                <a16:creationId xmlns:a16="http://schemas.microsoft.com/office/drawing/2014/main" id="{FACC6270-1ACA-4CCE-9FBC-0FF623596DE5}"/>
              </a:ext>
            </a:extLst>
          </p:cNvPr>
          <p:cNvSpPr>
            <a:spLocks xmlns:a="http://schemas.openxmlformats.org/drawingml/2006/main" noGrp="1"/>
          </p:cNvSpPr>
          <p:nvPr/>
        </p:nvSpPr>
        <p:spPr>
          <a:xfrm xmlns:a="http://schemas.openxmlformats.org/drawingml/2006/main">
            <a:off x="609600" y="5924550"/>
            <a:ext cx="7620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2647B"/>
                </a:solidFill>
                <a:latin typeface="Arial"/>
                <a:ea typeface="Arial"/>
                <a:cs typeface="Arial"/>
              </a:defRPr>
            </a:defPPr>
            <a:lvl1pPr algn="l">
              <a:defRPr sz="1800" b="0">
                <a:solidFill>
                  <a:srgbClr val="12647B"/>
                </a:solidFill>
                <a:latin typeface="Arial"/>
                <a:ea typeface="Arial"/>
                <a:cs typeface="Arial"/>
              </a:defRPr>
            </a:lvl1pPr>
            <a:lvl2pPr algn="l">
              <a:defRPr sz="1800" b="0">
                <a:solidFill>
                  <a:srgbClr val="12647B"/>
                </a:solidFill>
                <a:latin typeface="Arial"/>
                <a:ea typeface="Arial"/>
                <a:cs typeface="Arial"/>
              </a:defRPr>
            </a:lvl2pPr>
            <a:lvl3pPr algn="l">
              <a:defRPr sz="1800" b="0">
                <a:solidFill>
                  <a:srgbClr val="12647B"/>
                </a:solidFill>
                <a:latin typeface="Arial"/>
                <a:ea typeface="Arial"/>
                <a:cs typeface="Arial"/>
              </a:defRPr>
            </a:lvl3pPr>
            <a:lvl4pPr algn="l">
              <a:defRPr sz="1800" b="0">
                <a:solidFill>
                  <a:srgbClr val="12647B"/>
                </a:solidFill>
                <a:latin typeface="Arial"/>
                <a:ea typeface="Arial"/>
                <a:cs typeface="Arial"/>
              </a:defRPr>
            </a:lvl4pPr>
            <a:lvl5pPr algn="l">
              <a:defRPr sz="1800" b="0">
                <a:solidFill>
                  <a:srgbClr val="12647B"/>
                </a:solidFill>
                <a:latin typeface="Arial"/>
                <a:ea typeface="Arial"/>
                <a:cs typeface="Arial"/>
              </a:defRPr>
            </a:lvl5pPr>
            <a:lvl6pPr algn="l">
              <a:defRPr sz="1800" b="0">
                <a:solidFill>
                  <a:srgbClr val="12647B"/>
                </a:solidFill>
                <a:latin typeface="Arial"/>
                <a:ea typeface="Arial"/>
                <a:cs typeface="Arial"/>
              </a:defRPr>
            </a:lvl6pPr>
            <a:lvl7pPr algn="l">
              <a:defRPr sz="1800" b="0">
                <a:solidFill>
                  <a:srgbClr val="12647B"/>
                </a:solidFill>
                <a:latin typeface="Arial"/>
                <a:ea typeface="Arial"/>
                <a:cs typeface="Arial"/>
              </a:defRPr>
            </a:lvl7pPr>
            <a:lvl8pPr algn="l">
              <a:defRPr sz="1800" b="0">
                <a:solidFill>
                  <a:srgbClr val="12647B"/>
                </a:solidFill>
                <a:latin typeface="Arial"/>
                <a:ea typeface="Arial"/>
                <a:cs typeface="Arial"/>
              </a:defRPr>
            </a:lvl8pPr>
            <a:lvl9pPr algn="l">
              <a:defRPr sz="1800" b="0">
                <a:solidFill>
                  <a:srgbClr val="12647B"/>
                </a:solidFill>
                <a:latin typeface="Arial"/>
                <a:ea typeface="Arial"/>
                <a:cs typeface="Arial"/>
              </a:defRPr>
            </a:lvl9pPr>
          </a:lstStyle>
          <a:p xmlns:a="http://schemas.openxmlformats.org/drawingml/2006/main">
            <a:pPr algn="l">
              <a:defRPr sz="1800" b="0">
                <a:solidFill>
                  <a:srgbClr val="12647B"/>
                </a:solidFill>
                <a:latin typeface="Arial"/>
                <a:ea typeface="Arial"/>
                <a:cs typeface="Arial"/>
              </a:defRPr>
            </a:pPr>
            <a:r>
              <a:rPr sz="1800" b="0" u="sng">
                <a:solidFill>
                  <a:srgbClr val="12647B"/>
                </a:solidFill>
                <a:latin typeface="Arial"/>
                <a:ea typeface="Arial"/>
                <a:cs typeface="Arial"/>
                <a:hlinkClick xmlns:r="http://schemas.openxmlformats.org/officeDocument/2006/relationships" r:id="R66b26515627c46e9"/>
              </a:rPr>
              <a:t>Bild in Panoramax öffnen</a:t>
            </a:r>
          </a:p>
        </p:txBody>
      </p:sp>
      <p:sp>
        <p:nvSpPr>
          <p:cNvPr id="8" name="text-6">
            <a:extLst xmlns:a="http://schemas.openxmlformats.org/drawingml/2006/main">
              <a:ext uri="{FF2B5EF4-FFF2-40B4-BE49-F238E27FC236}">
                <a16:creationId xmlns:a16="http://schemas.microsoft.com/office/drawing/2014/main" id="{AE741185-634A-407F-867C-2B425A019FBA}"/>
              </a:ext>
            </a:extLst>
          </p:cNvPr>
          <p:cNvSpPr>
            <a:spLocks xmlns:a="http://schemas.openxmlformats.org/drawingml/2006/main" noGrp="1"/>
          </p:cNvSpPr>
          <p:nvPr/>
        </p:nvSpPr>
        <p:spPr>
          <a:xfrm xmlns:a="http://schemas.openxmlformats.org/drawingml/2006/main">
            <a:off x="609600" y="6324600"/>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0646A"/>
                </a:solidFill>
                <a:latin typeface="Arial"/>
                <a:ea typeface="Arial"/>
                <a:cs typeface="Arial"/>
              </a:defRPr>
            </a:defPPr>
            <a:lvl1pPr algn="l">
              <a:defRPr sz="1350" b="0">
                <a:solidFill>
                  <a:srgbClr val="50646A"/>
                </a:solidFill>
                <a:latin typeface="Arial"/>
                <a:ea typeface="Arial"/>
                <a:cs typeface="Arial"/>
              </a:defRPr>
            </a:lvl1pPr>
            <a:lvl2pPr algn="l">
              <a:defRPr sz="1350" b="0">
                <a:solidFill>
                  <a:srgbClr val="50646A"/>
                </a:solidFill>
                <a:latin typeface="Arial"/>
                <a:ea typeface="Arial"/>
                <a:cs typeface="Arial"/>
              </a:defRPr>
            </a:lvl2pPr>
            <a:lvl3pPr algn="l">
              <a:defRPr sz="1350" b="0">
                <a:solidFill>
                  <a:srgbClr val="50646A"/>
                </a:solidFill>
                <a:latin typeface="Arial"/>
                <a:ea typeface="Arial"/>
                <a:cs typeface="Arial"/>
              </a:defRPr>
            </a:lvl3pPr>
            <a:lvl4pPr algn="l">
              <a:defRPr sz="1350" b="0">
                <a:solidFill>
                  <a:srgbClr val="50646A"/>
                </a:solidFill>
                <a:latin typeface="Arial"/>
                <a:ea typeface="Arial"/>
                <a:cs typeface="Arial"/>
              </a:defRPr>
            </a:lvl4pPr>
            <a:lvl5pPr algn="l">
              <a:defRPr sz="1350" b="0">
                <a:solidFill>
                  <a:srgbClr val="50646A"/>
                </a:solidFill>
                <a:latin typeface="Arial"/>
                <a:ea typeface="Arial"/>
                <a:cs typeface="Arial"/>
              </a:defRPr>
            </a:lvl5pPr>
            <a:lvl6pPr algn="l">
              <a:defRPr sz="1350" b="0">
                <a:solidFill>
                  <a:srgbClr val="50646A"/>
                </a:solidFill>
                <a:latin typeface="Arial"/>
                <a:ea typeface="Arial"/>
                <a:cs typeface="Arial"/>
              </a:defRPr>
            </a:lvl6pPr>
            <a:lvl7pPr algn="l">
              <a:defRPr sz="1350" b="0">
                <a:solidFill>
                  <a:srgbClr val="50646A"/>
                </a:solidFill>
                <a:latin typeface="Arial"/>
                <a:ea typeface="Arial"/>
                <a:cs typeface="Arial"/>
              </a:defRPr>
            </a:lvl7pPr>
            <a:lvl8pPr algn="l">
              <a:defRPr sz="1350" b="0">
                <a:solidFill>
                  <a:srgbClr val="50646A"/>
                </a:solidFill>
                <a:latin typeface="Arial"/>
                <a:ea typeface="Arial"/>
                <a:cs typeface="Arial"/>
              </a:defRPr>
            </a:lvl8pPr>
            <a:lvl9pPr algn="l">
              <a:defRPr sz="1350" b="0">
                <a:solidFill>
                  <a:srgbClr val="50646A"/>
                </a:solidFill>
                <a:latin typeface="Arial"/>
                <a:ea typeface="Arial"/>
                <a:cs typeface="Arial"/>
              </a:defRPr>
            </a:lvl9pPr>
          </a:lstStyle>
          <a:p xmlns:a="http://schemas.openxmlformats.org/drawingml/2006/main">
            <a:pPr algn="l">
              <a:defRPr sz="1350" b="0">
                <a:solidFill>
                  <a:srgbClr val="50646A"/>
                </a:solidFill>
                <a:latin typeface="Arial"/>
                <a:ea typeface="Arial"/>
                <a:cs typeface="Arial"/>
              </a:defRPr>
            </a:pPr>
            <a:r>
              <a:rPr sz="1350" b="0">
                <a:solidFill>
                  <a:srgbClr val="50646A"/>
                </a:solidFill>
                <a:latin typeface="Arial"/>
                <a:ea typeface="Arial"/>
                <a:cs typeface="Arial"/>
              </a:rPr>
              <a:t>Bernbach · admin / panoramax.youspeed.de · CC BY-SA 4.0</a:t>
            </a:r>
          </a:p>
        </p:txBody>
      </p:sp>
    </p:spTree>
    <p:extLst>
      <p:ext uri="{BB962C8B-B14F-4D97-AF65-F5344CB8AC3E}">
        <p14:creationId xmlns:p14="http://schemas.microsoft.com/office/powerpoint/2010/main" val="1576362537"/>
      </p:ext>
    </p:extLst>
  </p:cSld>
</p:sld>
</file>

<file path=ppt/slides/slide8.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cxnSp>
        <p:nvCxnSpPr>
          <p:cNvPr id="16" name="">
            <a:extLst xmlns:a="http://schemas.openxmlformats.org/drawingml/2006/main">
              <a:ext uri="{FF2B5EF4-FFF2-40B4-BE49-F238E27FC236}">
                <a16:creationId xmlns:a16="http://schemas.microsoft.com/office/drawing/2014/main" id="{530F291F-406E-4C46-91B0-D2B699D64E41}"/>
              </a:ext>
            </a:extLst>
          </p:cNvPr>
          <p:cNvCxnSpPr>
            <a:stCxn xmlns:a="http://schemas.openxmlformats.org/drawingml/2006/main" id="13" idx="3"/>
            <a:endCxn xmlns:a="http://schemas.openxmlformats.org/drawingml/2006/main" id="14" idx="1"/>
          </p:cNvCxnSpPr>
          <p:nvPr/>
        </p:nvCxnSpPr>
        <p:spPr>
          <a:xfrm xmlns:a="http://schemas.openxmlformats.org/drawingml/2006/main">
            <a:off x="7715250" y="5476875"/>
            <a:ext cx="609600" cy="0"/>
          </a:xfrm>
          <a:prstGeom xmlns:a="http://schemas.openxmlformats.org/drawingml/2006/main" prst="straightConnector1">
            <a:avLst/>
          </a:prstGeom>
          <a:ln xmlns:a="http://schemas.openxmlformats.org/drawingml/2006/main" w="19050">
            <a:solidFill>
              <a:srgbClr val="50646A"/>
            </a:solidFill>
            <a:tailEnd type="triangle" w="med" len="med"/>
          </a:ln>
        </p:spPr>
      </p:cxnSp>
      <p:cxnSp>
        <p:nvCxnSpPr>
          <p:cNvPr id="15" name="">
            <a:extLst xmlns:a="http://schemas.openxmlformats.org/drawingml/2006/main">
              <a:ext uri="{FF2B5EF4-FFF2-40B4-BE49-F238E27FC236}">
                <a16:creationId xmlns:a16="http://schemas.microsoft.com/office/drawing/2014/main" id="{39F5681F-E645-4B71-8F56-FF25F18BCED7}"/>
              </a:ext>
            </a:extLst>
          </p:cNvPr>
          <p:cNvCxnSpPr>
            <a:stCxn xmlns:a="http://schemas.openxmlformats.org/drawingml/2006/main" id="12" idx="3"/>
            <a:endCxn xmlns:a="http://schemas.openxmlformats.org/drawingml/2006/main" id="13" idx="1"/>
          </p:cNvCxnSpPr>
          <p:nvPr/>
        </p:nvCxnSpPr>
        <p:spPr>
          <a:xfrm xmlns:a="http://schemas.openxmlformats.org/drawingml/2006/main">
            <a:off x="3781425" y="5476875"/>
            <a:ext cx="609600" cy="0"/>
          </a:xfrm>
          <a:prstGeom xmlns:a="http://schemas.openxmlformats.org/drawingml/2006/main" prst="straightConnector1">
            <a:avLst/>
          </a:prstGeom>
          <a:ln xmlns:a="http://schemas.openxmlformats.org/drawingml/2006/main" w="19050">
            <a:solidFill>
              <a:srgbClr val="50646A"/>
            </a:solidFill>
            <a:tailEnd type="triangle" w="med" len="med"/>
          </a:ln>
        </p:spPr>
      </p:cxnSp>
      <p:sp>
        <p:nvSpPr>
          <p:cNvPr id="18" name="text-0">
            <a:extLst xmlns:a="http://schemas.openxmlformats.org/drawingml/2006/main">
              <a:ext uri="{FF2B5EF4-FFF2-40B4-BE49-F238E27FC236}">
                <a16:creationId xmlns:a16="http://schemas.microsoft.com/office/drawing/2014/main" id="{00DDECFA-EBEE-4EB8-A833-7A676A4C605F}"/>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B2F38"/>
                </a:solidFill>
                <a:latin typeface="Arial"/>
                <a:ea typeface="Arial"/>
                <a:cs typeface="Arial"/>
              </a:defRPr>
            </a:defPPr>
            <a:lvl1pPr algn="l">
              <a:defRPr sz="3300" b="1">
                <a:solidFill>
                  <a:srgbClr val="0B2F38"/>
                </a:solidFill>
                <a:latin typeface="Arial"/>
                <a:ea typeface="Arial"/>
                <a:cs typeface="Arial"/>
              </a:defRPr>
            </a:lvl1pPr>
            <a:lvl2pPr algn="l">
              <a:defRPr sz="3300" b="1">
                <a:solidFill>
                  <a:srgbClr val="0B2F38"/>
                </a:solidFill>
                <a:latin typeface="Arial"/>
                <a:ea typeface="Arial"/>
                <a:cs typeface="Arial"/>
              </a:defRPr>
            </a:lvl2pPr>
            <a:lvl3pPr algn="l">
              <a:defRPr sz="3300" b="1">
                <a:solidFill>
                  <a:srgbClr val="0B2F38"/>
                </a:solidFill>
                <a:latin typeface="Arial"/>
                <a:ea typeface="Arial"/>
                <a:cs typeface="Arial"/>
              </a:defRPr>
            </a:lvl3pPr>
            <a:lvl4pPr algn="l">
              <a:defRPr sz="3300" b="1">
                <a:solidFill>
                  <a:srgbClr val="0B2F38"/>
                </a:solidFill>
                <a:latin typeface="Arial"/>
                <a:ea typeface="Arial"/>
                <a:cs typeface="Arial"/>
              </a:defRPr>
            </a:lvl4pPr>
            <a:lvl5pPr algn="l">
              <a:defRPr sz="3300" b="1">
                <a:solidFill>
                  <a:srgbClr val="0B2F38"/>
                </a:solidFill>
                <a:latin typeface="Arial"/>
                <a:ea typeface="Arial"/>
                <a:cs typeface="Arial"/>
              </a:defRPr>
            </a:lvl5pPr>
            <a:lvl6pPr algn="l">
              <a:defRPr sz="3300" b="1">
                <a:solidFill>
                  <a:srgbClr val="0B2F38"/>
                </a:solidFill>
                <a:latin typeface="Arial"/>
                <a:ea typeface="Arial"/>
                <a:cs typeface="Arial"/>
              </a:defRPr>
            </a:lvl6pPr>
            <a:lvl7pPr algn="l">
              <a:defRPr sz="3300" b="1">
                <a:solidFill>
                  <a:srgbClr val="0B2F38"/>
                </a:solidFill>
                <a:latin typeface="Arial"/>
                <a:ea typeface="Arial"/>
                <a:cs typeface="Arial"/>
              </a:defRPr>
            </a:lvl7pPr>
            <a:lvl8pPr algn="l">
              <a:defRPr sz="3300" b="1">
                <a:solidFill>
                  <a:srgbClr val="0B2F38"/>
                </a:solidFill>
                <a:latin typeface="Arial"/>
                <a:ea typeface="Arial"/>
                <a:cs typeface="Arial"/>
              </a:defRPr>
            </a:lvl8pPr>
            <a:lvl9pPr algn="l">
              <a:defRPr sz="3300" b="1">
                <a:solidFill>
                  <a:srgbClr val="0B2F38"/>
                </a:solidFill>
                <a:latin typeface="Arial"/>
                <a:ea typeface="Arial"/>
                <a:cs typeface="Arial"/>
              </a:defRPr>
            </a:lvl9pPr>
          </a:lstStyle>
          <a:p xmlns:a="http://schemas.openxmlformats.org/drawingml/2006/main">
            <a:pPr algn="l">
              <a:defRPr sz="3300" b="1">
                <a:solidFill>
                  <a:srgbClr val="0B2F38"/>
                </a:solidFill>
                <a:latin typeface="Arial"/>
                <a:ea typeface="Arial"/>
                <a:cs typeface="Arial"/>
              </a:defRPr>
            </a:pPr>
            <a:r>
              <a:rPr sz="3300" b="1">
                <a:solidFill>
                  <a:srgbClr val="0B2F38"/>
                </a:solidFill>
                <a:latin typeface="Arial"/>
                <a:ea typeface="Arial"/>
                <a:cs typeface="Arial"/>
              </a:rPr>
              <a:t>Drei Orakel und ihr gültiger Kontext</a:t>
            </a:r>
          </a:p>
        </p:txBody>
      </p:sp>
      <p:sp>
        <p:nvSpPr>
          <p:cNvPr id="2" name="text-1">
            <a:extLst xmlns:a="http://schemas.openxmlformats.org/drawingml/2006/main">
              <a:ext uri="{FF2B5EF4-FFF2-40B4-BE49-F238E27FC236}">
                <a16:creationId xmlns:a16="http://schemas.microsoft.com/office/drawing/2014/main" id="{8C5BE220-D167-437E-A376-BD86B902AEDB}"/>
              </a:ext>
            </a:extLst>
          </p:cNvPr>
          <p:cNvSpPr>
            <a:spLocks xmlns:a="http://schemas.openxmlformats.org/drawingml/2006/main" noGrp="1"/>
          </p:cNvSpPr>
          <p:nvPr/>
        </p:nvSpPr>
        <p:spPr>
          <a:xfrm xmlns:a="http://schemas.openxmlformats.org/drawingml/2006/main">
            <a:off x="11144250" y="6477000"/>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defRPr sz="1125" b="0">
                <a:solidFill>
                  <a:srgbClr val="50646A"/>
                </a:solidFill>
                <a:latin typeface="Arial"/>
                <a:ea typeface="Arial"/>
                <a:cs typeface="Arial"/>
              </a:defRPr>
            </a:lvl1pPr>
            <a:lvl2pPr algn="r">
              <a:defRPr sz="1125" b="0">
                <a:solidFill>
                  <a:srgbClr val="50646A"/>
                </a:solidFill>
                <a:latin typeface="Arial"/>
                <a:ea typeface="Arial"/>
                <a:cs typeface="Arial"/>
              </a:defRPr>
            </a:lvl2pPr>
            <a:lvl3pPr algn="r">
              <a:defRPr sz="1125" b="0">
                <a:solidFill>
                  <a:srgbClr val="50646A"/>
                </a:solidFill>
                <a:latin typeface="Arial"/>
                <a:ea typeface="Arial"/>
                <a:cs typeface="Arial"/>
              </a:defRPr>
            </a:lvl3pPr>
            <a:lvl4pPr algn="r">
              <a:defRPr sz="1125" b="0">
                <a:solidFill>
                  <a:srgbClr val="50646A"/>
                </a:solidFill>
                <a:latin typeface="Arial"/>
                <a:ea typeface="Arial"/>
                <a:cs typeface="Arial"/>
              </a:defRPr>
            </a:lvl4pPr>
            <a:lvl5pPr algn="r">
              <a:defRPr sz="1125" b="0">
                <a:solidFill>
                  <a:srgbClr val="50646A"/>
                </a:solidFill>
                <a:latin typeface="Arial"/>
                <a:ea typeface="Arial"/>
                <a:cs typeface="Arial"/>
              </a:defRPr>
            </a:lvl5pPr>
            <a:lvl6pPr algn="r">
              <a:defRPr sz="1125" b="0">
                <a:solidFill>
                  <a:srgbClr val="50646A"/>
                </a:solidFill>
                <a:latin typeface="Arial"/>
                <a:ea typeface="Arial"/>
                <a:cs typeface="Arial"/>
              </a:defRPr>
            </a:lvl6pPr>
            <a:lvl7pPr algn="r">
              <a:defRPr sz="1125" b="0">
                <a:solidFill>
                  <a:srgbClr val="50646A"/>
                </a:solidFill>
                <a:latin typeface="Arial"/>
                <a:ea typeface="Arial"/>
                <a:cs typeface="Arial"/>
              </a:defRPr>
            </a:lvl7pPr>
            <a:lvl8pPr algn="r">
              <a:defRPr sz="1125" b="0">
                <a:solidFill>
                  <a:srgbClr val="50646A"/>
                </a:solidFill>
                <a:latin typeface="Arial"/>
                <a:ea typeface="Arial"/>
                <a:cs typeface="Arial"/>
              </a:defRPr>
            </a:lvl8pPr>
            <a:lvl9pPr algn="r">
              <a:defRPr sz="1125" b="0">
                <a:solidFill>
                  <a:srgbClr val="50646A"/>
                </a:solidFill>
                <a:latin typeface="Arial"/>
                <a:ea typeface="Arial"/>
                <a:cs typeface="Arial"/>
              </a:defRPr>
            </a:lvl9pPr>
          </a:lstStyle>
          <a:p xmlns:a="http://schemas.openxmlformats.org/drawingml/2006/main">
            <a:pPr algn="r">
              <a:defRPr sz="1125" b="0">
                <a:solidFill>
                  <a:srgbClr val="50646A"/>
                </a:solidFill>
                <a:latin typeface="Arial"/>
                <a:ea typeface="Arial"/>
                <a:cs typeface="Arial"/>
              </a:defRPr>
            </a:pPr>
            <a:r>
              <a:rPr sz="1125" b="0">
                <a:solidFill>
                  <a:srgbClr val="50646A"/>
                </a:solidFill>
                <a:latin typeface="Arial"/>
                <a:ea typeface="Arial"/>
                <a:cs typeface="Arial"/>
              </a:rPr>
              <a:t>08</a:t>
            </a:r>
          </a:p>
        </p:txBody>
      </p:sp>
      <p:sp>
        <p:nvSpPr>
          <p:cNvPr id="3" name="text-2">
            <a:extLst xmlns:a="http://schemas.openxmlformats.org/drawingml/2006/main">
              <a:ext uri="{FF2B5EF4-FFF2-40B4-BE49-F238E27FC236}">
                <a16:creationId xmlns:a16="http://schemas.microsoft.com/office/drawing/2014/main" id="{BFA4F587-3C48-451B-B0D1-457FD576C067}"/>
              </a:ext>
            </a:extLst>
          </p:cNvPr>
          <p:cNvSpPr>
            <a:spLocks xmlns:a="http://schemas.openxmlformats.org/drawingml/2006/main" noGrp="1"/>
          </p:cNvSpPr>
          <p:nvPr/>
        </p:nvSpPr>
        <p:spPr>
          <a:xfrm xmlns:a="http://schemas.openxmlformats.org/drawingml/2006/main">
            <a:off x="609600" y="1619250"/>
            <a:ext cx="76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B27D10"/>
                </a:solidFill>
                <a:latin typeface="Arial"/>
                <a:ea typeface="Arial"/>
                <a:cs typeface="Arial"/>
              </a:defRPr>
            </a:defPPr>
            <a:lvl1pPr algn="l">
              <a:defRPr sz="3300" b="1">
                <a:solidFill>
                  <a:srgbClr val="B27D10"/>
                </a:solidFill>
                <a:latin typeface="Arial"/>
                <a:ea typeface="Arial"/>
                <a:cs typeface="Arial"/>
              </a:defRPr>
            </a:lvl1pPr>
            <a:lvl2pPr algn="l">
              <a:defRPr sz="3300" b="1">
                <a:solidFill>
                  <a:srgbClr val="B27D10"/>
                </a:solidFill>
                <a:latin typeface="Arial"/>
                <a:ea typeface="Arial"/>
                <a:cs typeface="Arial"/>
              </a:defRPr>
            </a:lvl2pPr>
            <a:lvl3pPr algn="l">
              <a:defRPr sz="3300" b="1">
                <a:solidFill>
                  <a:srgbClr val="B27D10"/>
                </a:solidFill>
                <a:latin typeface="Arial"/>
                <a:ea typeface="Arial"/>
                <a:cs typeface="Arial"/>
              </a:defRPr>
            </a:lvl3pPr>
            <a:lvl4pPr algn="l">
              <a:defRPr sz="3300" b="1">
                <a:solidFill>
                  <a:srgbClr val="B27D10"/>
                </a:solidFill>
                <a:latin typeface="Arial"/>
                <a:ea typeface="Arial"/>
                <a:cs typeface="Arial"/>
              </a:defRPr>
            </a:lvl4pPr>
            <a:lvl5pPr algn="l">
              <a:defRPr sz="3300" b="1">
                <a:solidFill>
                  <a:srgbClr val="B27D10"/>
                </a:solidFill>
                <a:latin typeface="Arial"/>
                <a:ea typeface="Arial"/>
                <a:cs typeface="Arial"/>
              </a:defRPr>
            </a:lvl5pPr>
            <a:lvl6pPr algn="l">
              <a:defRPr sz="3300" b="1">
                <a:solidFill>
                  <a:srgbClr val="B27D10"/>
                </a:solidFill>
                <a:latin typeface="Arial"/>
                <a:ea typeface="Arial"/>
                <a:cs typeface="Arial"/>
              </a:defRPr>
            </a:lvl6pPr>
            <a:lvl7pPr algn="l">
              <a:defRPr sz="3300" b="1">
                <a:solidFill>
                  <a:srgbClr val="B27D10"/>
                </a:solidFill>
                <a:latin typeface="Arial"/>
                <a:ea typeface="Arial"/>
                <a:cs typeface="Arial"/>
              </a:defRPr>
            </a:lvl7pPr>
            <a:lvl8pPr algn="l">
              <a:defRPr sz="3300" b="1">
                <a:solidFill>
                  <a:srgbClr val="B27D10"/>
                </a:solidFill>
                <a:latin typeface="Arial"/>
                <a:ea typeface="Arial"/>
                <a:cs typeface="Arial"/>
              </a:defRPr>
            </a:lvl8pPr>
            <a:lvl9pPr algn="l">
              <a:defRPr sz="3300" b="1">
                <a:solidFill>
                  <a:srgbClr val="B27D10"/>
                </a:solidFill>
                <a:latin typeface="Arial"/>
                <a:ea typeface="Arial"/>
                <a:cs typeface="Arial"/>
              </a:defRPr>
            </a:lvl9pPr>
          </a:lstStyle>
          <a:p xmlns:a="http://schemas.openxmlformats.org/drawingml/2006/main">
            <a:pPr algn="l">
              <a:defRPr sz="3300" b="1">
                <a:solidFill>
                  <a:srgbClr val="B27D10"/>
                </a:solidFill>
                <a:latin typeface="Arial"/>
                <a:ea typeface="Arial"/>
                <a:cs typeface="Arial"/>
              </a:defRPr>
            </a:pPr>
            <a:r>
              <a:rPr sz="3300" b="1">
                <a:solidFill>
                  <a:srgbClr val="B27D10"/>
                </a:solidFill>
                <a:latin typeface="Arial"/>
                <a:ea typeface="Arial"/>
                <a:cs typeface="Arial"/>
              </a:rPr>
              <a:t>1</a:t>
            </a:r>
          </a:p>
        </p:txBody>
      </p:sp>
      <p:sp>
        <p:nvSpPr>
          <p:cNvPr id="4" name="text-3">
            <a:extLst xmlns:a="http://schemas.openxmlformats.org/drawingml/2006/main">
              <a:ext uri="{FF2B5EF4-FFF2-40B4-BE49-F238E27FC236}">
                <a16:creationId xmlns:a16="http://schemas.microsoft.com/office/drawing/2014/main" id="{97B7773D-D4D5-415F-B0D0-17454903395E}"/>
              </a:ext>
            </a:extLst>
          </p:cNvPr>
          <p:cNvSpPr>
            <a:spLocks xmlns:a="http://schemas.openxmlformats.org/drawingml/2006/main" noGrp="1"/>
          </p:cNvSpPr>
          <p:nvPr/>
        </p:nvSpPr>
        <p:spPr>
          <a:xfrm xmlns:a="http://schemas.openxmlformats.org/drawingml/2006/main">
            <a:off x="1581150" y="1619250"/>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B2F38"/>
                </a:solidFill>
                <a:latin typeface="Arial"/>
                <a:ea typeface="Arial"/>
                <a:cs typeface="Arial"/>
              </a:defRPr>
            </a:defPPr>
            <a:lvl1pPr algn="l">
              <a:defRPr sz="2250" b="1">
                <a:solidFill>
                  <a:srgbClr val="0B2F38"/>
                </a:solidFill>
                <a:latin typeface="Arial"/>
                <a:ea typeface="Arial"/>
                <a:cs typeface="Arial"/>
              </a:defRPr>
            </a:lvl1pPr>
            <a:lvl2pPr algn="l">
              <a:defRPr sz="2250" b="1">
                <a:solidFill>
                  <a:srgbClr val="0B2F38"/>
                </a:solidFill>
                <a:latin typeface="Arial"/>
                <a:ea typeface="Arial"/>
                <a:cs typeface="Arial"/>
              </a:defRPr>
            </a:lvl2pPr>
            <a:lvl3pPr algn="l">
              <a:defRPr sz="2250" b="1">
                <a:solidFill>
                  <a:srgbClr val="0B2F38"/>
                </a:solidFill>
                <a:latin typeface="Arial"/>
                <a:ea typeface="Arial"/>
                <a:cs typeface="Arial"/>
              </a:defRPr>
            </a:lvl3pPr>
            <a:lvl4pPr algn="l">
              <a:defRPr sz="2250" b="1">
                <a:solidFill>
                  <a:srgbClr val="0B2F38"/>
                </a:solidFill>
                <a:latin typeface="Arial"/>
                <a:ea typeface="Arial"/>
                <a:cs typeface="Arial"/>
              </a:defRPr>
            </a:lvl4pPr>
            <a:lvl5pPr algn="l">
              <a:defRPr sz="2250" b="1">
                <a:solidFill>
                  <a:srgbClr val="0B2F38"/>
                </a:solidFill>
                <a:latin typeface="Arial"/>
                <a:ea typeface="Arial"/>
                <a:cs typeface="Arial"/>
              </a:defRPr>
            </a:lvl5pPr>
            <a:lvl6pPr algn="l">
              <a:defRPr sz="2250" b="1">
                <a:solidFill>
                  <a:srgbClr val="0B2F38"/>
                </a:solidFill>
                <a:latin typeface="Arial"/>
                <a:ea typeface="Arial"/>
                <a:cs typeface="Arial"/>
              </a:defRPr>
            </a:lvl6pPr>
            <a:lvl7pPr algn="l">
              <a:defRPr sz="2250" b="1">
                <a:solidFill>
                  <a:srgbClr val="0B2F38"/>
                </a:solidFill>
                <a:latin typeface="Arial"/>
                <a:ea typeface="Arial"/>
                <a:cs typeface="Arial"/>
              </a:defRPr>
            </a:lvl7pPr>
            <a:lvl8pPr algn="l">
              <a:defRPr sz="2250" b="1">
                <a:solidFill>
                  <a:srgbClr val="0B2F38"/>
                </a:solidFill>
                <a:latin typeface="Arial"/>
                <a:ea typeface="Arial"/>
                <a:cs typeface="Arial"/>
              </a:defRPr>
            </a:lvl8pPr>
            <a:lvl9pPr algn="l">
              <a:defRPr sz="2250" b="1">
                <a:solidFill>
                  <a:srgbClr val="0B2F38"/>
                </a:solidFill>
                <a:latin typeface="Arial"/>
                <a:ea typeface="Arial"/>
                <a:cs typeface="Arial"/>
              </a:defRPr>
            </a:lvl9pPr>
          </a:lstStyle>
          <a:p xmlns:a="http://schemas.openxmlformats.org/drawingml/2006/main">
            <a:pPr algn="l">
              <a:defRPr sz="2250" b="1">
                <a:solidFill>
                  <a:srgbClr val="0B2F38"/>
                </a:solidFill>
                <a:latin typeface="Arial"/>
                <a:ea typeface="Arial"/>
                <a:cs typeface="Arial"/>
              </a:defRPr>
            </a:pPr>
            <a:r>
              <a:rPr sz="2250" b="1">
                <a:solidFill>
                  <a:srgbClr val="0B2F38"/>
                </a:solidFill>
                <a:latin typeface="Arial"/>
                <a:ea typeface="Arial"/>
                <a:cs typeface="Arial"/>
              </a:rPr>
              <a:t>Nutzerkorrekturen</a:t>
            </a:r>
          </a:p>
        </p:txBody>
      </p:sp>
      <p:sp>
        <p:nvSpPr>
          <p:cNvPr id="5" name="text-4">
            <a:extLst xmlns:a="http://schemas.openxmlformats.org/drawingml/2006/main">
              <a:ext uri="{FF2B5EF4-FFF2-40B4-BE49-F238E27FC236}">
                <a16:creationId xmlns:a16="http://schemas.microsoft.com/office/drawing/2014/main" id="{0A8F971D-7C8C-4845-B8C0-43926B6B5EE6}"/>
              </a:ext>
            </a:extLst>
          </p:cNvPr>
          <p:cNvSpPr>
            <a:spLocks xmlns:a="http://schemas.openxmlformats.org/drawingml/2006/main" noGrp="1"/>
          </p:cNvSpPr>
          <p:nvPr/>
        </p:nvSpPr>
        <p:spPr>
          <a:xfrm xmlns:a="http://schemas.openxmlformats.org/drawingml/2006/main">
            <a:off x="5905500" y="1619250"/>
            <a:ext cx="56769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0646A"/>
                </a:solidFill>
                <a:latin typeface="Arial"/>
                <a:ea typeface="Arial"/>
                <a:cs typeface="Arial"/>
              </a:defRPr>
            </a:defPPr>
            <a:lvl1pPr algn="l">
              <a:defRPr sz="1950" b="0">
                <a:solidFill>
                  <a:srgbClr val="50646A"/>
                </a:solidFill>
                <a:latin typeface="Arial"/>
                <a:ea typeface="Arial"/>
                <a:cs typeface="Arial"/>
              </a:defRPr>
            </a:lvl1pPr>
            <a:lvl2pPr algn="l">
              <a:defRPr sz="1950" b="0">
                <a:solidFill>
                  <a:srgbClr val="50646A"/>
                </a:solidFill>
                <a:latin typeface="Arial"/>
                <a:ea typeface="Arial"/>
                <a:cs typeface="Arial"/>
              </a:defRPr>
            </a:lvl2pPr>
            <a:lvl3pPr algn="l">
              <a:defRPr sz="1950" b="0">
                <a:solidFill>
                  <a:srgbClr val="50646A"/>
                </a:solidFill>
                <a:latin typeface="Arial"/>
                <a:ea typeface="Arial"/>
                <a:cs typeface="Arial"/>
              </a:defRPr>
            </a:lvl3pPr>
            <a:lvl4pPr algn="l">
              <a:defRPr sz="1950" b="0">
                <a:solidFill>
                  <a:srgbClr val="50646A"/>
                </a:solidFill>
                <a:latin typeface="Arial"/>
                <a:ea typeface="Arial"/>
                <a:cs typeface="Arial"/>
              </a:defRPr>
            </a:lvl4pPr>
            <a:lvl5pPr algn="l">
              <a:defRPr sz="1950" b="0">
                <a:solidFill>
                  <a:srgbClr val="50646A"/>
                </a:solidFill>
                <a:latin typeface="Arial"/>
                <a:ea typeface="Arial"/>
                <a:cs typeface="Arial"/>
              </a:defRPr>
            </a:lvl5pPr>
            <a:lvl6pPr algn="l">
              <a:defRPr sz="1950" b="0">
                <a:solidFill>
                  <a:srgbClr val="50646A"/>
                </a:solidFill>
                <a:latin typeface="Arial"/>
                <a:ea typeface="Arial"/>
                <a:cs typeface="Arial"/>
              </a:defRPr>
            </a:lvl6pPr>
            <a:lvl7pPr algn="l">
              <a:defRPr sz="1950" b="0">
                <a:solidFill>
                  <a:srgbClr val="50646A"/>
                </a:solidFill>
                <a:latin typeface="Arial"/>
                <a:ea typeface="Arial"/>
                <a:cs typeface="Arial"/>
              </a:defRPr>
            </a:lvl7pPr>
            <a:lvl8pPr algn="l">
              <a:defRPr sz="1950" b="0">
                <a:solidFill>
                  <a:srgbClr val="50646A"/>
                </a:solidFill>
                <a:latin typeface="Arial"/>
                <a:ea typeface="Arial"/>
                <a:cs typeface="Arial"/>
              </a:defRPr>
            </a:lvl8pPr>
            <a:lvl9pPr algn="l">
              <a:defRPr sz="1950" b="0">
                <a:solidFill>
                  <a:srgbClr val="50646A"/>
                </a:solidFill>
                <a:latin typeface="Arial"/>
                <a:ea typeface="Arial"/>
                <a:cs typeface="Arial"/>
              </a:defRPr>
            </a:lvl9pPr>
          </a:lstStyle>
          <a:p xmlns:a="http://schemas.openxmlformats.org/drawingml/2006/main">
            <a:pPr algn="l">
              <a:defRPr sz="1950" b="0">
                <a:solidFill>
                  <a:srgbClr val="50646A"/>
                </a:solidFill>
                <a:latin typeface="Arial"/>
                <a:ea typeface="Arial"/>
                <a:cs typeface="Arial"/>
              </a:defRPr>
            </a:pPr>
            <a:r>
              <a:rPr sz="1950" b="0">
                <a:solidFill>
                  <a:srgbClr val="50646A"/>
                </a:solidFill>
                <a:latin typeface="Arial"/>
                <a:ea typeface="Arial"/>
                <a:cs typeface="Arial"/>
              </a:rPr>
              <a:t>Gesprochenes Tempolimit; Android: Vosk, iPhone: Apple Speech</a:t>
            </a:r>
          </a:p>
        </p:txBody>
      </p:sp>
      <p:sp>
        <p:nvSpPr>
          <p:cNvPr id="6" name="text-5">
            <a:extLst xmlns:a="http://schemas.openxmlformats.org/drawingml/2006/main">
              <a:ext uri="{FF2B5EF4-FFF2-40B4-BE49-F238E27FC236}">
                <a16:creationId xmlns:a16="http://schemas.microsoft.com/office/drawing/2014/main" id="{24E0393A-4D94-4FCA-860E-07E4899FF88D}"/>
              </a:ext>
            </a:extLst>
          </p:cNvPr>
          <p:cNvSpPr>
            <a:spLocks xmlns:a="http://schemas.openxmlformats.org/drawingml/2006/main" noGrp="1"/>
          </p:cNvSpPr>
          <p:nvPr/>
        </p:nvSpPr>
        <p:spPr>
          <a:xfrm xmlns:a="http://schemas.openxmlformats.org/drawingml/2006/main">
            <a:off x="609600" y="2686050"/>
            <a:ext cx="76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B27D10"/>
                </a:solidFill>
                <a:latin typeface="Arial"/>
                <a:ea typeface="Arial"/>
                <a:cs typeface="Arial"/>
              </a:defRPr>
            </a:defPPr>
            <a:lvl1pPr algn="l">
              <a:defRPr sz="3300" b="1">
                <a:solidFill>
                  <a:srgbClr val="B27D10"/>
                </a:solidFill>
                <a:latin typeface="Arial"/>
                <a:ea typeface="Arial"/>
                <a:cs typeface="Arial"/>
              </a:defRPr>
            </a:lvl1pPr>
            <a:lvl2pPr algn="l">
              <a:defRPr sz="3300" b="1">
                <a:solidFill>
                  <a:srgbClr val="B27D10"/>
                </a:solidFill>
                <a:latin typeface="Arial"/>
                <a:ea typeface="Arial"/>
                <a:cs typeface="Arial"/>
              </a:defRPr>
            </a:lvl2pPr>
            <a:lvl3pPr algn="l">
              <a:defRPr sz="3300" b="1">
                <a:solidFill>
                  <a:srgbClr val="B27D10"/>
                </a:solidFill>
                <a:latin typeface="Arial"/>
                <a:ea typeface="Arial"/>
                <a:cs typeface="Arial"/>
              </a:defRPr>
            </a:lvl3pPr>
            <a:lvl4pPr algn="l">
              <a:defRPr sz="3300" b="1">
                <a:solidFill>
                  <a:srgbClr val="B27D10"/>
                </a:solidFill>
                <a:latin typeface="Arial"/>
                <a:ea typeface="Arial"/>
                <a:cs typeface="Arial"/>
              </a:defRPr>
            </a:lvl4pPr>
            <a:lvl5pPr algn="l">
              <a:defRPr sz="3300" b="1">
                <a:solidFill>
                  <a:srgbClr val="B27D10"/>
                </a:solidFill>
                <a:latin typeface="Arial"/>
                <a:ea typeface="Arial"/>
                <a:cs typeface="Arial"/>
              </a:defRPr>
            </a:lvl5pPr>
            <a:lvl6pPr algn="l">
              <a:defRPr sz="3300" b="1">
                <a:solidFill>
                  <a:srgbClr val="B27D10"/>
                </a:solidFill>
                <a:latin typeface="Arial"/>
                <a:ea typeface="Arial"/>
                <a:cs typeface="Arial"/>
              </a:defRPr>
            </a:lvl6pPr>
            <a:lvl7pPr algn="l">
              <a:defRPr sz="3300" b="1">
                <a:solidFill>
                  <a:srgbClr val="B27D10"/>
                </a:solidFill>
                <a:latin typeface="Arial"/>
                <a:ea typeface="Arial"/>
                <a:cs typeface="Arial"/>
              </a:defRPr>
            </a:lvl7pPr>
            <a:lvl8pPr algn="l">
              <a:defRPr sz="3300" b="1">
                <a:solidFill>
                  <a:srgbClr val="B27D10"/>
                </a:solidFill>
                <a:latin typeface="Arial"/>
                <a:ea typeface="Arial"/>
                <a:cs typeface="Arial"/>
              </a:defRPr>
            </a:lvl8pPr>
            <a:lvl9pPr algn="l">
              <a:defRPr sz="3300" b="1">
                <a:solidFill>
                  <a:srgbClr val="B27D10"/>
                </a:solidFill>
                <a:latin typeface="Arial"/>
                <a:ea typeface="Arial"/>
                <a:cs typeface="Arial"/>
              </a:defRPr>
            </a:lvl9pPr>
          </a:lstStyle>
          <a:p xmlns:a="http://schemas.openxmlformats.org/drawingml/2006/main">
            <a:pPr algn="l">
              <a:defRPr sz="3300" b="1">
                <a:solidFill>
                  <a:srgbClr val="B27D10"/>
                </a:solidFill>
                <a:latin typeface="Arial"/>
                <a:ea typeface="Arial"/>
                <a:cs typeface="Arial"/>
              </a:defRPr>
            </a:pPr>
            <a:r>
              <a:rPr sz="3300" b="1">
                <a:solidFill>
                  <a:srgbClr val="B27D10"/>
                </a:solidFill>
                <a:latin typeface="Arial"/>
                <a:ea typeface="Arial"/>
                <a:cs typeface="Arial"/>
              </a:rPr>
              <a:t>2</a:t>
            </a:r>
          </a:p>
        </p:txBody>
      </p:sp>
      <p:sp>
        <p:nvSpPr>
          <p:cNvPr id="7" name="text-6">
            <a:extLst xmlns:a="http://schemas.openxmlformats.org/drawingml/2006/main">
              <a:ext uri="{FF2B5EF4-FFF2-40B4-BE49-F238E27FC236}">
                <a16:creationId xmlns:a16="http://schemas.microsoft.com/office/drawing/2014/main" id="{974994EB-459B-4B67-BAF3-30D77E5D5EC8}"/>
              </a:ext>
            </a:extLst>
          </p:cNvPr>
          <p:cNvSpPr>
            <a:spLocks xmlns:a="http://schemas.openxmlformats.org/drawingml/2006/main" noGrp="1"/>
          </p:cNvSpPr>
          <p:nvPr/>
        </p:nvSpPr>
        <p:spPr>
          <a:xfrm xmlns:a="http://schemas.openxmlformats.org/drawingml/2006/main">
            <a:off x="1581150" y="2686050"/>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B2F38"/>
                </a:solidFill>
                <a:latin typeface="Arial"/>
                <a:ea typeface="Arial"/>
                <a:cs typeface="Arial"/>
              </a:defRPr>
            </a:defPPr>
            <a:lvl1pPr algn="l">
              <a:defRPr sz="2250" b="1">
                <a:solidFill>
                  <a:srgbClr val="0B2F38"/>
                </a:solidFill>
                <a:latin typeface="Arial"/>
                <a:ea typeface="Arial"/>
                <a:cs typeface="Arial"/>
              </a:defRPr>
            </a:lvl1pPr>
            <a:lvl2pPr algn="l">
              <a:defRPr sz="2250" b="1">
                <a:solidFill>
                  <a:srgbClr val="0B2F38"/>
                </a:solidFill>
                <a:latin typeface="Arial"/>
                <a:ea typeface="Arial"/>
                <a:cs typeface="Arial"/>
              </a:defRPr>
            </a:lvl2pPr>
            <a:lvl3pPr algn="l">
              <a:defRPr sz="2250" b="1">
                <a:solidFill>
                  <a:srgbClr val="0B2F38"/>
                </a:solidFill>
                <a:latin typeface="Arial"/>
                <a:ea typeface="Arial"/>
                <a:cs typeface="Arial"/>
              </a:defRPr>
            </a:lvl3pPr>
            <a:lvl4pPr algn="l">
              <a:defRPr sz="2250" b="1">
                <a:solidFill>
                  <a:srgbClr val="0B2F38"/>
                </a:solidFill>
                <a:latin typeface="Arial"/>
                <a:ea typeface="Arial"/>
                <a:cs typeface="Arial"/>
              </a:defRPr>
            </a:lvl4pPr>
            <a:lvl5pPr algn="l">
              <a:defRPr sz="2250" b="1">
                <a:solidFill>
                  <a:srgbClr val="0B2F38"/>
                </a:solidFill>
                <a:latin typeface="Arial"/>
                <a:ea typeface="Arial"/>
                <a:cs typeface="Arial"/>
              </a:defRPr>
            </a:lvl5pPr>
            <a:lvl6pPr algn="l">
              <a:defRPr sz="2250" b="1">
                <a:solidFill>
                  <a:srgbClr val="0B2F38"/>
                </a:solidFill>
                <a:latin typeface="Arial"/>
                <a:ea typeface="Arial"/>
                <a:cs typeface="Arial"/>
              </a:defRPr>
            </a:lvl6pPr>
            <a:lvl7pPr algn="l">
              <a:defRPr sz="2250" b="1">
                <a:solidFill>
                  <a:srgbClr val="0B2F38"/>
                </a:solidFill>
                <a:latin typeface="Arial"/>
                <a:ea typeface="Arial"/>
                <a:cs typeface="Arial"/>
              </a:defRPr>
            </a:lvl7pPr>
            <a:lvl8pPr algn="l">
              <a:defRPr sz="2250" b="1">
                <a:solidFill>
                  <a:srgbClr val="0B2F38"/>
                </a:solidFill>
                <a:latin typeface="Arial"/>
                <a:ea typeface="Arial"/>
                <a:cs typeface="Arial"/>
              </a:defRPr>
            </a:lvl8pPr>
            <a:lvl9pPr algn="l">
              <a:defRPr sz="2250" b="1">
                <a:solidFill>
                  <a:srgbClr val="0B2F38"/>
                </a:solidFill>
                <a:latin typeface="Arial"/>
                <a:ea typeface="Arial"/>
                <a:cs typeface="Arial"/>
              </a:defRPr>
            </a:lvl9pPr>
          </a:lstStyle>
          <a:p xmlns:a="http://schemas.openxmlformats.org/drawingml/2006/main">
            <a:pPr algn="l">
              <a:defRPr sz="2250" b="1">
                <a:solidFill>
                  <a:srgbClr val="0B2F38"/>
                </a:solidFill>
                <a:latin typeface="Arial"/>
                <a:ea typeface="Arial"/>
                <a:cs typeface="Arial"/>
              </a:defRPr>
            </a:pPr>
            <a:r>
              <a:rPr sz="2250" b="1">
                <a:solidFill>
                  <a:srgbClr val="0B2F38"/>
                </a:solidFill>
                <a:latin typeface="Arial"/>
                <a:ea typeface="Arial"/>
                <a:cs typeface="Arial"/>
              </a:rPr>
              <a:t>Kamera / Vision</a:t>
            </a:r>
          </a:p>
        </p:txBody>
      </p:sp>
      <p:sp>
        <p:nvSpPr>
          <p:cNvPr id="8" name="text-7">
            <a:extLst xmlns:a="http://schemas.openxmlformats.org/drawingml/2006/main">
              <a:ext uri="{FF2B5EF4-FFF2-40B4-BE49-F238E27FC236}">
                <a16:creationId xmlns:a16="http://schemas.microsoft.com/office/drawing/2014/main" id="{CA5BFDCF-79D8-43A9-8233-97CC7167DB8A}"/>
              </a:ext>
            </a:extLst>
          </p:cNvPr>
          <p:cNvSpPr>
            <a:spLocks xmlns:a="http://schemas.openxmlformats.org/drawingml/2006/main" noGrp="1"/>
          </p:cNvSpPr>
          <p:nvPr/>
        </p:nvSpPr>
        <p:spPr>
          <a:xfrm xmlns:a="http://schemas.openxmlformats.org/drawingml/2006/main">
            <a:off x="5905500" y="2686050"/>
            <a:ext cx="56769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0646A"/>
                </a:solidFill>
                <a:latin typeface="Arial"/>
                <a:ea typeface="Arial"/>
                <a:cs typeface="Arial"/>
              </a:defRPr>
            </a:defPPr>
            <a:lvl1pPr algn="l">
              <a:defRPr sz="1950" b="0">
                <a:solidFill>
                  <a:srgbClr val="50646A"/>
                </a:solidFill>
                <a:latin typeface="Arial"/>
                <a:ea typeface="Arial"/>
                <a:cs typeface="Arial"/>
              </a:defRPr>
            </a:lvl1pPr>
            <a:lvl2pPr algn="l">
              <a:defRPr sz="1950" b="0">
                <a:solidFill>
                  <a:srgbClr val="50646A"/>
                </a:solidFill>
                <a:latin typeface="Arial"/>
                <a:ea typeface="Arial"/>
                <a:cs typeface="Arial"/>
              </a:defRPr>
            </a:lvl2pPr>
            <a:lvl3pPr algn="l">
              <a:defRPr sz="1950" b="0">
                <a:solidFill>
                  <a:srgbClr val="50646A"/>
                </a:solidFill>
                <a:latin typeface="Arial"/>
                <a:ea typeface="Arial"/>
                <a:cs typeface="Arial"/>
              </a:defRPr>
            </a:lvl3pPr>
            <a:lvl4pPr algn="l">
              <a:defRPr sz="1950" b="0">
                <a:solidFill>
                  <a:srgbClr val="50646A"/>
                </a:solidFill>
                <a:latin typeface="Arial"/>
                <a:ea typeface="Arial"/>
                <a:cs typeface="Arial"/>
              </a:defRPr>
            </a:lvl4pPr>
            <a:lvl5pPr algn="l">
              <a:defRPr sz="1950" b="0">
                <a:solidFill>
                  <a:srgbClr val="50646A"/>
                </a:solidFill>
                <a:latin typeface="Arial"/>
                <a:ea typeface="Arial"/>
                <a:cs typeface="Arial"/>
              </a:defRPr>
            </a:lvl5pPr>
            <a:lvl6pPr algn="l">
              <a:defRPr sz="1950" b="0">
                <a:solidFill>
                  <a:srgbClr val="50646A"/>
                </a:solidFill>
                <a:latin typeface="Arial"/>
                <a:ea typeface="Arial"/>
                <a:cs typeface="Arial"/>
              </a:defRPr>
            </a:lvl6pPr>
            <a:lvl7pPr algn="l">
              <a:defRPr sz="1950" b="0">
                <a:solidFill>
                  <a:srgbClr val="50646A"/>
                </a:solidFill>
                <a:latin typeface="Arial"/>
                <a:ea typeface="Arial"/>
                <a:cs typeface="Arial"/>
              </a:defRPr>
            </a:lvl7pPr>
            <a:lvl8pPr algn="l">
              <a:defRPr sz="1950" b="0">
                <a:solidFill>
                  <a:srgbClr val="50646A"/>
                </a:solidFill>
                <a:latin typeface="Arial"/>
                <a:ea typeface="Arial"/>
                <a:cs typeface="Arial"/>
              </a:defRPr>
            </a:lvl8pPr>
            <a:lvl9pPr algn="l">
              <a:defRPr sz="1950" b="0">
                <a:solidFill>
                  <a:srgbClr val="50646A"/>
                </a:solidFill>
                <a:latin typeface="Arial"/>
                <a:ea typeface="Arial"/>
                <a:cs typeface="Arial"/>
              </a:defRPr>
            </a:lvl9pPr>
          </a:lstStyle>
          <a:p xmlns:a="http://schemas.openxmlformats.org/drawingml/2006/main">
            <a:pPr algn="l">
              <a:defRPr sz="1950" b="0">
                <a:solidFill>
                  <a:srgbClr val="50646A"/>
                </a:solidFill>
                <a:latin typeface="Arial"/>
                <a:ea typeface="Arial"/>
                <a:cs typeface="Arial"/>
              </a:defRPr>
            </a:pPr>
            <a:r>
              <a:rPr sz="1950" b="0">
                <a:solidFill>
                  <a:srgbClr val="50646A"/>
                </a:solidFill>
                <a:latin typeface="Arial"/>
                <a:ea typeface="Arial"/>
                <a:cs typeface="Arial"/>
              </a:rPr>
              <a:t>Erkannte Zeichen und bestätigte Passagen</a:t>
            </a:r>
          </a:p>
        </p:txBody>
      </p:sp>
      <p:sp>
        <p:nvSpPr>
          <p:cNvPr id="9" name="text-8">
            <a:extLst xmlns:a="http://schemas.openxmlformats.org/drawingml/2006/main">
              <a:ext uri="{FF2B5EF4-FFF2-40B4-BE49-F238E27FC236}">
                <a16:creationId xmlns:a16="http://schemas.microsoft.com/office/drawing/2014/main" id="{5591B3C9-4FE3-4749-9573-D98F8F1828D1}"/>
              </a:ext>
            </a:extLst>
          </p:cNvPr>
          <p:cNvSpPr>
            <a:spLocks xmlns:a="http://schemas.openxmlformats.org/drawingml/2006/main" noGrp="1"/>
          </p:cNvSpPr>
          <p:nvPr/>
        </p:nvSpPr>
        <p:spPr>
          <a:xfrm xmlns:a="http://schemas.openxmlformats.org/drawingml/2006/main">
            <a:off x="609600" y="3752850"/>
            <a:ext cx="76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B27D10"/>
                </a:solidFill>
                <a:latin typeface="Arial"/>
                <a:ea typeface="Arial"/>
                <a:cs typeface="Arial"/>
              </a:defRPr>
            </a:defPPr>
            <a:lvl1pPr algn="l">
              <a:defRPr sz="3300" b="1">
                <a:solidFill>
                  <a:srgbClr val="B27D10"/>
                </a:solidFill>
                <a:latin typeface="Arial"/>
                <a:ea typeface="Arial"/>
                <a:cs typeface="Arial"/>
              </a:defRPr>
            </a:lvl1pPr>
            <a:lvl2pPr algn="l">
              <a:defRPr sz="3300" b="1">
                <a:solidFill>
                  <a:srgbClr val="B27D10"/>
                </a:solidFill>
                <a:latin typeface="Arial"/>
                <a:ea typeface="Arial"/>
                <a:cs typeface="Arial"/>
              </a:defRPr>
            </a:lvl2pPr>
            <a:lvl3pPr algn="l">
              <a:defRPr sz="3300" b="1">
                <a:solidFill>
                  <a:srgbClr val="B27D10"/>
                </a:solidFill>
                <a:latin typeface="Arial"/>
                <a:ea typeface="Arial"/>
                <a:cs typeface="Arial"/>
              </a:defRPr>
            </a:lvl3pPr>
            <a:lvl4pPr algn="l">
              <a:defRPr sz="3300" b="1">
                <a:solidFill>
                  <a:srgbClr val="B27D10"/>
                </a:solidFill>
                <a:latin typeface="Arial"/>
                <a:ea typeface="Arial"/>
                <a:cs typeface="Arial"/>
              </a:defRPr>
            </a:lvl4pPr>
            <a:lvl5pPr algn="l">
              <a:defRPr sz="3300" b="1">
                <a:solidFill>
                  <a:srgbClr val="B27D10"/>
                </a:solidFill>
                <a:latin typeface="Arial"/>
                <a:ea typeface="Arial"/>
                <a:cs typeface="Arial"/>
              </a:defRPr>
            </a:lvl5pPr>
            <a:lvl6pPr algn="l">
              <a:defRPr sz="3300" b="1">
                <a:solidFill>
                  <a:srgbClr val="B27D10"/>
                </a:solidFill>
                <a:latin typeface="Arial"/>
                <a:ea typeface="Arial"/>
                <a:cs typeface="Arial"/>
              </a:defRPr>
            </a:lvl6pPr>
            <a:lvl7pPr algn="l">
              <a:defRPr sz="3300" b="1">
                <a:solidFill>
                  <a:srgbClr val="B27D10"/>
                </a:solidFill>
                <a:latin typeface="Arial"/>
                <a:ea typeface="Arial"/>
                <a:cs typeface="Arial"/>
              </a:defRPr>
            </a:lvl7pPr>
            <a:lvl8pPr algn="l">
              <a:defRPr sz="3300" b="1">
                <a:solidFill>
                  <a:srgbClr val="B27D10"/>
                </a:solidFill>
                <a:latin typeface="Arial"/>
                <a:ea typeface="Arial"/>
                <a:cs typeface="Arial"/>
              </a:defRPr>
            </a:lvl8pPr>
            <a:lvl9pPr algn="l">
              <a:defRPr sz="3300" b="1">
                <a:solidFill>
                  <a:srgbClr val="B27D10"/>
                </a:solidFill>
                <a:latin typeface="Arial"/>
                <a:ea typeface="Arial"/>
                <a:cs typeface="Arial"/>
              </a:defRPr>
            </a:lvl9pPr>
          </a:lstStyle>
          <a:p xmlns:a="http://schemas.openxmlformats.org/drawingml/2006/main">
            <a:pPr algn="l">
              <a:defRPr sz="3300" b="1">
                <a:solidFill>
                  <a:srgbClr val="B27D10"/>
                </a:solidFill>
                <a:latin typeface="Arial"/>
                <a:ea typeface="Arial"/>
                <a:cs typeface="Arial"/>
              </a:defRPr>
            </a:pPr>
            <a:r>
              <a:rPr sz="3300" b="1">
                <a:solidFill>
                  <a:srgbClr val="B27D10"/>
                </a:solidFill>
                <a:latin typeface="Arial"/>
                <a:ea typeface="Arial"/>
                <a:cs typeface="Arial"/>
              </a:rPr>
              <a:t>3</a:t>
            </a:r>
          </a:p>
        </p:txBody>
      </p:sp>
      <p:sp>
        <p:nvSpPr>
          <p:cNvPr id="10" name="text-9">
            <a:extLst xmlns:a="http://schemas.openxmlformats.org/drawingml/2006/main">
              <a:ext uri="{FF2B5EF4-FFF2-40B4-BE49-F238E27FC236}">
                <a16:creationId xmlns:a16="http://schemas.microsoft.com/office/drawing/2014/main" id="{EDC20D9D-F9FD-45EB-9B20-C1C17F052B27}"/>
              </a:ext>
            </a:extLst>
          </p:cNvPr>
          <p:cNvSpPr>
            <a:spLocks xmlns:a="http://schemas.openxmlformats.org/drawingml/2006/main" noGrp="1"/>
          </p:cNvSpPr>
          <p:nvPr/>
        </p:nvSpPr>
        <p:spPr>
          <a:xfrm xmlns:a="http://schemas.openxmlformats.org/drawingml/2006/main">
            <a:off x="1581150" y="3752850"/>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B2F38"/>
                </a:solidFill>
                <a:latin typeface="Arial"/>
                <a:ea typeface="Arial"/>
                <a:cs typeface="Arial"/>
              </a:defRPr>
            </a:defPPr>
            <a:lvl1pPr algn="l">
              <a:defRPr sz="2250" b="1">
                <a:solidFill>
                  <a:srgbClr val="0B2F38"/>
                </a:solidFill>
                <a:latin typeface="Arial"/>
                <a:ea typeface="Arial"/>
                <a:cs typeface="Arial"/>
              </a:defRPr>
            </a:lvl1pPr>
            <a:lvl2pPr algn="l">
              <a:defRPr sz="2250" b="1">
                <a:solidFill>
                  <a:srgbClr val="0B2F38"/>
                </a:solidFill>
                <a:latin typeface="Arial"/>
                <a:ea typeface="Arial"/>
                <a:cs typeface="Arial"/>
              </a:defRPr>
            </a:lvl2pPr>
            <a:lvl3pPr algn="l">
              <a:defRPr sz="2250" b="1">
                <a:solidFill>
                  <a:srgbClr val="0B2F38"/>
                </a:solidFill>
                <a:latin typeface="Arial"/>
                <a:ea typeface="Arial"/>
                <a:cs typeface="Arial"/>
              </a:defRPr>
            </a:lvl3pPr>
            <a:lvl4pPr algn="l">
              <a:defRPr sz="2250" b="1">
                <a:solidFill>
                  <a:srgbClr val="0B2F38"/>
                </a:solidFill>
                <a:latin typeface="Arial"/>
                <a:ea typeface="Arial"/>
                <a:cs typeface="Arial"/>
              </a:defRPr>
            </a:lvl4pPr>
            <a:lvl5pPr algn="l">
              <a:defRPr sz="2250" b="1">
                <a:solidFill>
                  <a:srgbClr val="0B2F38"/>
                </a:solidFill>
                <a:latin typeface="Arial"/>
                <a:ea typeface="Arial"/>
                <a:cs typeface="Arial"/>
              </a:defRPr>
            </a:lvl5pPr>
            <a:lvl6pPr algn="l">
              <a:defRPr sz="2250" b="1">
                <a:solidFill>
                  <a:srgbClr val="0B2F38"/>
                </a:solidFill>
                <a:latin typeface="Arial"/>
                <a:ea typeface="Arial"/>
                <a:cs typeface="Arial"/>
              </a:defRPr>
            </a:lvl6pPr>
            <a:lvl7pPr algn="l">
              <a:defRPr sz="2250" b="1">
                <a:solidFill>
                  <a:srgbClr val="0B2F38"/>
                </a:solidFill>
                <a:latin typeface="Arial"/>
                <a:ea typeface="Arial"/>
                <a:cs typeface="Arial"/>
              </a:defRPr>
            </a:lvl7pPr>
            <a:lvl8pPr algn="l">
              <a:defRPr sz="2250" b="1">
                <a:solidFill>
                  <a:srgbClr val="0B2F38"/>
                </a:solidFill>
                <a:latin typeface="Arial"/>
                <a:ea typeface="Arial"/>
                <a:cs typeface="Arial"/>
              </a:defRPr>
            </a:lvl8pPr>
            <a:lvl9pPr algn="l">
              <a:defRPr sz="2250" b="1">
                <a:solidFill>
                  <a:srgbClr val="0B2F38"/>
                </a:solidFill>
                <a:latin typeface="Arial"/>
                <a:ea typeface="Arial"/>
                <a:cs typeface="Arial"/>
              </a:defRPr>
            </a:lvl9pPr>
          </a:lstStyle>
          <a:p xmlns:a="http://schemas.openxmlformats.org/drawingml/2006/main">
            <a:pPr algn="l">
              <a:defRPr sz="2250" b="1">
                <a:solidFill>
                  <a:srgbClr val="0B2F38"/>
                </a:solidFill>
                <a:latin typeface="Arial"/>
                <a:ea typeface="Arial"/>
                <a:cs typeface="Arial"/>
              </a:defRPr>
            </a:pPr>
            <a:r>
              <a:rPr sz="2250" b="1">
                <a:solidFill>
                  <a:srgbClr val="0B2F38"/>
                </a:solidFill>
                <a:latin typeface="Arial"/>
                <a:ea typeface="Arial"/>
                <a:cs typeface="Arial"/>
              </a:rPr>
              <a:t>Datenbank-Bundle</a:t>
            </a:r>
          </a:p>
        </p:txBody>
      </p:sp>
      <p:sp>
        <p:nvSpPr>
          <p:cNvPr id="11" name="text-10">
            <a:extLst xmlns:a="http://schemas.openxmlformats.org/drawingml/2006/main">
              <a:ext uri="{FF2B5EF4-FFF2-40B4-BE49-F238E27FC236}">
                <a16:creationId xmlns:a16="http://schemas.microsoft.com/office/drawing/2014/main" id="{C49288DC-7F63-4B65-A2AF-C4C0EC5E3FB4}"/>
              </a:ext>
            </a:extLst>
          </p:cNvPr>
          <p:cNvSpPr>
            <a:spLocks xmlns:a="http://schemas.openxmlformats.org/drawingml/2006/main" noGrp="1"/>
          </p:cNvSpPr>
          <p:nvPr/>
        </p:nvSpPr>
        <p:spPr>
          <a:xfrm xmlns:a="http://schemas.openxmlformats.org/drawingml/2006/main">
            <a:off x="5905500" y="3752850"/>
            <a:ext cx="56769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0646A"/>
                </a:solidFill>
                <a:latin typeface="Arial"/>
                <a:ea typeface="Arial"/>
                <a:cs typeface="Arial"/>
              </a:defRPr>
            </a:defPPr>
            <a:lvl1pPr algn="l">
              <a:defRPr sz="1950" b="0">
                <a:solidFill>
                  <a:srgbClr val="50646A"/>
                </a:solidFill>
                <a:latin typeface="Arial"/>
                <a:ea typeface="Arial"/>
                <a:cs typeface="Arial"/>
              </a:defRPr>
            </a:lvl1pPr>
            <a:lvl2pPr algn="l">
              <a:defRPr sz="1950" b="0">
                <a:solidFill>
                  <a:srgbClr val="50646A"/>
                </a:solidFill>
                <a:latin typeface="Arial"/>
                <a:ea typeface="Arial"/>
                <a:cs typeface="Arial"/>
              </a:defRPr>
            </a:lvl2pPr>
            <a:lvl3pPr algn="l">
              <a:defRPr sz="1950" b="0">
                <a:solidFill>
                  <a:srgbClr val="50646A"/>
                </a:solidFill>
                <a:latin typeface="Arial"/>
                <a:ea typeface="Arial"/>
                <a:cs typeface="Arial"/>
              </a:defRPr>
            </a:lvl3pPr>
            <a:lvl4pPr algn="l">
              <a:defRPr sz="1950" b="0">
                <a:solidFill>
                  <a:srgbClr val="50646A"/>
                </a:solidFill>
                <a:latin typeface="Arial"/>
                <a:ea typeface="Arial"/>
                <a:cs typeface="Arial"/>
              </a:defRPr>
            </a:lvl4pPr>
            <a:lvl5pPr algn="l">
              <a:defRPr sz="1950" b="0">
                <a:solidFill>
                  <a:srgbClr val="50646A"/>
                </a:solidFill>
                <a:latin typeface="Arial"/>
                <a:ea typeface="Arial"/>
                <a:cs typeface="Arial"/>
              </a:defRPr>
            </a:lvl5pPr>
            <a:lvl6pPr algn="l">
              <a:defRPr sz="1950" b="0">
                <a:solidFill>
                  <a:srgbClr val="50646A"/>
                </a:solidFill>
                <a:latin typeface="Arial"/>
                <a:ea typeface="Arial"/>
                <a:cs typeface="Arial"/>
              </a:defRPr>
            </a:lvl6pPr>
            <a:lvl7pPr algn="l">
              <a:defRPr sz="1950" b="0">
                <a:solidFill>
                  <a:srgbClr val="50646A"/>
                </a:solidFill>
                <a:latin typeface="Arial"/>
                <a:ea typeface="Arial"/>
                <a:cs typeface="Arial"/>
              </a:defRPr>
            </a:lvl7pPr>
            <a:lvl8pPr algn="l">
              <a:defRPr sz="1950" b="0">
                <a:solidFill>
                  <a:srgbClr val="50646A"/>
                </a:solidFill>
                <a:latin typeface="Arial"/>
                <a:ea typeface="Arial"/>
                <a:cs typeface="Arial"/>
              </a:defRPr>
            </a:lvl8pPr>
            <a:lvl9pPr algn="l">
              <a:defRPr sz="1950" b="0">
                <a:solidFill>
                  <a:srgbClr val="50646A"/>
                </a:solidFill>
                <a:latin typeface="Arial"/>
                <a:ea typeface="Arial"/>
                <a:cs typeface="Arial"/>
              </a:defRPr>
            </a:lvl9pPr>
          </a:lstStyle>
          <a:p xmlns:a="http://schemas.openxmlformats.org/drawingml/2006/main">
            <a:pPr algn="l">
              <a:defRPr sz="1950" b="0">
                <a:solidFill>
                  <a:srgbClr val="50646A"/>
                </a:solidFill>
                <a:latin typeface="Arial"/>
                <a:ea typeface="Arial"/>
                <a:cs typeface="Arial"/>
              </a:defRPr>
            </a:pPr>
            <a:r>
              <a:rPr sz="1950" b="0">
                <a:solidFill>
                  <a:srgbClr val="50646A"/>
                </a:solidFill>
                <a:latin typeface="Arial"/>
                <a:ea typeface="Arial"/>
                <a:cs typeface="Arial"/>
              </a:rPr>
              <a:t>OSM-Straßen, Kontext und Map Matching</a:t>
            </a:r>
          </a:p>
        </p:txBody>
      </p:sp>
      <p:sp>
        <p:nvSpPr>
          <p:cNvPr id="12" name="diagram-Kamera-Referenz">
            <a:extLst xmlns:a="http://schemas.openxmlformats.org/drawingml/2006/main">
              <a:ext uri="{FF2B5EF4-FFF2-40B4-BE49-F238E27FC236}">
                <a16:creationId xmlns:a16="http://schemas.microsoft.com/office/drawing/2014/main" id="{C5B674F4-727F-4931-9219-D6CBA8EDE23B}"/>
              </a:ext>
            </a:extLst>
          </p:cNvPr>
          <p:cNvSpPr>
            <a:spLocks xmlns:a="http://schemas.openxmlformats.org/drawingml/2006/main" noGrp="1"/>
          </p:cNvSpPr>
          <p:nvPr/>
        </p:nvSpPr>
        <p:spPr>
          <a:xfrm xmlns:a="http://schemas.openxmlformats.org/drawingml/2006/main">
            <a:off x="609600" y="5067300"/>
            <a:ext cx="3171825" cy="819150"/>
          </a:xfrm>
          <a:prstGeom xmlns:a="http://schemas.openxmlformats.org/drawingml/2006/main" prst="rect">
            <a:avLst/>
          </a:prstGeom>
          <a:solidFill xmlns:a="http://schemas.openxmlformats.org/drawingml/2006/main">
            <a:srgbClr val="FFFFFF"/>
          </a:solidFill>
          <a:ln xmlns:a="http://schemas.openxmlformats.org/drawingml/2006/main" w="14288">
            <a:solidFill>
              <a:srgbClr val="C9D3D2"/>
            </a:solidFill>
          </a:ln>
        </p:spPr>
        <p:txBody>
          <a:bodyPr xmlns:a="http://schemas.openxmlformats.org/drawingml/2006/main" lIns="133350" tIns="133350" rIns="133350" bIns="133350" anchor="ctr">
            <a:noAutofit/>
          </a:bodyPr>
          <a:lstStyle xmlns:a="http://schemas.openxmlformats.org/drawingml/2006/main">
            <a:defPPr algn="ctr">
              <a:defRPr sz="1800">
                <a:solidFill>
                  <a:srgbClr val="0B2F38"/>
                </a:solidFill>
                <a:latin typeface="Arial"/>
                <a:ea typeface="Arial"/>
                <a:cs typeface="Arial"/>
              </a:defRPr>
            </a:defPPr>
            <a:lvl1pPr algn="ctr">
              <a:defRPr sz="1800">
                <a:solidFill>
                  <a:srgbClr val="0B2F38"/>
                </a:solidFill>
                <a:latin typeface="Arial"/>
                <a:ea typeface="Arial"/>
                <a:cs typeface="Arial"/>
              </a:defRPr>
            </a:lvl1pPr>
            <a:lvl2pPr algn="ctr">
              <a:defRPr sz="1800">
                <a:solidFill>
                  <a:srgbClr val="0B2F38"/>
                </a:solidFill>
                <a:latin typeface="Arial"/>
                <a:ea typeface="Arial"/>
                <a:cs typeface="Arial"/>
              </a:defRPr>
            </a:lvl2pPr>
            <a:lvl3pPr algn="ctr">
              <a:defRPr sz="1800">
                <a:solidFill>
                  <a:srgbClr val="0B2F38"/>
                </a:solidFill>
                <a:latin typeface="Arial"/>
                <a:ea typeface="Arial"/>
                <a:cs typeface="Arial"/>
              </a:defRPr>
            </a:lvl3pPr>
            <a:lvl4pPr algn="ctr">
              <a:defRPr sz="1800">
                <a:solidFill>
                  <a:srgbClr val="0B2F38"/>
                </a:solidFill>
                <a:latin typeface="Arial"/>
                <a:ea typeface="Arial"/>
                <a:cs typeface="Arial"/>
              </a:defRPr>
            </a:lvl4pPr>
            <a:lvl5pPr algn="ctr">
              <a:defRPr sz="1800">
                <a:solidFill>
                  <a:srgbClr val="0B2F38"/>
                </a:solidFill>
                <a:latin typeface="Arial"/>
                <a:ea typeface="Arial"/>
                <a:cs typeface="Arial"/>
              </a:defRPr>
            </a:lvl5pPr>
            <a:lvl6pPr algn="ctr">
              <a:defRPr sz="1800">
                <a:solidFill>
                  <a:srgbClr val="0B2F38"/>
                </a:solidFill>
                <a:latin typeface="Arial"/>
                <a:ea typeface="Arial"/>
                <a:cs typeface="Arial"/>
              </a:defRPr>
            </a:lvl6pPr>
            <a:lvl7pPr algn="ctr">
              <a:defRPr sz="1800">
                <a:solidFill>
                  <a:srgbClr val="0B2F38"/>
                </a:solidFill>
                <a:latin typeface="Arial"/>
                <a:ea typeface="Arial"/>
                <a:cs typeface="Arial"/>
              </a:defRPr>
            </a:lvl7pPr>
            <a:lvl8pPr algn="ctr">
              <a:defRPr sz="1800">
                <a:solidFill>
                  <a:srgbClr val="0B2F38"/>
                </a:solidFill>
                <a:latin typeface="Arial"/>
                <a:ea typeface="Arial"/>
                <a:cs typeface="Arial"/>
              </a:defRPr>
            </a:lvl8pPr>
            <a:lvl9pPr algn="ctr">
              <a:defRPr sz="1800">
                <a:solidFill>
                  <a:srgbClr val="0B2F38"/>
                </a:solidFill>
                <a:latin typeface="Arial"/>
                <a:ea typeface="Arial"/>
                <a:cs typeface="Arial"/>
              </a:defRPr>
            </a:lvl9pPr>
          </a:lstStyle>
          <a:p xmlns:a="http://schemas.openxmlformats.org/drawingml/2006/main">
            <a:pPr algn="ctr">
              <a:defRPr sz="1800">
                <a:solidFill>
                  <a:srgbClr val="0B2F38"/>
                </a:solidFill>
                <a:latin typeface="Arial"/>
                <a:ea typeface="Arial"/>
                <a:cs typeface="Arial"/>
              </a:defRPr>
            </a:pPr>
            <a:r>
              <a:rPr sz="1800">
                <a:solidFill>
                  <a:srgbClr val="0B2F38"/>
                </a:solidFill>
                <a:latin typeface="Arial"/>
                <a:ea typeface="Arial"/>
                <a:cs typeface="Arial"/>
              </a:rPr>
              <a:t>Kamera-Referenz</a:t>
            </a:r>
          </a:p>
          <a:p xmlns:a="http://schemas.openxmlformats.org/drawingml/2006/main">
            <a:pPr algn="ctr">
              <a:defRPr sz="1800">
                <a:solidFill>
                  <a:srgbClr val="0B2F38"/>
                </a:solidFill>
                <a:latin typeface="Arial"/>
                <a:ea typeface="Arial"/>
                <a:cs typeface="Arial"/>
              </a:defRPr>
            </a:pPr>
            <a:r>
              <a:rPr sz="1800">
                <a:solidFill>
                  <a:srgbClr val="0B2F38"/>
                </a:solidFill>
                <a:latin typeface="Arial"/>
                <a:ea typeface="Arial"/>
                <a:cs typeface="Arial"/>
              </a:rPr>
              <a:t>im alten Ortskontext</a:t>
            </a:r>
          </a:p>
        </p:txBody>
      </p:sp>
      <p:sp>
        <p:nvSpPr>
          <p:cNvPr id="13" name="diagram-Bestätigter Wechsel">
            <a:extLst xmlns:a="http://schemas.openxmlformats.org/drawingml/2006/main">
              <a:ext uri="{FF2B5EF4-FFF2-40B4-BE49-F238E27FC236}">
                <a16:creationId xmlns:a16="http://schemas.microsoft.com/office/drawing/2014/main" id="{BDE88C1A-381A-4B72-BCF2-4F5DC4080691}"/>
              </a:ext>
            </a:extLst>
          </p:cNvPr>
          <p:cNvSpPr>
            <a:spLocks xmlns:a="http://schemas.openxmlformats.org/drawingml/2006/main" noGrp="1"/>
          </p:cNvSpPr>
          <p:nvPr/>
        </p:nvSpPr>
        <p:spPr>
          <a:xfrm xmlns:a="http://schemas.openxmlformats.org/drawingml/2006/main">
            <a:off x="4391025" y="5067300"/>
            <a:ext cx="3324225" cy="819150"/>
          </a:xfrm>
          <a:prstGeom xmlns:a="http://schemas.openxmlformats.org/drawingml/2006/main" prst="rect">
            <a:avLst/>
          </a:prstGeom>
          <a:solidFill xmlns:a="http://schemas.openxmlformats.org/drawingml/2006/main">
            <a:srgbClr val="0B2F38"/>
          </a:solidFill>
          <a:ln xmlns:a="http://schemas.openxmlformats.org/drawingml/2006/main" w="14288">
            <a:solidFill>
              <a:srgbClr val="0B2F38"/>
            </a:solidFill>
          </a:ln>
        </p:spPr>
        <p:txBody>
          <a:bodyPr xmlns:a="http://schemas.openxmlformats.org/drawingml/2006/main" lIns="133350" tIns="133350" rIns="133350" bIns="133350" anchor="ctr">
            <a:noAutofit/>
          </a:bodyPr>
          <a:lstStyle xmlns:a="http://schemas.openxmlformats.org/drawingml/2006/main">
            <a:defPPr algn="ctr">
              <a:defRPr sz="1800">
                <a:solidFill>
                  <a:srgbClr val="FFFFFF"/>
                </a:solidFill>
                <a:latin typeface="Arial"/>
                <a:ea typeface="Arial"/>
                <a:cs typeface="Arial"/>
              </a:defRPr>
            </a:defPPr>
            <a:lvl1pPr algn="ctr">
              <a:defRPr sz="1800">
                <a:solidFill>
                  <a:srgbClr val="FFFFFF"/>
                </a:solidFill>
                <a:latin typeface="Arial"/>
                <a:ea typeface="Arial"/>
                <a:cs typeface="Arial"/>
              </a:defRPr>
            </a:lvl1pPr>
            <a:lvl2pPr algn="ctr">
              <a:defRPr sz="1800">
                <a:solidFill>
                  <a:srgbClr val="FFFFFF"/>
                </a:solidFill>
                <a:latin typeface="Arial"/>
                <a:ea typeface="Arial"/>
                <a:cs typeface="Arial"/>
              </a:defRPr>
            </a:lvl2pPr>
            <a:lvl3pPr algn="ctr">
              <a:defRPr sz="1800">
                <a:solidFill>
                  <a:srgbClr val="FFFFFF"/>
                </a:solidFill>
                <a:latin typeface="Arial"/>
                <a:ea typeface="Arial"/>
                <a:cs typeface="Arial"/>
              </a:defRPr>
            </a:lvl3pPr>
            <a:lvl4pPr algn="ctr">
              <a:defRPr sz="1800">
                <a:solidFill>
                  <a:srgbClr val="FFFFFF"/>
                </a:solidFill>
                <a:latin typeface="Arial"/>
                <a:ea typeface="Arial"/>
                <a:cs typeface="Arial"/>
              </a:defRPr>
            </a:lvl4pPr>
            <a:lvl5pPr algn="ctr">
              <a:defRPr sz="1800">
                <a:solidFill>
                  <a:srgbClr val="FFFFFF"/>
                </a:solidFill>
                <a:latin typeface="Arial"/>
                <a:ea typeface="Arial"/>
                <a:cs typeface="Arial"/>
              </a:defRPr>
            </a:lvl5pPr>
            <a:lvl6pPr algn="ctr">
              <a:defRPr sz="1800">
                <a:solidFill>
                  <a:srgbClr val="FFFFFF"/>
                </a:solidFill>
                <a:latin typeface="Arial"/>
                <a:ea typeface="Arial"/>
                <a:cs typeface="Arial"/>
              </a:defRPr>
            </a:lvl6pPr>
            <a:lvl7pPr algn="ctr">
              <a:defRPr sz="1800">
                <a:solidFill>
                  <a:srgbClr val="FFFFFF"/>
                </a:solidFill>
                <a:latin typeface="Arial"/>
                <a:ea typeface="Arial"/>
                <a:cs typeface="Arial"/>
              </a:defRPr>
            </a:lvl7pPr>
            <a:lvl8pPr algn="ctr">
              <a:defRPr sz="1800">
                <a:solidFill>
                  <a:srgbClr val="FFFFFF"/>
                </a:solidFill>
                <a:latin typeface="Arial"/>
                <a:ea typeface="Arial"/>
                <a:cs typeface="Arial"/>
              </a:defRPr>
            </a:lvl8pPr>
            <a:lvl9pPr algn="ctr">
              <a:defRPr sz="1800">
                <a:solidFill>
                  <a:srgbClr val="FFFFFF"/>
                </a:solidFill>
                <a:latin typeface="Arial"/>
                <a:ea typeface="Arial"/>
                <a:cs typeface="Arial"/>
              </a:defRPr>
            </a:lvl9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Bestätigter Wechsel</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innerorts ↔ außerorts</a:t>
            </a:r>
          </a:p>
        </p:txBody>
      </p:sp>
      <p:sp>
        <p:nvSpPr>
          <p:cNvPr id="14" name="diagram-Referenz ungültig">
            <a:extLst xmlns:a="http://schemas.openxmlformats.org/drawingml/2006/main">
              <a:ext uri="{FF2B5EF4-FFF2-40B4-BE49-F238E27FC236}">
                <a16:creationId xmlns:a16="http://schemas.microsoft.com/office/drawing/2014/main" id="{6CB5EFD7-8910-44A0-A242-0EDF73E80319}"/>
              </a:ext>
            </a:extLst>
          </p:cNvPr>
          <p:cNvSpPr>
            <a:spLocks xmlns:a="http://schemas.openxmlformats.org/drawingml/2006/main" noGrp="1"/>
          </p:cNvSpPr>
          <p:nvPr/>
        </p:nvSpPr>
        <p:spPr>
          <a:xfrm xmlns:a="http://schemas.openxmlformats.org/drawingml/2006/main">
            <a:off x="8324850" y="5067300"/>
            <a:ext cx="3257550" cy="819150"/>
          </a:xfrm>
          <a:prstGeom xmlns:a="http://schemas.openxmlformats.org/drawingml/2006/main" prst="rect">
            <a:avLst/>
          </a:prstGeom>
          <a:solidFill xmlns:a="http://schemas.openxmlformats.org/drawingml/2006/main">
            <a:srgbClr val="FFFFFF"/>
          </a:solidFill>
          <a:ln xmlns:a="http://schemas.openxmlformats.org/drawingml/2006/main" w="14288">
            <a:solidFill>
              <a:srgbClr val="C9D3D2"/>
            </a:solidFill>
          </a:ln>
        </p:spPr>
        <p:txBody>
          <a:bodyPr xmlns:a="http://schemas.openxmlformats.org/drawingml/2006/main" lIns="133350" tIns="133350" rIns="133350" bIns="133350" anchor="ctr">
            <a:noAutofit/>
          </a:bodyPr>
          <a:lstStyle xmlns:a="http://schemas.openxmlformats.org/drawingml/2006/main">
            <a:defPPr algn="ctr">
              <a:defRPr sz="1800">
                <a:solidFill>
                  <a:srgbClr val="0B2F38"/>
                </a:solidFill>
                <a:latin typeface="Arial"/>
                <a:ea typeface="Arial"/>
                <a:cs typeface="Arial"/>
              </a:defRPr>
            </a:defPPr>
            <a:lvl1pPr algn="ctr">
              <a:defRPr sz="1800">
                <a:solidFill>
                  <a:srgbClr val="0B2F38"/>
                </a:solidFill>
                <a:latin typeface="Arial"/>
                <a:ea typeface="Arial"/>
                <a:cs typeface="Arial"/>
              </a:defRPr>
            </a:lvl1pPr>
            <a:lvl2pPr algn="ctr">
              <a:defRPr sz="1800">
                <a:solidFill>
                  <a:srgbClr val="0B2F38"/>
                </a:solidFill>
                <a:latin typeface="Arial"/>
                <a:ea typeface="Arial"/>
                <a:cs typeface="Arial"/>
              </a:defRPr>
            </a:lvl2pPr>
            <a:lvl3pPr algn="ctr">
              <a:defRPr sz="1800">
                <a:solidFill>
                  <a:srgbClr val="0B2F38"/>
                </a:solidFill>
                <a:latin typeface="Arial"/>
                <a:ea typeface="Arial"/>
                <a:cs typeface="Arial"/>
              </a:defRPr>
            </a:lvl3pPr>
            <a:lvl4pPr algn="ctr">
              <a:defRPr sz="1800">
                <a:solidFill>
                  <a:srgbClr val="0B2F38"/>
                </a:solidFill>
                <a:latin typeface="Arial"/>
                <a:ea typeface="Arial"/>
                <a:cs typeface="Arial"/>
              </a:defRPr>
            </a:lvl4pPr>
            <a:lvl5pPr algn="ctr">
              <a:defRPr sz="1800">
                <a:solidFill>
                  <a:srgbClr val="0B2F38"/>
                </a:solidFill>
                <a:latin typeface="Arial"/>
                <a:ea typeface="Arial"/>
                <a:cs typeface="Arial"/>
              </a:defRPr>
            </a:lvl5pPr>
            <a:lvl6pPr algn="ctr">
              <a:defRPr sz="1800">
                <a:solidFill>
                  <a:srgbClr val="0B2F38"/>
                </a:solidFill>
                <a:latin typeface="Arial"/>
                <a:ea typeface="Arial"/>
                <a:cs typeface="Arial"/>
              </a:defRPr>
            </a:lvl6pPr>
            <a:lvl7pPr algn="ctr">
              <a:defRPr sz="1800">
                <a:solidFill>
                  <a:srgbClr val="0B2F38"/>
                </a:solidFill>
                <a:latin typeface="Arial"/>
                <a:ea typeface="Arial"/>
                <a:cs typeface="Arial"/>
              </a:defRPr>
            </a:lvl7pPr>
            <a:lvl8pPr algn="ctr">
              <a:defRPr sz="1800">
                <a:solidFill>
                  <a:srgbClr val="0B2F38"/>
                </a:solidFill>
                <a:latin typeface="Arial"/>
                <a:ea typeface="Arial"/>
                <a:cs typeface="Arial"/>
              </a:defRPr>
            </a:lvl8pPr>
            <a:lvl9pPr algn="ctr">
              <a:defRPr sz="1800">
                <a:solidFill>
                  <a:srgbClr val="0B2F38"/>
                </a:solidFill>
                <a:latin typeface="Arial"/>
                <a:ea typeface="Arial"/>
                <a:cs typeface="Arial"/>
              </a:defRPr>
            </a:lvl9pPr>
          </a:lstStyle>
          <a:p xmlns:a="http://schemas.openxmlformats.org/drawingml/2006/main">
            <a:pPr algn="ctr">
              <a:defRPr sz="1800">
                <a:solidFill>
                  <a:srgbClr val="0B2F38"/>
                </a:solidFill>
                <a:latin typeface="Arial"/>
                <a:ea typeface="Arial"/>
                <a:cs typeface="Arial"/>
              </a:defRPr>
            </a:pPr>
            <a:r>
              <a:rPr sz="1800">
                <a:solidFill>
                  <a:srgbClr val="0B2F38"/>
                </a:solidFill>
                <a:latin typeface="Arial"/>
                <a:ea typeface="Arial"/>
                <a:cs typeface="Arial"/>
              </a:rPr>
              <a:t>Referenz ungültig</a:t>
            </a:r>
          </a:p>
          <a:p xmlns:a="http://schemas.openxmlformats.org/drawingml/2006/main">
            <a:pPr algn="ctr">
              <a:defRPr sz="1800">
                <a:solidFill>
                  <a:srgbClr val="0B2F38"/>
                </a:solidFill>
                <a:latin typeface="Arial"/>
                <a:ea typeface="Arial"/>
                <a:cs typeface="Arial"/>
              </a:defRPr>
            </a:pPr>
            <a:r>
              <a:rPr sz="1800">
                <a:solidFill>
                  <a:srgbClr val="0B2F38"/>
                </a:solidFill>
                <a:latin typeface="Arial"/>
                <a:ea typeface="Arial"/>
                <a:cs typeface="Arial"/>
              </a:rPr>
              <a:t>Kontext neu bestimmen</a:t>
            </a:r>
          </a:p>
        </p:txBody>
      </p:sp>
      <p:sp>
        <p:nvSpPr>
          <p:cNvPr id="17" name="text-16">
            <a:extLst xmlns:a="http://schemas.openxmlformats.org/drawingml/2006/main">
              <a:ext uri="{FF2B5EF4-FFF2-40B4-BE49-F238E27FC236}">
                <a16:creationId xmlns:a16="http://schemas.microsoft.com/office/drawing/2014/main" id="{2317EDF6-0C68-411A-B1D8-40E658E253BF}"/>
              </a:ext>
            </a:extLst>
          </p:cNvPr>
          <p:cNvSpPr>
            <a:spLocks xmlns:a="http://schemas.openxmlformats.org/drawingml/2006/main" noGrp="1"/>
          </p:cNvSpPr>
          <p:nvPr/>
        </p:nvSpPr>
        <p:spPr>
          <a:xfrm xmlns:a="http://schemas.openxmlformats.org/drawingml/2006/main">
            <a:off x="609600" y="605790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0646A"/>
                </a:solidFill>
                <a:latin typeface="Arial"/>
                <a:ea typeface="Arial"/>
                <a:cs typeface="Arial"/>
              </a:defRPr>
            </a:defPPr>
            <a:lvl1pPr algn="l">
              <a:defRPr sz="1575" b="0">
                <a:solidFill>
                  <a:srgbClr val="50646A"/>
                </a:solidFill>
                <a:latin typeface="Arial"/>
                <a:ea typeface="Arial"/>
                <a:cs typeface="Arial"/>
              </a:defRPr>
            </a:lvl1pPr>
            <a:lvl2pPr algn="l">
              <a:defRPr sz="1575" b="0">
                <a:solidFill>
                  <a:srgbClr val="50646A"/>
                </a:solidFill>
                <a:latin typeface="Arial"/>
                <a:ea typeface="Arial"/>
                <a:cs typeface="Arial"/>
              </a:defRPr>
            </a:lvl2pPr>
            <a:lvl3pPr algn="l">
              <a:defRPr sz="1575" b="0">
                <a:solidFill>
                  <a:srgbClr val="50646A"/>
                </a:solidFill>
                <a:latin typeface="Arial"/>
                <a:ea typeface="Arial"/>
                <a:cs typeface="Arial"/>
              </a:defRPr>
            </a:lvl3pPr>
            <a:lvl4pPr algn="l">
              <a:defRPr sz="1575" b="0">
                <a:solidFill>
                  <a:srgbClr val="50646A"/>
                </a:solidFill>
                <a:latin typeface="Arial"/>
                <a:ea typeface="Arial"/>
                <a:cs typeface="Arial"/>
              </a:defRPr>
            </a:lvl4pPr>
            <a:lvl5pPr algn="l">
              <a:defRPr sz="1575" b="0">
                <a:solidFill>
                  <a:srgbClr val="50646A"/>
                </a:solidFill>
                <a:latin typeface="Arial"/>
                <a:ea typeface="Arial"/>
                <a:cs typeface="Arial"/>
              </a:defRPr>
            </a:lvl5pPr>
            <a:lvl6pPr algn="l">
              <a:defRPr sz="1575" b="0">
                <a:solidFill>
                  <a:srgbClr val="50646A"/>
                </a:solidFill>
                <a:latin typeface="Arial"/>
                <a:ea typeface="Arial"/>
                <a:cs typeface="Arial"/>
              </a:defRPr>
            </a:lvl6pPr>
            <a:lvl7pPr algn="l">
              <a:defRPr sz="1575" b="0">
                <a:solidFill>
                  <a:srgbClr val="50646A"/>
                </a:solidFill>
                <a:latin typeface="Arial"/>
                <a:ea typeface="Arial"/>
                <a:cs typeface="Arial"/>
              </a:defRPr>
            </a:lvl7pPr>
            <a:lvl8pPr algn="l">
              <a:defRPr sz="1575" b="0">
                <a:solidFill>
                  <a:srgbClr val="50646A"/>
                </a:solidFill>
                <a:latin typeface="Arial"/>
                <a:ea typeface="Arial"/>
                <a:cs typeface="Arial"/>
              </a:defRPr>
            </a:lvl8pPr>
            <a:lvl9pPr algn="l">
              <a:defRPr sz="1575" b="0">
                <a:solidFill>
                  <a:srgbClr val="50646A"/>
                </a:solidFill>
                <a:latin typeface="Arial"/>
                <a:ea typeface="Arial"/>
                <a:cs typeface="Arial"/>
              </a:defRPr>
            </a:lvl9pPr>
          </a:lstStyle>
          <a:p xmlns:a="http://schemas.openxmlformats.org/drawingml/2006/main">
            <a:pPr algn="l">
              <a:defRPr sz="1575" b="0">
                <a:solidFill>
                  <a:srgbClr val="50646A"/>
                </a:solidFill>
                <a:latin typeface="Arial"/>
                <a:ea typeface="Arial"/>
                <a:cs typeface="Arial"/>
              </a:defRPr>
            </a:pPr>
            <a:r>
              <a:rPr sz="1575" b="0">
                <a:solidFill>
                  <a:srgbClr val="50646A"/>
                </a:solidFill>
                <a:latin typeface="Arial"/>
                <a:ea typeface="Arial"/>
                <a:cs typeface="Arial"/>
              </a:rPr>
              <a:t>Kurze unbekannte oder schwache Kontextzustände lösen diesen Wechsel nicht aus</a:t>
            </a:r>
          </a:p>
        </p:txBody>
      </p:sp>
    </p:spTree>
    <p:extLst>
      <p:ext uri="{BB962C8B-B14F-4D97-AF65-F5344CB8AC3E}">
        <p14:creationId xmlns:p14="http://schemas.microsoft.com/office/powerpoint/2010/main" val="224038748"/>
      </p:ext>
    </p:extLst>
  </p:cSld>
</p:sld>
</file>

<file path=ppt/slides/slide9.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0C23C8AE-ABCC-42C6-B928-6A0CC4D4EBC3}"/>
              </a:ext>
            </a:extLst>
          </p:cNvPr>
          <p:cNvCxnSpPr>
            <a:stCxn xmlns:a="http://schemas.openxmlformats.org/drawingml/2006/main" id="5" idx="3"/>
            <a:endCxn xmlns:a="http://schemas.openxmlformats.org/drawingml/2006/main" id="7" idx="1"/>
          </p:cNvCxnSpPr>
          <p:nvPr/>
        </p:nvCxnSpPr>
        <p:spPr>
          <a:xfrm xmlns:a="http://schemas.openxmlformats.org/drawingml/2006/main">
            <a:off x="7743825" y="3486150"/>
            <a:ext cx="1000125" cy="823913"/>
          </a:xfrm>
          <a:prstGeom xmlns:a="http://schemas.openxmlformats.org/drawingml/2006/main" prst="straightConnector1">
            <a:avLst/>
          </a:prstGeom>
          <a:ln xmlns:a="http://schemas.openxmlformats.org/drawingml/2006/main" w="19050">
            <a:solidFill>
              <a:srgbClr val="50646A"/>
            </a:solidFill>
            <a:tailEnd type="triangle" w="med" len="med"/>
          </a:ln>
        </p:spPr>
      </p:cxnSp>
      <p:cxnSp>
        <p:nvCxnSpPr>
          <p:cNvPr id="10" name="">
            <a:extLst xmlns:a="http://schemas.openxmlformats.org/drawingml/2006/main">
              <a:ext uri="{FF2B5EF4-FFF2-40B4-BE49-F238E27FC236}">
                <a16:creationId xmlns:a16="http://schemas.microsoft.com/office/drawing/2014/main" id="{A00FF31C-E5D9-420C-8AD7-ED58E8EC9ED1}"/>
              </a:ext>
            </a:extLst>
          </p:cNvPr>
          <p:cNvCxnSpPr>
            <a:stCxn xmlns:a="http://schemas.openxmlformats.org/drawingml/2006/main" id="5" idx="3"/>
            <a:endCxn xmlns:a="http://schemas.openxmlformats.org/drawingml/2006/main" id="6" idx="1"/>
          </p:cNvCxnSpPr>
          <p:nvPr/>
        </p:nvCxnSpPr>
        <p:spPr>
          <a:xfrm xmlns:a="http://schemas.openxmlformats.org/drawingml/2006/main" flipV="1">
            <a:off x="7743825" y="2309813"/>
            <a:ext cx="1000125" cy="1176338"/>
          </a:xfrm>
          <a:prstGeom xmlns:a="http://schemas.openxmlformats.org/drawingml/2006/main" prst="straightConnector1">
            <a:avLst/>
          </a:prstGeom>
          <a:ln xmlns:a="http://schemas.openxmlformats.org/drawingml/2006/main" w="19050">
            <a:solidFill>
              <a:srgbClr val="50646A"/>
            </a:solidFill>
            <a:tailEnd type="triangle" w="med" len="med"/>
          </a:ln>
        </p:spPr>
      </p:cxnSp>
      <p:cxnSp>
        <p:nvCxnSpPr>
          <p:cNvPr id="9" name="">
            <a:extLst xmlns:a="http://schemas.openxmlformats.org/drawingml/2006/main">
              <a:ext uri="{FF2B5EF4-FFF2-40B4-BE49-F238E27FC236}">
                <a16:creationId xmlns:a16="http://schemas.microsoft.com/office/drawing/2014/main" id="{9A75B576-F020-4615-8738-455B930C575C}"/>
              </a:ext>
            </a:extLst>
          </p:cNvPr>
          <p:cNvCxnSpPr>
            <a:stCxn xmlns:a="http://schemas.openxmlformats.org/drawingml/2006/main" id="4" idx="3"/>
            <a:endCxn xmlns:a="http://schemas.openxmlformats.org/drawingml/2006/main" id="5" idx="1"/>
          </p:cNvCxnSpPr>
          <p:nvPr/>
        </p:nvCxnSpPr>
        <p:spPr>
          <a:xfrm xmlns:a="http://schemas.openxmlformats.org/drawingml/2006/main" flipV="1">
            <a:off x="3657600" y="3486150"/>
            <a:ext cx="990600" cy="823913"/>
          </a:xfrm>
          <a:prstGeom xmlns:a="http://schemas.openxmlformats.org/drawingml/2006/main" prst="straightConnector1">
            <a:avLst/>
          </a:prstGeom>
          <a:ln xmlns:a="http://schemas.openxmlformats.org/drawingml/2006/main" w="19050">
            <a:solidFill>
              <a:srgbClr val="50646A"/>
            </a:solidFill>
            <a:tailEnd type="triangle" w="med" len="med"/>
          </a:ln>
        </p:spPr>
      </p:cxnSp>
      <p:cxnSp>
        <p:nvCxnSpPr>
          <p:cNvPr id="8" name="">
            <a:extLst xmlns:a="http://schemas.openxmlformats.org/drawingml/2006/main">
              <a:ext uri="{FF2B5EF4-FFF2-40B4-BE49-F238E27FC236}">
                <a16:creationId xmlns:a16="http://schemas.microsoft.com/office/drawing/2014/main" id="{11F3A5A3-A7DB-4FCB-950C-35752A119945}"/>
              </a:ext>
            </a:extLst>
          </p:cNvPr>
          <p:cNvCxnSpPr>
            <a:stCxn xmlns:a="http://schemas.openxmlformats.org/drawingml/2006/main" id="3" idx="3"/>
            <a:endCxn xmlns:a="http://schemas.openxmlformats.org/drawingml/2006/main" id="5" idx="1"/>
          </p:cNvCxnSpPr>
          <p:nvPr/>
        </p:nvCxnSpPr>
        <p:spPr>
          <a:xfrm xmlns:a="http://schemas.openxmlformats.org/drawingml/2006/main">
            <a:off x="3657600" y="2309813"/>
            <a:ext cx="990600" cy="1176338"/>
          </a:xfrm>
          <a:prstGeom xmlns:a="http://schemas.openxmlformats.org/drawingml/2006/main" prst="straightConnector1">
            <a:avLst/>
          </a:prstGeom>
          <a:ln xmlns:a="http://schemas.openxmlformats.org/drawingml/2006/main" w="19050">
            <a:solidFill>
              <a:srgbClr val="50646A"/>
            </a:solidFill>
            <a:tailEnd type="triangle" w="med" len="med"/>
          </a:ln>
        </p:spPr>
      </p:cxnSp>
      <p:sp>
        <p:nvSpPr>
          <p:cNvPr id="14" name="text-0">
            <a:extLst xmlns:a="http://schemas.openxmlformats.org/drawingml/2006/main">
              <a:ext uri="{FF2B5EF4-FFF2-40B4-BE49-F238E27FC236}">
                <a16:creationId xmlns:a16="http://schemas.microsoft.com/office/drawing/2014/main" id="{170FDD61-4921-4F66-9F95-160AE8BE6827}"/>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B2F38"/>
                </a:solidFill>
                <a:latin typeface="Arial"/>
                <a:ea typeface="Arial"/>
                <a:cs typeface="Arial"/>
              </a:defRPr>
            </a:defPPr>
            <a:lvl1pPr algn="l">
              <a:defRPr sz="3300" b="1">
                <a:solidFill>
                  <a:srgbClr val="0B2F38"/>
                </a:solidFill>
                <a:latin typeface="Arial"/>
                <a:ea typeface="Arial"/>
                <a:cs typeface="Arial"/>
              </a:defRPr>
            </a:lvl1pPr>
            <a:lvl2pPr algn="l">
              <a:defRPr sz="3300" b="1">
                <a:solidFill>
                  <a:srgbClr val="0B2F38"/>
                </a:solidFill>
                <a:latin typeface="Arial"/>
                <a:ea typeface="Arial"/>
                <a:cs typeface="Arial"/>
              </a:defRPr>
            </a:lvl2pPr>
            <a:lvl3pPr algn="l">
              <a:defRPr sz="3300" b="1">
                <a:solidFill>
                  <a:srgbClr val="0B2F38"/>
                </a:solidFill>
                <a:latin typeface="Arial"/>
                <a:ea typeface="Arial"/>
                <a:cs typeface="Arial"/>
              </a:defRPr>
            </a:lvl3pPr>
            <a:lvl4pPr algn="l">
              <a:defRPr sz="3300" b="1">
                <a:solidFill>
                  <a:srgbClr val="0B2F38"/>
                </a:solidFill>
                <a:latin typeface="Arial"/>
                <a:ea typeface="Arial"/>
                <a:cs typeface="Arial"/>
              </a:defRPr>
            </a:lvl4pPr>
            <a:lvl5pPr algn="l">
              <a:defRPr sz="3300" b="1">
                <a:solidFill>
                  <a:srgbClr val="0B2F38"/>
                </a:solidFill>
                <a:latin typeface="Arial"/>
                <a:ea typeface="Arial"/>
                <a:cs typeface="Arial"/>
              </a:defRPr>
            </a:lvl5pPr>
            <a:lvl6pPr algn="l">
              <a:defRPr sz="3300" b="1">
                <a:solidFill>
                  <a:srgbClr val="0B2F38"/>
                </a:solidFill>
                <a:latin typeface="Arial"/>
                <a:ea typeface="Arial"/>
                <a:cs typeface="Arial"/>
              </a:defRPr>
            </a:lvl6pPr>
            <a:lvl7pPr algn="l">
              <a:defRPr sz="3300" b="1">
                <a:solidFill>
                  <a:srgbClr val="0B2F38"/>
                </a:solidFill>
                <a:latin typeface="Arial"/>
                <a:ea typeface="Arial"/>
                <a:cs typeface="Arial"/>
              </a:defRPr>
            </a:lvl7pPr>
            <a:lvl8pPr algn="l">
              <a:defRPr sz="3300" b="1">
                <a:solidFill>
                  <a:srgbClr val="0B2F38"/>
                </a:solidFill>
                <a:latin typeface="Arial"/>
                <a:ea typeface="Arial"/>
                <a:cs typeface="Arial"/>
              </a:defRPr>
            </a:lvl8pPr>
            <a:lvl9pPr algn="l">
              <a:defRPr sz="3300" b="1">
                <a:solidFill>
                  <a:srgbClr val="0B2F38"/>
                </a:solidFill>
                <a:latin typeface="Arial"/>
                <a:ea typeface="Arial"/>
                <a:cs typeface="Arial"/>
              </a:defRPr>
            </a:lvl9pPr>
          </a:lstStyle>
          <a:p xmlns:a="http://schemas.openxmlformats.org/drawingml/2006/main">
            <a:pPr algn="l">
              <a:defRPr sz="3300" b="1">
                <a:solidFill>
                  <a:srgbClr val="0B2F38"/>
                </a:solidFill>
                <a:latin typeface="Arial"/>
                <a:ea typeface="Arial"/>
                <a:cs typeface="Arial"/>
              </a:defRPr>
            </a:pPr>
            <a:r>
              <a:rPr sz="3300" b="1">
                <a:solidFill>
                  <a:srgbClr val="0B2F38"/>
                </a:solidFill>
                <a:latin typeface="Arial"/>
                <a:ea typeface="Arial"/>
                <a:cs typeface="Arial"/>
              </a:rPr>
              <a:t>Architektur auf dem Smartphone</a:t>
            </a:r>
          </a:p>
        </p:txBody>
      </p:sp>
      <p:sp>
        <p:nvSpPr>
          <p:cNvPr id="2" name="text-1">
            <a:extLst xmlns:a="http://schemas.openxmlformats.org/drawingml/2006/main">
              <a:ext uri="{FF2B5EF4-FFF2-40B4-BE49-F238E27FC236}">
                <a16:creationId xmlns:a16="http://schemas.microsoft.com/office/drawing/2014/main" id="{4706BEF0-6E7D-4D36-B5DD-1A22BFFD57FE}"/>
              </a:ext>
            </a:extLst>
          </p:cNvPr>
          <p:cNvSpPr>
            <a:spLocks xmlns:a="http://schemas.openxmlformats.org/drawingml/2006/main" noGrp="1"/>
          </p:cNvSpPr>
          <p:nvPr/>
        </p:nvSpPr>
        <p:spPr>
          <a:xfrm xmlns:a="http://schemas.openxmlformats.org/drawingml/2006/main">
            <a:off x="11144250" y="6477000"/>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defRPr sz="1125" b="0">
                <a:solidFill>
                  <a:srgbClr val="50646A"/>
                </a:solidFill>
                <a:latin typeface="Arial"/>
                <a:ea typeface="Arial"/>
                <a:cs typeface="Arial"/>
              </a:defRPr>
            </a:lvl1pPr>
            <a:lvl2pPr algn="r">
              <a:defRPr sz="1125" b="0">
                <a:solidFill>
                  <a:srgbClr val="50646A"/>
                </a:solidFill>
                <a:latin typeface="Arial"/>
                <a:ea typeface="Arial"/>
                <a:cs typeface="Arial"/>
              </a:defRPr>
            </a:lvl2pPr>
            <a:lvl3pPr algn="r">
              <a:defRPr sz="1125" b="0">
                <a:solidFill>
                  <a:srgbClr val="50646A"/>
                </a:solidFill>
                <a:latin typeface="Arial"/>
                <a:ea typeface="Arial"/>
                <a:cs typeface="Arial"/>
              </a:defRPr>
            </a:lvl3pPr>
            <a:lvl4pPr algn="r">
              <a:defRPr sz="1125" b="0">
                <a:solidFill>
                  <a:srgbClr val="50646A"/>
                </a:solidFill>
                <a:latin typeface="Arial"/>
                <a:ea typeface="Arial"/>
                <a:cs typeface="Arial"/>
              </a:defRPr>
            </a:lvl4pPr>
            <a:lvl5pPr algn="r">
              <a:defRPr sz="1125" b="0">
                <a:solidFill>
                  <a:srgbClr val="50646A"/>
                </a:solidFill>
                <a:latin typeface="Arial"/>
                <a:ea typeface="Arial"/>
                <a:cs typeface="Arial"/>
              </a:defRPr>
            </a:lvl5pPr>
            <a:lvl6pPr algn="r">
              <a:defRPr sz="1125" b="0">
                <a:solidFill>
                  <a:srgbClr val="50646A"/>
                </a:solidFill>
                <a:latin typeface="Arial"/>
                <a:ea typeface="Arial"/>
                <a:cs typeface="Arial"/>
              </a:defRPr>
            </a:lvl6pPr>
            <a:lvl7pPr algn="r">
              <a:defRPr sz="1125" b="0">
                <a:solidFill>
                  <a:srgbClr val="50646A"/>
                </a:solidFill>
                <a:latin typeface="Arial"/>
                <a:ea typeface="Arial"/>
                <a:cs typeface="Arial"/>
              </a:defRPr>
            </a:lvl7pPr>
            <a:lvl8pPr algn="r">
              <a:defRPr sz="1125" b="0">
                <a:solidFill>
                  <a:srgbClr val="50646A"/>
                </a:solidFill>
                <a:latin typeface="Arial"/>
                <a:ea typeface="Arial"/>
                <a:cs typeface="Arial"/>
              </a:defRPr>
            </a:lvl8pPr>
            <a:lvl9pPr algn="r">
              <a:defRPr sz="1125" b="0">
                <a:solidFill>
                  <a:srgbClr val="50646A"/>
                </a:solidFill>
                <a:latin typeface="Arial"/>
                <a:ea typeface="Arial"/>
                <a:cs typeface="Arial"/>
              </a:defRPr>
            </a:lvl9pPr>
          </a:lstStyle>
          <a:p xmlns:a="http://schemas.openxmlformats.org/drawingml/2006/main">
            <a:pPr algn="r">
              <a:defRPr sz="1125" b="0">
                <a:solidFill>
                  <a:srgbClr val="50646A"/>
                </a:solidFill>
                <a:latin typeface="Arial"/>
                <a:ea typeface="Arial"/>
                <a:cs typeface="Arial"/>
              </a:defRPr>
            </a:pPr>
            <a:r>
              <a:rPr sz="1125" b="0">
                <a:solidFill>
                  <a:srgbClr val="50646A"/>
                </a:solidFill>
                <a:latin typeface="Arial"/>
                <a:ea typeface="Arial"/>
                <a:cs typeface="Arial"/>
              </a:rPr>
              <a:t>09</a:t>
            </a:r>
          </a:p>
        </p:txBody>
      </p:sp>
      <p:sp>
        <p:nvSpPr>
          <p:cNvPr id="3" name="diagram-Regionale Bundles">
            <a:extLst xmlns:a="http://schemas.openxmlformats.org/drawingml/2006/main">
              <a:ext uri="{FF2B5EF4-FFF2-40B4-BE49-F238E27FC236}">
                <a16:creationId xmlns:a16="http://schemas.microsoft.com/office/drawing/2014/main" id="{1C424207-A560-4562-BFA2-B8BECD5895CF}"/>
              </a:ext>
            </a:extLst>
          </p:cNvPr>
          <p:cNvSpPr>
            <a:spLocks xmlns:a="http://schemas.openxmlformats.org/drawingml/2006/main" noGrp="1"/>
          </p:cNvSpPr>
          <p:nvPr/>
        </p:nvSpPr>
        <p:spPr>
          <a:xfrm xmlns:a="http://schemas.openxmlformats.org/drawingml/2006/main">
            <a:off x="609600" y="1762125"/>
            <a:ext cx="3048000" cy="1095375"/>
          </a:xfrm>
          <a:prstGeom xmlns:a="http://schemas.openxmlformats.org/drawingml/2006/main" prst="rect">
            <a:avLst/>
          </a:prstGeom>
          <a:solidFill xmlns:a="http://schemas.openxmlformats.org/drawingml/2006/main">
            <a:srgbClr val="FFFFFF"/>
          </a:solidFill>
          <a:ln xmlns:a="http://schemas.openxmlformats.org/drawingml/2006/main" w="14288">
            <a:solidFill>
              <a:srgbClr val="C9D3D2"/>
            </a:solidFill>
          </a:ln>
        </p:spPr>
        <p:txBody>
          <a:bodyPr xmlns:a="http://schemas.openxmlformats.org/drawingml/2006/main" lIns="133350" tIns="133350" rIns="133350" bIns="133350" anchor="ctr">
            <a:noAutofit/>
          </a:bodyPr>
          <a:lstStyle xmlns:a="http://schemas.openxmlformats.org/drawingml/2006/main">
            <a:defPPr algn="ctr">
              <a:defRPr sz="1875">
                <a:solidFill>
                  <a:srgbClr val="0B2F38"/>
                </a:solidFill>
                <a:latin typeface="Arial"/>
                <a:ea typeface="Arial"/>
                <a:cs typeface="Arial"/>
              </a:defRPr>
            </a:defPPr>
            <a:lvl1pPr algn="ctr">
              <a:defRPr sz="1875">
                <a:solidFill>
                  <a:srgbClr val="0B2F38"/>
                </a:solidFill>
                <a:latin typeface="Arial"/>
                <a:ea typeface="Arial"/>
                <a:cs typeface="Arial"/>
              </a:defRPr>
            </a:lvl1pPr>
            <a:lvl2pPr algn="ctr">
              <a:defRPr sz="1875">
                <a:solidFill>
                  <a:srgbClr val="0B2F38"/>
                </a:solidFill>
                <a:latin typeface="Arial"/>
                <a:ea typeface="Arial"/>
                <a:cs typeface="Arial"/>
              </a:defRPr>
            </a:lvl2pPr>
            <a:lvl3pPr algn="ctr">
              <a:defRPr sz="1875">
                <a:solidFill>
                  <a:srgbClr val="0B2F38"/>
                </a:solidFill>
                <a:latin typeface="Arial"/>
                <a:ea typeface="Arial"/>
                <a:cs typeface="Arial"/>
              </a:defRPr>
            </a:lvl3pPr>
            <a:lvl4pPr algn="ctr">
              <a:defRPr sz="1875">
                <a:solidFill>
                  <a:srgbClr val="0B2F38"/>
                </a:solidFill>
                <a:latin typeface="Arial"/>
                <a:ea typeface="Arial"/>
                <a:cs typeface="Arial"/>
              </a:defRPr>
            </a:lvl4pPr>
            <a:lvl5pPr algn="ctr">
              <a:defRPr sz="1875">
                <a:solidFill>
                  <a:srgbClr val="0B2F38"/>
                </a:solidFill>
                <a:latin typeface="Arial"/>
                <a:ea typeface="Arial"/>
                <a:cs typeface="Arial"/>
              </a:defRPr>
            </a:lvl5pPr>
            <a:lvl6pPr algn="ctr">
              <a:defRPr sz="1875">
                <a:solidFill>
                  <a:srgbClr val="0B2F38"/>
                </a:solidFill>
                <a:latin typeface="Arial"/>
                <a:ea typeface="Arial"/>
                <a:cs typeface="Arial"/>
              </a:defRPr>
            </a:lvl6pPr>
            <a:lvl7pPr algn="ctr">
              <a:defRPr sz="1875">
                <a:solidFill>
                  <a:srgbClr val="0B2F38"/>
                </a:solidFill>
                <a:latin typeface="Arial"/>
                <a:ea typeface="Arial"/>
                <a:cs typeface="Arial"/>
              </a:defRPr>
            </a:lvl7pPr>
            <a:lvl8pPr algn="ctr">
              <a:defRPr sz="1875">
                <a:solidFill>
                  <a:srgbClr val="0B2F38"/>
                </a:solidFill>
                <a:latin typeface="Arial"/>
                <a:ea typeface="Arial"/>
                <a:cs typeface="Arial"/>
              </a:defRPr>
            </a:lvl8pPr>
            <a:lvl9pPr algn="ctr">
              <a:defRPr sz="1875">
                <a:solidFill>
                  <a:srgbClr val="0B2F38"/>
                </a:solidFill>
                <a:latin typeface="Arial"/>
                <a:ea typeface="Arial"/>
                <a:cs typeface="Arial"/>
              </a:defRPr>
            </a:lvl9pPr>
          </a:lstStyle>
          <a:p xmlns:a="http://schemas.openxmlformats.org/drawingml/2006/main">
            <a:pPr algn="ctr">
              <a:defRPr sz="1875">
                <a:solidFill>
                  <a:srgbClr val="0B2F38"/>
                </a:solidFill>
                <a:latin typeface="Arial"/>
                <a:ea typeface="Arial"/>
                <a:cs typeface="Arial"/>
              </a:defRPr>
            </a:pPr>
            <a:r>
              <a:rPr sz="1875">
                <a:solidFill>
                  <a:srgbClr val="0B2F38"/>
                </a:solidFill>
                <a:latin typeface="Arial"/>
                <a:ea typeface="Arial"/>
                <a:cs typeface="Arial"/>
              </a:rPr>
              <a:t>Regionale Bundles</a:t>
            </a:r>
          </a:p>
          <a:p xmlns:a="http://schemas.openxmlformats.org/drawingml/2006/main">
            <a:pPr algn="ctr">
              <a:defRPr sz="1875">
                <a:solidFill>
                  <a:srgbClr val="0B2F38"/>
                </a:solidFill>
                <a:latin typeface="Arial"/>
                <a:ea typeface="Arial"/>
                <a:cs typeface="Arial"/>
              </a:defRPr>
            </a:pPr>
            <a:r>
              <a:rPr sz="1875">
                <a:solidFill>
                  <a:srgbClr val="0B2F38"/>
                </a:solidFill>
                <a:latin typeface="Arial"/>
                <a:ea typeface="Arial"/>
                <a:cs typeface="Arial"/>
              </a:rPr>
              <a:t>Offline-Kartendaten</a:t>
            </a:r>
          </a:p>
        </p:txBody>
      </p:sp>
      <p:sp>
        <p:nvSpPr>
          <p:cNvPr id="4" name="diagram-KI Modelle">
            <a:extLst xmlns:a="http://schemas.openxmlformats.org/drawingml/2006/main">
              <a:ext uri="{FF2B5EF4-FFF2-40B4-BE49-F238E27FC236}">
                <a16:creationId xmlns:a16="http://schemas.microsoft.com/office/drawing/2014/main" id="{3DABFDDA-F2D6-40A4-A363-819811AB6E7B}"/>
              </a:ext>
            </a:extLst>
          </p:cNvPr>
          <p:cNvSpPr>
            <a:spLocks xmlns:a="http://schemas.openxmlformats.org/drawingml/2006/main" noGrp="1"/>
          </p:cNvSpPr>
          <p:nvPr/>
        </p:nvSpPr>
        <p:spPr>
          <a:xfrm xmlns:a="http://schemas.openxmlformats.org/drawingml/2006/main">
            <a:off x="609600" y="3762375"/>
            <a:ext cx="3048000" cy="1095375"/>
          </a:xfrm>
          <a:prstGeom xmlns:a="http://schemas.openxmlformats.org/drawingml/2006/main" prst="rect">
            <a:avLst/>
          </a:prstGeom>
          <a:solidFill xmlns:a="http://schemas.openxmlformats.org/drawingml/2006/main">
            <a:srgbClr val="FFFFFF"/>
          </a:solidFill>
          <a:ln xmlns:a="http://schemas.openxmlformats.org/drawingml/2006/main" w="14288">
            <a:solidFill>
              <a:srgbClr val="C9D3D2"/>
            </a:solidFill>
          </a:ln>
        </p:spPr>
        <p:txBody>
          <a:bodyPr xmlns:a="http://schemas.openxmlformats.org/drawingml/2006/main" lIns="133350" tIns="133350" rIns="133350" bIns="133350" anchor="ctr">
            <a:noAutofit/>
          </a:bodyPr>
          <a:lstStyle xmlns:a="http://schemas.openxmlformats.org/drawingml/2006/main">
            <a:defPPr algn="ctr">
              <a:defRPr sz="1875">
                <a:solidFill>
                  <a:srgbClr val="0B2F38"/>
                </a:solidFill>
                <a:latin typeface="Arial"/>
                <a:ea typeface="Arial"/>
                <a:cs typeface="Arial"/>
              </a:defRPr>
            </a:defPPr>
            <a:lvl1pPr algn="ctr">
              <a:defRPr sz="1875">
                <a:solidFill>
                  <a:srgbClr val="0B2F38"/>
                </a:solidFill>
                <a:latin typeface="Arial"/>
                <a:ea typeface="Arial"/>
                <a:cs typeface="Arial"/>
              </a:defRPr>
            </a:lvl1pPr>
            <a:lvl2pPr algn="ctr">
              <a:defRPr sz="1875">
                <a:solidFill>
                  <a:srgbClr val="0B2F38"/>
                </a:solidFill>
                <a:latin typeface="Arial"/>
                <a:ea typeface="Arial"/>
                <a:cs typeface="Arial"/>
              </a:defRPr>
            </a:lvl2pPr>
            <a:lvl3pPr algn="ctr">
              <a:defRPr sz="1875">
                <a:solidFill>
                  <a:srgbClr val="0B2F38"/>
                </a:solidFill>
                <a:latin typeface="Arial"/>
                <a:ea typeface="Arial"/>
                <a:cs typeface="Arial"/>
              </a:defRPr>
            </a:lvl3pPr>
            <a:lvl4pPr algn="ctr">
              <a:defRPr sz="1875">
                <a:solidFill>
                  <a:srgbClr val="0B2F38"/>
                </a:solidFill>
                <a:latin typeface="Arial"/>
                <a:ea typeface="Arial"/>
                <a:cs typeface="Arial"/>
              </a:defRPr>
            </a:lvl4pPr>
            <a:lvl5pPr algn="ctr">
              <a:defRPr sz="1875">
                <a:solidFill>
                  <a:srgbClr val="0B2F38"/>
                </a:solidFill>
                <a:latin typeface="Arial"/>
                <a:ea typeface="Arial"/>
                <a:cs typeface="Arial"/>
              </a:defRPr>
            </a:lvl5pPr>
            <a:lvl6pPr algn="ctr">
              <a:defRPr sz="1875">
                <a:solidFill>
                  <a:srgbClr val="0B2F38"/>
                </a:solidFill>
                <a:latin typeface="Arial"/>
                <a:ea typeface="Arial"/>
                <a:cs typeface="Arial"/>
              </a:defRPr>
            </a:lvl6pPr>
            <a:lvl7pPr algn="ctr">
              <a:defRPr sz="1875">
                <a:solidFill>
                  <a:srgbClr val="0B2F38"/>
                </a:solidFill>
                <a:latin typeface="Arial"/>
                <a:ea typeface="Arial"/>
                <a:cs typeface="Arial"/>
              </a:defRPr>
            </a:lvl7pPr>
            <a:lvl8pPr algn="ctr">
              <a:defRPr sz="1875">
                <a:solidFill>
                  <a:srgbClr val="0B2F38"/>
                </a:solidFill>
                <a:latin typeface="Arial"/>
                <a:ea typeface="Arial"/>
                <a:cs typeface="Arial"/>
              </a:defRPr>
            </a:lvl8pPr>
            <a:lvl9pPr algn="ctr">
              <a:defRPr sz="1875">
                <a:solidFill>
                  <a:srgbClr val="0B2F38"/>
                </a:solidFill>
                <a:latin typeface="Arial"/>
                <a:ea typeface="Arial"/>
                <a:cs typeface="Arial"/>
              </a:defRPr>
            </a:lvl9pPr>
          </a:lstStyle>
          <a:p xmlns:a="http://schemas.openxmlformats.org/drawingml/2006/main">
            <a:pPr algn="ctr">
              <a:defRPr sz="1875">
                <a:solidFill>
                  <a:srgbClr val="0B2F38"/>
                </a:solidFill>
                <a:latin typeface="Arial"/>
                <a:ea typeface="Arial"/>
                <a:cs typeface="Arial"/>
              </a:defRPr>
            </a:pPr>
            <a:r>
              <a:rPr sz="1875">
                <a:solidFill>
                  <a:srgbClr val="0B2F38"/>
                </a:solidFill>
                <a:latin typeface="Arial"/>
                <a:ea typeface="Arial"/>
                <a:cs typeface="Arial"/>
              </a:rPr>
              <a:t>KI Modelle</a:t>
            </a:r>
          </a:p>
          <a:p xmlns:a="http://schemas.openxmlformats.org/drawingml/2006/main">
            <a:pPr algn="ctr">
              <a:defRPr sz="1875">
                <a:solidFill>
                  <a:srgbClr val="0B2F38"/>
                </a:solidFill>
                <a:latin typeface="Arial"/>
                <a:ea typeface="Arial"/>
                <a:cs typeface="Arial"/>
              </a:defRPr>
            </a:pPr>
            <a:r>
              <a:rPr sz="1875">
                <a:solidFill>
                  <a:srgbClr val="0B2F38"/>
                </a:solidFill>
                <a:latin typeface="Arial"/>
                <a:ea typeface="Arial"/>
                <a:cs typeface="Arial"/>
              </a:rPr>
              <a:t>Zeichen, Text und Spuren</a:t>
            </a:r>
          </a:p>
        </p:txBody>
      </p:sp>
      <p:sp>
        <p:nvSpPr>
          <p:cNvPr id="5" name="diagram-iPhone / Android">
            <a:extLst xmlns:a="http://schemas.openxmlformats.org/drawingml/2006/main">
              <a:ext uri="{FF2B5EF4-FFF2-40B4-BE49-F238E27FC236}">
                <a16:creationId xmlns:a16="http://schemas.microsoft.com/office/drawing/2014/main" id="{BDCC5CA5-25E3-46BA-8F41-278007C76B94}"/>
              </a:ext>
            </a:extLst>
          </p:cNvPr>
          <p:cNvSpPr>
            <a:spLocks xmlns:a="http://schemas.openxmlformats.org/drawingml/2006/main" noGrp="1"/>
          </p:cNvSpPr>
          <p:nvPr/>
        </p:nvSpPr>
        <p:spPr>
          <a:xfrm xmlns:a="http://schemas.openxmlformats.org/drawingml/2006/main">
            <a:off x="4648200" y="2676525"/>
            <a:ext cx="3095625" cy="1619250"/>
          </a:xfrm>
          <a:prstGeom xmlns:a="http://schemas.openxmlformats.org/drawingml/2006/main" prst="rect">
            <a:avLst/>
          </a:prstGeom>
          <a:solidFill xmlns:a="http://schemas.openxmlformats.org/drawingml/2006/main">
            <a:srgbClr val="0B2F38"/>
          </a:solidFill>
          <a:ln xmlns:a="http://schemas.openxmlformats.org/drawingml/2006/main" w="14288">
            <a:solidFill>
              <a:srgbClr val="0B2F38"/>
            </a:solidFill>
          </a:ln>
        </p:spPr>
        <p:txBody>
          <a:bodyPr xmlns:a="http://schemas.openxmlformats.org/drawingml/2006/main" lIns="133350" tIns="133350" rIns="133350" bIns="133350" anchor="ctr">
            <a:noAutofit/>
          </a:bodyPr>
          <a:lstStyle xmlns:a="http://schemas.openxmlformats.org/drawingml/2006/main">
            <a:defPPr algn="ctr">
              <a:defRPr sz="1875">
                <a:solidFill>
                  <a:srgbClr val="FFFFFF"/>
                </a:solidFill>
                <a:latin typeface="Arial"/>
                <a:ea typeface="Arial"/>
                <a:cs typeface="Arial"/>
              </a:defRPr>
            </a:defPPr>
            <a:lvl1pPr algn="ctr">
              <a:defRPr sz="1875">
                <a:solidFill>
                  <a:srgbClr val="FFFFFF"/>
                </a:solidFill>
                <a:latin typeface="Arial"/>
                <a:ea typeface="Arial"/>
                <a:cs typeface="Arial"/>
              </a:defRPr>
            </a:lvl1pPr>
            <a:lvl2pPr algn="ctr">
              <a:defRPr sz="1875">
                <a:solidFill>
                  <a:srgbClr val="FFFFFF"/>
                </a:solidFill>
                <a:latin typeface="Arial"/>
                <a:ea typeface="Arial"/>
                <a:cs typeface="Arial"/>
              </a:defRPr>
            </a:lvl2pPr>
            <a:lvl3pPr algn="ctr">
              <a:defRPr sz="1875">
                <a:solidFill>
                  <a:srgbClr val="FFFFFF"/>
                </a:solidFill>
                <a:latin typeface="Arial"/>
                <a:ea typeface="Arial"/>
                <a:cs typeface="Arial"/>
              </a:defRPr>
            </a:lvl3pPr>
            <a:lvl4pPr algn="ctr">
              <a:defRPr sz="1875">
                <a:solidFill>
                  <a:srgbClr val="FFFFFF"/>
                </a:solidFill>
                <a:latin typeface="Arial"/>
                <a:ea typeface="Arial"/>
                <a:cs typeface="Arial"/>
              </a:defRPr>
            </a:lvl4pPr>
            <a:lvl5pPr algn="ctr">
              <a:defRPr sz="1875">
                <a:solidFill>
                  <a:srgbClr val="FFFFFF"/>
                </a:solidFill>
                <a:latin typeface="Arial"/>
                <a:ea typeface="Arial"/>
                <a:cs typeface="Arial"/>
              </a:defRPr>
            </a:lvl5pPr>
            <a:lvl6pPr algn="ctr">
              <a:defRPr sz="1875">
                <a:solidFill>
                  <a:srgbClr val="FFFFFF"/>
                </a:solidFill>
                <a:latin typeface="Arial"/>
                <a:ea typeface="Arial"/>
                <a:cs typeface="Arial"/>
              </a:defRPr>
            </a:lvl6pPr>
            <a:lvl7pPr algn="ctr">
              <a:defRPr sz="1875">
                <a:solidFill>
                  <a:srgbClr val="FFFFFF"/>
                </a:solidFill>
                <a:latin typeface="Arial"/>
                <a:ea typeface="Arial"/>
                <a:cs typeface="Arial"/>
              </a:defRPr>
            </a:lvl7pPr>
            <a:lvl8pPr algn="ctr">
              <a:defRPr sz="1875">
                <a:solidFill>
                  <a:srgbClr val="FFFFFF"/>
                </a:solidFill>
                <a:latin typeface="Arial"/>
                <a:ea typeface="Arial"/>
                <a:cs typeface="Arial"/>
              </a:defRPr>
            </a:lvl8pPr>
            <a:lvl9pPr algn="ctr">
              <a:defRPr sz="1875">
                <a:solidFill>
                  <a:srgbClr val="FFFFFF"/>
                </a:solidFill>
                <a:latin typeface="Arial"/>
                <a:ea typeface="Arial"/>
                <a:cs typeface="Arial"/>
              </a:defRPr>
            </a:lvl9pPr>
          </a:lstStyle>
          <a:p xmlns:a="http://schemas.openxmlformats.org/drawingml/2006/main">
            <a:pPr algn="ctr">
              <a:defRPr sz="1875">
                <a:solidFill>
                  <a:srgbClr val="FFFFFF"/>
                </a:solidFill>
                <a:latin typeface="Arial"/>
                <a:ea typeface="Arial"/>
                <a:cs typeface="Arial"/>
              </a:defRPr>
            </a:pPr>
            <a:r>
              <a:rPr sz="1875">
                <a:solidFill>
                  <a:srgbClr val="FFFFFF"/>
                </a:solidFill>
                <a:latin typeface="Arial"/>
                <a:ea typeface="Arial"/>
                <a:cs typeface="Arial"/>
              </a:rPr>
              <a:t>iPhone / Android</a:t>
            </a:r>
          </a:p>
          <a:p xmlns:a="http://schemas.openxmlformats.org/drawingml/2006/main">
            <a:pPr algn="ctr">
              <a:defRPr sz="1875">
                <a:solidFill>
                  <a:srgbClr val="FFFFFF"/>
                </a:solidFill>
                <a:latin typeface="Arial"/>
                <a:ea typeface="Arial"/>
                <a:cs typeface="Arial"/>
              </a:defRPr>
            </a:pPr>
            <a:r>
              <a:rPr sz="1875">
                <a:solidFill>
                  <a:srgbClr val="FFFFFF"/>
                </a:solidFill>
                <a:latin typeface="Arial"/>
                <a:ea typeface="Arial"/>
                <a:cs typeface="Arial"/>
              </a:rPr>
              <a:t>Drei Informationsquellen</a:t>
            </a:r>
          </a:p>
          <a:p xmlns:a="http://schemas.openxmlformats.org/drawingml/2006/main">
            <a:pPr algn="ctr">
              <a:defRPr sz="1875">
                <a:solidFill>
                  <a:srgbClr val="FFFFFF"/>
                </a:solidFill>
                <a:latin typeface="Arial"/>
                <a:ea typeface="Arial"/>
                <a:cs typeface="Arial"/>
              </a:defRPr>
            </a:pPr>
            <a:r>
              <a:rPr sz="1875">
                <a:solidFill>
                  <a:srgbClr val="FFFFFF"/>
                </a:solidFill>
                <a:latin typeface="Arial"/>
                <a:ea typeface="Arial"/>
                <a:cs typeface="Arial"/>
              </a:rPr>
              <a:t>Erkennung auf dem Gerät</a:t>
            </a:r>
          </a:p>
        </p:txBody>
      </p:sp>
      <p:sp>
        <p:nvSpPr>
          <p:cNvPr id="6" name="diagram-Tempohinweise">
            <a:extLst xmlns:a="http://schemas.openxmlformats.org/drawingml/2006/main">
              <a:ext uri="{FF2B5EF4-FFF2-40B4-BE49-F238E27FC236}">
                <a16:creationId xmlns:a16="http://schemas.microsoft.com/office/drawing/2014/main" id="{4A1AC714-9E92-4540-AAD5-1AE6E37EFB7A}"/>
              </a:ext>
            </a:extLst>
          </p:cNvPr>
          <p:cNvSpPr>
            <a:spLocks xmlns:a="http://schemas.openxmlformats.org/drawingml/2006/main" noGrp="1"/>
          </p:cNvSpPr>
          <p:nvPr/>
        </p:nvSpPr>
        <p:spPr>
          <a:xfrm xmlns:a="http://schemas.openxmlformats.org/drawingml/2006/main">
            <a:off x="8743950" y="1762125"/>
            <a:ext cx="2838450" cy="1095375"/>
          </a:xfrm>
          <a:prstGeom xmlns:a="http://schemas.openxmlformats.org/drawingml/2006/main" prst="rect">
            <a:avLst/>
          </a:prstGeom>
          <a:solidFill xmlns:a="http://schemas.openxmlformats.org/drawingml/2006/main">
            <a:srgbClr val="FFFFFF"/>
          </a:solidFill>
          <a:ln xmlns:a="http://schemas.openxmlformats.org/drawingml/2006/main" w="14288">
            <a:solidFill>
              <a:srgbClr val="C9D3D2"/>
            </a:solidFill>
          </a:ln>
        </p:spPr>
        <p:txBody>
          <a:bodyPr xmlns:a="http://schemas.openxmlformats.org/drawingml/2006/main" lIns="133350" tIns="133350" rIns="133350" bIns="133350" anchor="ctr">
            <a:noAutofit/>
          </a:bodyPr>
          <a:lstStyle xmlns:a="http://schemas.openxmlformats.org/drawingml/2006/main">
            <a:defPPr algn="ctr">
              <a:defRPr sz="1875">
                <a:solidFill>
                  <a:srgbClr val="0B2F38"/>
                </a:solidFill>
                <a:latin typeface="Arial"/>
                <a:ea typeface="Arial"/>
                <a:cs typeface="Arial"/>
              </a:defRPr>
            </a:defPPr>
            <a:lvl1pPr algn="ctr">
              <a:defRPr sz="1875">
                <a:solidFill>
                  <a:srgbClr val="0B2F38"/>
                </a:solidFill>
                <a:latin typeface="Arial"/>
                <a:ea typeface="Arial"/>
                <a:cs typeface="Arial"/>
              </a:defRPr>
            </a:lvl1pPr>
            <a:lvl2pPr algn="ctr">
              <a:defRPr sz="1875">
                <a:solidFill>
                  <a:srgbClr val="0B2F38"/>
                </a:solidFill>
                <a:latin typeface="Arial"/>
                <a:ea typeface="Arial"/>
                <a:cs typeface="Arial"/>
              </a:defRPr>
            </a:lvl2pPr>
            <a:lvl3pPr algn="ctr">
              <a:defRPr sz="1875">
                <a:solidFill>
                  <a:srgbClr val="0B2F38"/>
                </a:solidFill>
                <a:latin typeface="Arial"/>
                <a:ea typeface="Arial"/>
                <a:cs typeface="Arial"/>
              </a:defRPr>
            </a:lvl3pPr>
            <a:lvl4pPr algn="ctr">
              <a:defRPr sz="1875">
                <a:solidFill>
                  <a:srgbClr val="0B2F38"/>
                </a:solidFill>
                <a:latin typeface="Arial"/>
                <a:ea typeface="Arial"/>
                <a:cs typeface="Arial"/>
              </a:defRPr>
            </a:lvl4pPr>
            <a:lvl5pPr algn="ctr">
              <a:defRPr sz="1875">
                <a:solidFill>
                  <a:srgbClr val="0B2F38"/>
                </a:solidFill>
                <a:latin typeface="Arial"/>
                <a:ea typeface="Arial"/>
                <a:cs typeface="Arial"/>
              </a:defRPr>
            </a:lvl5pPr>
            <a:lvl6pPr algn="ctr">
              <a:defRPr sz="1875">
                <a:solidFill>
                  <a:srgbClr val="0B2F38"/>
                </a:solidFill>
                <a:latin typeface="Arial"/>
                <a:ea typeface="Arial"/>
                <a:cs typeface="Arial"/>
              </a:defRPr>
            </a:lvl6pPr>
            <a:lvl7pPr algn="ctr">
              <a:defRPr sz="1875">
                <a:solidFill>
                  <a:srgbClr val="0B2F38"/>
                </a:solidFill>
                <a:latin typeface="Arial"/>
                <a:ea typeface="Arial"/>
                <a:cs typeface="Arial"/>
              </a:defRPr>
            </a:lvl7pPr>
            <a:lvl8pPr algn="ctr">
              <a:defRPr sz="1875">
                <a:solidFill>
                  <a:srgbClr val="0B2F38"/>
                </a:solidFill>
                <a:latin typeface="Arial"/>
                <a:ea typeface="Arial"/>
                <a:cs typeface="Arial"/>
              </a:defRPr>
            </a:lvl8pPr>
            <a:lvl9pPr algn="ctr">
              <a:defRPr sz="1875">
                <a:solidFill>
                  <a:srgbClr val="0B2F38"/>
                </a:solidFill>
                <a:latin typeface="Arial"/>
                <a:ea typeface="Arial"/>
                <a:cs typeface="Arial"/>
              </a:defRPr>
            </a:lvl9pPr>
          </a:lstStyle>
          <a:p xmlns:a="http://schemas.openxmlformats.org/drawingml/2006/main">
            <a:pPr algn="ctr">
              <a:defRPr sz="1875">
                <a:solidFill>
                  <a:srgbClr val="0B2F38"/>
                </a:solidFill>
                <a:latin typeface="Arial"/>
                <a:ea typeface="Arial"/>
                <a:cs typeface="Arial"/>
              </a:defRPr>
            </a:pPr>
            <a:r>
              <a:rPr sz="1875">
                <a:solidFill>
                  <a:srgbClr val="0B2F38"/>
                </a:solidFill>
                <a:latin typeface="Arial"/>
                <a:ea typeface="Arial"/>
                <a:cs typeface="Arial"/>
              </a:rPr>
              <a:t>Tempohinweise</a:t>
            </a:r>
          </a:p>
          <a:p xmlns:a="http://schemas.openxmlformats.org/drawingml/2006/main">
            <a:pPr algn="ctr">
              <a:defRPr sz="1875">
                <a:solidFill>
                  <a:srgbClr val="0B2F38"/>
                </a:solidFill>
                <a:latin typeface="Arial"/>
                <a:ea typeface="Arial"/>
                <a:cs typeface="Arial"/>
              </a:defRPr>
            </a:pPr>
            <a:r>
              <a:rPr sz="1875">
                <a:solidFill>
                  <a:srgbClr val="0B2F38"/>
                </a:solidFill>
                <a:latin typeface="Arial"/>
                <a:ea typeface="Arial"/>
                <a:cs typeface="Arial"/>
              </a:rPr>
              <a:t>und Rückmeldung</a:t>
            </a:r>
          </a:p>
        </p:txBody>
      </p:sp>
      <p:sp>
        <p:nvSpPr>
          <p:cNvPr id="7" name="diagram-Beobachtungen">
            <a:extLst xmlns:a="http://schemas.openxmlformats.org/drawingml/2006/main">
              <a:ext uri="{FF2B5EF4-FFF2-40B4-BE49-F238E27FC236}">
                <a16:creationId xmlns:a16="http://schemas.microsoft.com/office/drawing/2014/main" id="{D651F14B-E9DB-47E0-97DD-2A33516E0EB4}"/>
              </a:ext>
            </a:extLst>
          </p:cNvPr>
          <p:cNvSpPr>
            <a:spLocks xmlns:a="http://schemas.openxmlformats.org/drawingml/2006/main" noGrp="1"/>
          </p:cNvSpPr>
          <p:nvPr/>
        </p:nvSpPr>
        <p:spPr>
          <a:xfrm xmlns:a="http://schemas.openxmlformats.org/drawingml/2006/main">
            <a:off x="8743950" y="3762375"/>
            <a:ext cx="2838450" cy="1095375"/>
          </a:xfrm>
          <a:prstGeom xmlns:a="http://schemas.openxmlformats.org/drawingml/2006/main" prst="rect">
            <a:avLst/>
          </a:prstGeom>
          <a:solidFill xmlns:a="http://schemas.openxmlformats.org/drawingml/2006/main">
            <a:srgbClr val="FFFFFF"/>
          </a:solidFill>
          <a:ln xmlns:a="http://schemas.openxmlformats.org/drawingml/2006/main" w="14288">
            <a:solidFill>
              <a:srgbClr val="C9D3D2"/>
            </a:solidFill>
          </a:ln>
        </p:spPr>
        <p:txBody>
          <a:bodyPr xmlns:a="http://schemas.openxmlformats.org/drawingml/2006/main" lIns="133350" tIns="133350" rIns="133350" bIns="133350" anchor="ctr">
            <a:noAutofit/>
          </a:bodyPr>
          <a:lstStyle xmlns:a="http://schemas.openxmlformats.org/drawingml/2006/main">
            <a:defPPr algn="ctr">
              <a:defRPr sz="1875">
                <a:solidFill>
                  <a:srgbClr val="0B2F38"/>
                </a:solidFill>
                <a:latin typeface="Arial"/>
                <a:ea typeface="Arial"/>
                <a:cs typeface="Arial"/>
              </a:defRPr>
            </a:defPPr>
            <a:lvl1pPr algn="ctr">
              <a:defRPr sz="1875">
                <a:solidFill>
                  <a:srgbClr val="0B2F38"/>
                </a:solidFill>
                <a:latin typeface="Arial"/>
                <a:ea typeface="Arial"/>
                <a:cs typeface="Arial"/>
              </a:defRPr>
            </a:lvl1pPr>
            <a:lvl2pPr algn="ctr">
              <a:defRPr sz="1875">
                <a:solidFill>
                  <a:srgbClr val="0B2F38"/>
                </a:solidFill>
                <a:latin typeface="Arial"/>
                <a:ea typeface="Arial"/>
                <a:cs typeface="Arial"/>
              </a:defRPr>
            </a:lvl2pPr>
            <a:lvl3pPr algn="ctr">
              <a:defRPr sz="1875">
                <a:solidFill>
                  <a:srgbClr val="0B2F38"/>
                </a:solidFill>
                <a:latin typeface="Arial"/>
                <a:ea typeface="Arial"/>
                <a:cs typeface="Arial"/>
              </a:defRPr>
            </a:lvl3pPr>
            <a:lvl4pPr algn="ctr">
              <a:defRPr sz="1875">
                <a:solidFill>
                  <a:srgbClr val="0B2F38"/>
                </a:solidFill>
                <a:latin typeface="Arial"/>
                <a:ea typeface="Arial"/>
                <a:cs typeface="Arial"/>
              </a:defRPr>
            </a:lvl4pPr>
            <a:lvl5pPr algn="ctr">
              <a:defRPr sz="1875">
                <a:solidFill>
                  <a:srgbClr val="0B2F38"/>
                </a:solidFill>
                <a:latin typeface="Arial"/>
                <a:ea typeface="Arial"/>
                <a:cs typeface="Arial"/>
              </a:defRPr>
            </a:lvl5pPr>
            <a:lvl6pPr algn="ctr">
              <a:defRPr sz="1875">
                <a:solidFill>
                  <a:srgbClr val="0B2F38"/>
                </a:solidFill>
                <a:latin typeface="Arial"/>
                <a:ea typeface="Arial"/>
                <a:cs typeface="Arial"/>
              </a:defRPr>
            </a:lvl6pPr>
            <a:lvl7pPr algn="ctr">
              <a:defRPr sz="1875">
                <a:solidFill>
                  <a:srgbClr val="0B2F38"/>
                </a:solidFill>
                <a:latin typeface="Arial"/>
                <a:ea typeface="Arial"/>
                <a:cs typeface="Arial"/>
              </a:defRPr>
            </a:lvl7pPr>
            <a:lvl8pPr algn="ctr">
              <a:defRPr sz="1875">
                <a:solidFill>
                  <a:srgbClr val="0B2F38"/>
                </a:solidFill>
                <a:latin typeface="Arial"/>
                <a:ea typeface="Arial"/>
                <a:cs typeface="Arial"/>
              </a:defRPr>
            </a:lvl8pPr>
            <a:lvl9pPr algn="ctr">
              <a:defRPr sz="1875">
                <a:solidFill>
                  <a:srgbClr val="0B2F38"/>
                </a:solidFill>
                <a:latin typeface="Arial"/>
                <a:ea typeface="Arial"/>
                <a:cs typeface="Arial"/>
              </a:defRPr>
            </a:lvl9pPr>
          </a:lstStyle>
          <a:p xmlns:a="http://schemas.openxmlformats.org/drawingml/2006/main">
            <a:pPr algn="ctr">
              <a:defRPr sz="1875">
                <a:solidFill>
                  <a:srgbClr val="0B2F38"/>
                </a:solidFill>
                <a:latin typeface="Arial"/>
                <a:ea typeface="Arial"/>
                <a:cs typeface="Arial"/>
              </a:defRPr>
            </a:pPr>
            <a:r>
              <a:rPr sz="1875">
                <a:solidFill>
                  <a:srgbClr val="0B2F38"/>
                </a:solidFill>
                <a:latin typeface="Arial"/>
                <a:ea typeface="Arial"/>
                <a:cs typeface="Arial"/>
              </a:rPr>
              <a:t>Beobachtungen</a:t>
            </a:r>
          </a:p>
          <a:p xmlns:a="http://schemas.openxmlformats.org/drawingml/2006/main">
            <a:pPr algn="ctr">
              <a:defRPr sz="1875">
                <a:solidFill>
                  <a:srgbClr val="0B2F38"/>
                </a:solidFill>
                <a:latin typeface="Arial"/>
                <a:ea typeface="Arial"/>
                <a:cs typeface="Arial"/>
              </a:defRPr>
            </a:pPr>
            <a:r>
              <a:rPr sz="1875">
                <a:solidFill>
                  <a:srgbClr val="0B2F38"/>
                </a:solidFill>
                <a:latin typeface="Arial"/>
                <a:ea typeface="Arial"/>
                <a:cs typeface="Arial"/>
              </a:rPr>
              <a:t>Bildausschnitte / Fotos</a:t>
            </a:r>
          </a:p>
        </p:txBody>
      </p:sp>
      <p:sp>
        <p:nvSpPr>
          <p:cNvPr id="12" name="text-11">
            <a:extLst xmlns:a="http://schemas.openxmlformats.org/drawingml/2006/main">
              <a:ext uri="{FF2B5EF4-FFF2-40B4-BE49-F238E27FC236}">
                <a16:creationId xmlns:a16="http://schemas.microsoft.com/office/drawing/2014/main" id="{90E5D011-A849-4A4E-A462-0981DC927407}"/>
              </a:ext>
            </a:extLst>
          </p:cNvPr>
          <p:cNvSpPr>
            <a:spLocks xmlns:a="http://schemas.openxmlformats.org/drawingml/2006/main" noGrp="1"/>
          </p:cNvSpPr>
          <p:nvPr/>
        </p:nvSpPr>
        <p:spPr>
          <a:xfrm xmlns:a="http://schemas.openxmlformats.org/drawingml/2006/main">
            <a:off x="4286250" y="1952625"/>
            <a:ext cx="4048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0">
                <a:solidFill>
                  <a:srgbClr val="50646A"/>
                </a:solidFill>
                <a:latin typeface="Arial"/>
                <a:ea typeface="Arial"/>
                <a:cs typeface="Arial"/>
              </a:defRPr>
            </a:defPPr>
            <a:lvl1pPr algn="ctr">
              <a:defRPr sz="1725" b="0">
                <a:solidFill>
                  <a:srgbClr val="50646A"/>
                </a:solidFill>
                <a:latin typeface="Arial"/>
                <a:ea typeface="Arial"/>
                <a:cs typeface="Arial"/>
              </a:defRPr>
            </a:lvl1pPr>
            <a:lvl2pPr algn="ctr">
              <a:defRPr sz="1725" b="0">
                <a:solidFill>
                  <a:srgbClr val="50646A"/>
                </a:solidFill>
                <a:latin typeface="Arial"/>
                <a:ea typeface="Arial"/>
                <a:cs typeface="Arial"/>
              </a:defRPr>
            </a:lvl2pPr>
            <a:lvl3pPr algn="ctr">
              <a:defRPr sz="1725" b="0">
                <a:solidFill>
                  <a:srgbClr val="50646A"/>
                </a:solidFill>
                <a:latin typeface="Arial"/>
                <a:ea typeface="Arial"/>
                <a:cs typeface="Arial"/>
              </a:defRPr>
            </a:lvl3pPr>
            <a:lvl4pPr algn="ctr">
              <a:defRPr sz="1725" b="0">
                <a:solidFill>
                  <a:srgbClr val="50646A"/>
                </a:solidFill>
                <a:latin typeface="Arial"/>
                <a:ea typeface="Arial"/>
                <a:cs typeface="Arial"/>
              </a:defRPr>
            </a:lvl4pPr>
            <a:lvl5pPr algn="ctr">
              <a:defRPr sz="1725" b="0">
                <a:solidFill>
                  <a:srgbClr val="50646A"/>
                </a:solidFill>
                <a:latin typeface="Arial"/>
                <a:ea typeface="Arial"/>
                <a:cs typeface="Arial"/>
              </a:defRPr>
            </a:lvl5pPr>
            <a:lvl6pPr algn="ctr">
              <a:defRPr sz="1725" b="0">
                <a:solidFill>
                  <a:srgbClr val="50646A"/>
                </a:solidFill>
                <a:latin typeface="Arial"/>
                <a:ea typeface="Arial"/>
                <a:cs typeface="Arial"/>
              </a:defRPr>
            </a:lvl6pPr>
            <a:lvl7pPr algn="ctr">
              <a:defRPr sz="1725" b="0">
                <a:solidFill>
                  <a:srgbClr val="50646A"/>
                </a:solidFill>
                <a:latin typeface="Arial"/>
                <a:ea typeface="Arial"/>
                <a:cs typeface="Arial"/>
              </a:defRPr>
            </a:lvl7pPr>
            <a:lvl8pPr algn="ctr">
              <a:defRPr sz="1725" b="0">
                <a:solidFill>
                  <a:srgbClr val="50646A"/>
                </a:solidFill>
                <a:latin typeface="Arial"/>
                <a:ea typeface="Arial"/>
                <a:cs typeface="Arial"/>
              </a:defRPr>
            </a:lvl8pPr>
            <a:lvl9pPr algn="ctr">
              <a:defRPr sz="1725" b="0">
                <a:solidFill>
                  <a:srgbClr val="50646A"/>
                </a:solidFill>
                <a:latin typeface="Arial"/>
                <a:ea typeface="Arial"/>
                <a:cs typeface="Arial"/>
              </a:defRPr>
            </a:lvl9pPr>
          </a:lstStyle>
          <a:p xmlns:a="http://schemas.openxmlformats.org/drawingml/2006/main">
            <a:pPr algn="ctr">
              <a:defRPr sz="1725" b="0">
                <a:solidFill>
                  <a:srgbClr val="50646A"/>
                </a:solidFill>
                <a:latin typeface="Arial"/>
                <a:ea typeface="Arial"/>
                <a:cs typeface="Arial"/>
              </a:defRPr>
            </a:pPr>
            <a:r>
              <a:rPr sz="1725" b="0">
                <a:solidFill>
                  <a:srgbClr val="50646A"/>
                </a:solidFill>
                <a:latin typeface="Arial"/>
                <a:ea typeface="Arial"/>
                <a:cs typeface="Arial"/>
              </a:rPr>
              <a:t>Standort + Kamera + Sprache</a:t>
            </a:r>
          </a:p>
        </p:txBody>
      </p:sp>
      <p:sp>
        <p:nvSpPr>
          <p:cNvPr id="13" name="text-12">
            <a:extLst xmlns:a="http://schemas.openxmlformats.org/drawingml/2006/main">
              <a:ext uri="{FF2B5EF4-FFF2-40B4-BE49-F238E27FC236}">
                <a16:creationId xmlns:a16="http://schemas.microsoft.com/office/drawing/2014/main" id="{7D9769A7-7D51-43C6-B437-3AC4B7B6484D}"/>
              </a:ext>
            </a:extLst>
          </p:cNvPr>
          <p:cNvSpPr>
            <a:spLocks xmlns:a="http://schemas.openxmlformats.org/drawingml/2006/main" noGrp="1"/>
          </p:cNvSpPr>
          <p:nvPr/>
        </p:nvSpPr>
        <p:spPr>
          <a:xfrm xmlns:a="http://schemas.openxmlformats.org/drawingml/2006/main">
            <a:off x="609600" y="590550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0646A"/>
                </a:solidFill>
                <a:latin typeface="Arial"/>
                <a:ea typeface="Arial"/>
                <a:cs typeface="Arial"/>
              </a:defRPr>
            </a:defPPr>
            <a:lvl1pPr algn="l">
              <a:defRPr sz="1575" b="0">
                <a:solidFill>
                  <a:srgbClr val="50646A"/>
                </a:solidFill>
                <a:latin typeface="Arial"/>
                <a:ea typeface="Arial"/>
                <a:cs typeface="Arial"/>
              </a:defRPr>
            </a:lvl1pPr>
            <a:lvl2pPr algn="l">
              <a:defRPr sz="1575" b="0">
                <a:solidFill>
                  <a:srgbClr val="50646A"/>
                </a:solidFill>
                <a:latin typeface="Arial"/>
                <a:ea typeface="Arial"/>
                <a:cs typeface="Arial"/>
              </a:defRPr>
            </a:lvl2pPr>
            <a:lvl3pPr algn="l">
              <a:defRPr sz="1575" b="0">
                <a:solidFill>
                  <a:srgbClr val="50646A"/>
                </a:solidFill>
                <a:latin typeface="Arial"/>
                <a:ea typeface="Arial"/>
                <a:cs typeface="Arial"/>
              </a:defRPr>
            </a:lvl3pPr>
            <a:lvl4pPr algn="l">
              <a:defRPr sz="1575" b="0">
                <a:solidFill>
                  <a:srgbClr val="50646A"/>
                </a:solidFill>
                <a:latin typeface="Arial"/>
                <a:ea typeface="Arial"/>
                <a:cs typeface="Arial"/>
              </a:defRPr>
            </a:lvl4pPr>
            <a:lvl5pPr algn="l">
              <a:defRPr sz="1575" b="0">
                <a:solidFill>
                  <a:srgbClr val="50646A"/>
                </a:solidFill>
                <a:latin typeface="Arial"/>
                <a:ea typeface="Arial"/>
                <a:cs typeface="Arial"/>
              </a:defRPr>
            </a:lvl5pPr>
            <a:lvl6pPr algn="l">
              <a:defRPr sz="1575" b="0">
                <a:solidFill>
                  <a:srgbClr val="50646A"/>
                </a:solidFill>
                <a:latin typeface="Arial"/>
                <a:ea typeface="Arial"/>
                <a:cs typeface="Arial"/>
              </a:defRPr>
            </a:lvl6pPr>
            <a:lvl7pPr algn="l">
              <a:defRPr sz="1575" b="0">
                <a:solidFill>
                  <a:srgbClr val="50646A"/>
                </a:solidFill>
                <a:latin typeface="Arial"/>
                <a:ea typeface="Arial"/>
                <a:cs typeface="Arial"/>
              </a:defRPr>
            </a:lvl7pPr>
            <a:lvl8pPr algn="l">
              <a:defRPr sz="1575" b="0">
                <a:solidFill>
                  <a:srgbClr val="50646A"/>
                </a:solidFill>
                <a:latin typeface="Arial"/>
                <a:ea typeface="Arial"/>
                <a:cs typeface="Arial"/>
              </a:defRPr>
            </a:lvl8pPr>
            <a:lvl9pPr algn="l">
              <a:defRPr sz="1575" b="0">
                <a:solidFill>
                  <a:srgbClr val="50646A"/>
                </a:solidFill>
                <a:latin typeface="Arial"/>
                <a:ea typeface="Arial"/>
                <a:cs typeface="Arial"/>
              </a:defRPr>
            </a:lvl9pPr>
          </a:lstStyle>
          <a:p xmlns:a="http://schemas.openxmlformats.org/drawingml/2006/main">
            <a:pPr algn="l">
              <a:defRPr sz="1575" b="0">
                <a:solidFill>
                  <a:srgbClr val="50646A"/>
                </a:solidFill>
                <a:latin typeface="Arial"/>
                <a:ea typeface="Arial"/>
                <a:cs typeface="Arial"/>
              </a:defRPr>
            </a:pPr>
            <a:r>
              <a:rPr sz="1575" b="0">
                <a:solidFill>
                  <a:srgbClr val="50646A"/>
                </a:solidFill>
                <a:latin typeface="Arial"/>
                <a:ea typeface="Arial"/>
                <a:cs typeface="Arial"/>
              </a:rPr>
              <a:t>Die App verbindet vorbereitete Kartendaten mit Erkennung auf dem Gerät</a:t>
            </a:r>
          </a:p>
        </p:txBody>
      </p:sp>
    </p:spTree>
    <p:extLst>
      <p:ext uri="{BB962C8B-B14F-4D97-AF65-F5344CB8AC3E}">
        <p14:creationId xmlns:p14="http://schemas.microsoft.com/office/powerpoint/2010/main" val="528854942"/>
      </p:ext>
    </p:extLst>
  </p:cSld>
</p:sld>
</file>

<file path=ppt/slides/slide10.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B9DF992E-2952-4D87-BBA5-6DB13D53C10C}"/>
              </a:ext>
            </a:extLst>
          </p:cNvPr>
          <p:cNvCxnSpPr>
            <a:stCxn xmlns:a="http://schemas.openxmlformats.org/drawingml/2006/main" id="7" idx="2"/>
            <a:endCxn xmlns:a="http://schemas.openxmlformats.org/drawingml/2006/main" id="8" idx="0"/>
          </p:cNvCxnSpPr>
          <p:nvPr/>
        </p:nvCxnSpPr>
        <p:spPr>
          <a:xfrm xmlns:a="http://schemas.openxmlformats.org/drawingml/2006/main" flipH="1">
            <a:off x="6553200" y="4314825"/>
            <a:ext cx="3048000" cy="733425"/>
          </a:xfrm>
          <a:prstGeom xmlns:a="http://schemas.openxmlformats.org/drawingml/2006/main" prst="straightConnector1">
            <a:avLst/>
          </a:prstGeom>
          <a:ln xmlns:a="http://schemas.openxmlformats.org/drawingml/2006/main" w="19050">
            <a:solidFill>
              <a:srgbClr val="50646A"/>
            </a:solidFill>
            <a:tailEnd type="triangle" w="med" len="med"/>
          </a:ln>
        </p:spPr>
      </p:cxnSp>
      <p:cxnSp>
        <p:nvCxnSpPr>
          <p:cNvPr id="13" name="">
            <a:extLst xmlns:a="http://schemas.openxmlformats.org/drawingml/2006/main">
              <a:ext uri="{FF2B5EF4-FFF2-40B4-BE49-F238E27FC236}">
                <a16:creationId xmlns:a16="http://schemas.microsoft.com/office/drawing/2014/main" id="{DCACA7BB-AFC7-436E-BE18-F8162DD68E86}"/>
              </a:ext>
            </a:extLst>
          </p:cNvPr>
          <p:cNvCxnSpPr>
            <a:stCxn xmlns:a="http://schemas.openxmlformats.org/drawingml/2006/main" id="6" idx="3"/>
            <a:endCxn xmlns:a="http://schemas.openxmlformats.org/drawingml/2006/main" id="7" idx="1"/>
          </p:cNvCxnSpPr>
          <p:nvPr/>
        </p:nvCxnSpPr>
        <p:spPr>
          <a:xfrm xmlns:a="http://schemas.openxmlformats.org/drawingml/2006/main">
            <a:off x="6524625" y="3814763"/>
            <a:ext cx="1095375" cy="0"/>
          </a:xfrm>
          <a:prstGeom xmlns:a="http://schemas.openxmlformats.org/drawingml/2006/main" prst="straightConnector1">
            <a:avLst/>
          </a:prstGeom>
          <a:ln xmlns:a="http://schemas.openxmlformats.org/drawingml/2006/main" w="19050">
            <a:solidFill>
              <a:srgbClr val="50646A"/>
            </a:solidFill>
            <a:tailEnd type="triangle" w="med" len="med"/>
          </a:ln>
        </p:spPr>
      </p:cxnSp>
      <p:cxnSp>
        <p:nvCxnSpPr>
          <p:cNvPr id="12" name="">
            <a:extLst xmlns:a="http://schemas.openxmlformats.org/drawingml/2006/main">
              <a:ext uri="{FF2B5EF4-FFF2-40B4-BE49-F238E27FC236}">
                <a16:creationId xmlns:a16="http://schemas.microsoft.com/office/drawing/2014/main" id="{19D97A3A-9B76-45D5-A596-DF96A7CFE9D5}"/>
              </a:ext>
            </a:extLst>
          </p:cNvPr>
          <p:cNvCxnSpPr>
            <a:stCxn xmlns:a="http://schemas.openxmlformats.org/drawingml/2006/main" id="5" idx="2"/>
            <a:endCxn xmlns:a="http://schemas.openxmlformats.org/drawingml/2006/main" id="7" idx="0"/>
          </p:cNvCxnSpPr>
          <p:nvPr/>
        </p:nvCxnSpPr>
        <p:spPr>
          <a:xfrm xmlns:a="http://schemas.openxmlformats.org/drawingml/2006/main">
            <a:off x="9601200" y="2619375"/>
            <a:ext cx="0" cy="695325"/>
          </a:xfrm>
          <a:prstGeom xmlns:a="http://schemas.openxmlformats.org/drawingml/2006/main" prst="straightConnector1">
            <a:avLst/>
          </a:prstGeom>
          <a:ln xmlns:a="http://schemas.openxmlformats.org/drawingml/2006/main" w="19050">
            <a:solidFill>
              <a:srgbClr val="50646A"/>
            </a:solidFill>
            <a:tailEnd type="triangle" w="med" len="med"/>
          </a:ln>
        </p:spPr>
      </p:cxnSp>
      <p:cxnSp>
        <p:nvCxnSpPr>
          <p:cNvPr id="11" name="">
            <a:extLst xmlns:a="http://schemas.openxmlformats.org/drawingml/2006/main">
              <a:ext uri="{FF2B5EF4-FFF2-40B4-BE49-F238E27FC236}">
                <a16:creationId xmlns:a16="http://schemas.microsoft.com/office/drawing/2014/main" id="{3F7E16C3-1E5B-45D6-8997-0AEEDFFAD364}"/>
              </a:ext>
            </a:extLst>
          </p:cNvPr>
          <p:cNvCxnSpPr>
            <a:stCxn xmlns:a="http://schemas.openxmlformats.org/drawingml/2006/main" id="4" idx="3"/>
            <a:endCxn xmlns:a="http://schemas.openxmlformats.org/drawingml/2006/main" id="5" idx="1"/>
          </p:cNvCxnSpPr>
          <p:nvPr/>
        </p:nvCxnSpPr>
        <p:spPr>
          <a:xfrm xmlns:a="http://schemas.openxmlformats.org/drawingml/2006/main">
            <a:off x="6524625" y="2119313"/>
            <a:ext cx="1095375" cy="0"/>
          </a:xfrm>
          <a:prstGeom xmlns:a="http://schemas.openxmlformats.org/drawingml/2006/main" prst="straightConnector1">
            <a:avLst/>
          </a:prstGeom>
          <a:ln xmlns:a="http://schemas.openxmlformats.org/drawingml/2006/main" w="19050">
            <a:solidFill>
              <a:srgbClr val="50646A"/>
            </a:solidFill>
            <a:tailEnd type="triangle" w="med" len="med"/>
          </a:ln>
        </p:spPr>
      </p:cxnSp>
      <p:cxnSp>
        <p:nvCxnSpPr>
          <p:cNvPr id="10" name="">
            <a:extLst xmlns:a="http://schemas.openxmlformats.org/drawingml/2006/main">
              <a:ext uri="{FF2B5EF4-FFF2-40B4-BE49-F238E27FC236}">
                <a16:creationId xmlns:a16="http://schemas.microsoft.com/office/drawing/2014/main" id="{A9F00549-DE2C-4A37-AC93-F0E459013402}"/>
              </a:ext>
            </a:extLst>
          </p:cNvPr>
          <p:cNvCxnSpPr>
            <a:stCxn xmlns:a="http://schemas.openxmlformats.org/drawingml/2006/main" id="3" idx="3"/>
            <a:endCxn xmlns:a="http://schemas.openxmlformats.org/drawingml/2006/main" id="6" idx="1"/>
          </p:cNvCxnSpPr>
          <p:nvPr/>
        </p:nvCxnSpPr>
        <p:spPr>
          <a:xfrm xmlns:a="http://schemas.openxmlformats.org/drawingml/2006/main">
            <a:off x="2647950" y="2905125"/>
            <a:ext cx="685800" cy="909638"/>
          </a:xfrm>
          <a:prstGeom xmlns:a="http://schemas.openxmlformats.org/drawingml/2006/main" prst="straightConnector1">
            <a:avLst/>
          </a:prstGeom>
          <a:ln xmlns:a="http://schemas.openxmlformats.org/drawingml/2006/main" w="19050">
            <a:solidFill>
              <a:srgbClr val="50646A"/>
            </a:solidFill>
            <a:tailEnd type="triangle" w="med" len="med"/>
          </a:ln>
        </p:spPr>
      </p:cxnSp>
      <p:cxnSp>
        <p:nvCxnSpPr>
          <p:cNvPr id="9" name="">
            <a:extLst xmlns:a="http://schemas.openxmlformats.org/drawingml/2006/main">
              <a:ext uri="{FF2B5EF4-FFF2-40B4-BE49-F238E27FC236}">
                <a16:creationId xmlns:a16="http://schemas.microsoft.com/office/drawing/2014/main" id="{53DDD4F1-6491-47F6-A687-C79CA14CA019}"/>
              </a:ext>
            </a:extLst>
          </p:cNvPr>
          <p:cNvCxnSpPr>
            <a:stCxn xmlns:a="http://schemas.openxmlformats.org/drawingml/2006/main" id="3" idx="3"/>
            <a:endCxn xmlns:a="http://schemas.openxmlformats.org/drawingml/2006/main" id="4" idx="1"/>
          </p:cNvCxnSpPr>
          <p:nvPr/>
        </p:nvCxnSpPr>
        <p:spPr>
          <a:xfrm xmlns:a="http://schemas.openxmlformats.org/drawingml/2006/main" flipV="1">
            <a:off x="2647950" y="2119313"/>
            <a:ext cx="685800" cy="785813"/>
          </a:xfrm>
          <a:prstGeom xmlns:a="http://schemas.openxmlformats.org/drawingml/2006/main" prst="straightConnector1">
            <a:avLst/>
          </a:prstGeom>
          <a:ln xmlns:a="http://schemas.openxmlformats.org/drawingml/2006/main" w="19050">
            <a:solidFill>
              <a:srgbClr val="50646A"/>
            </a:solidFill>
            <a:tailEnd type="triangle" w="med" len="med"/>
          </a:ln>
        </p:spPr>
      </p:cxnSp>
      <p:sp>
        <p:nvSpPr>
          <p:cNvPr id="16" name="text-0">
            <a:extLst xmlns:a="http://schemas.openxmlformats.org/drawingml/2006/main">
              <a:ext uri="{FF2B5EF4-FFF2-40B4-BE49-F238E27FC236}">
                <a16:creationId xmlns:a16="http://schemas.microsoft.com/office/drawing/2014/main" id="{F1CEC59F-7E96-47DE-BF93-EF6CAB2EB995}"/>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B2F38"/>
                </a:solidFill>
                <a:latin typeface="Arial"/>
                <a:ea typeface="Arial"/>
                <a:cs typeface="Arial"/>
              </a:defRPr>
            </a:defPPr>
            <a:lvl1pPr algn="l">
              <a:defRPr sz="3300" b="1">
                <a:solidFill>
                  <a:srgbClr val="0B2F38"/>
                </a:solidFill>
                <a:latin typeface="Arial"/>
                <a:ea typeface="Arial"/>
                <a:cs typeface="Arial"/>
              </a:defRPr>
            </a:lvl1pPr>
            <a:lvl2pPr algn="l">
              <a:defRPr sz="3300" b="1">
                <a:solidFill>
                  <a:srgbClr val="0B2F38"/>
                </a:solidFill>
                <a:latin typeface="Arial"/>
                <a:ea typeface="Arial"/>
                <a:cs typeface="Arial"/>
              </a:defRPr>
            </a:lvl2pPr>
            <a:lvl3pPr algn="l">
              <a:defRPr sz="3300" b="1">
                <a:solidFill>
                  <a:srgbClr val="0B2F38"/>
                </a:solidFill>
                <a:latin typeface="Arial"/>
                <a:ea typeface="Arial"/>
                <a:cs typeface="Arial"/>
              </a:defRPr>
            </a:lvl3pPr>
            <a:lvl4pPr algn="l">
              <a:defRPr sz="3300" b="1">
                <a:solidFill>
                  <a:srgbClr val="0B2F38"/>
                </a:solidFill>
                <a:latin typeface="Arial"/>
                <a:ea typeface="Arial"/>
                <a:cs typeface="Arial"/>
              </a:defRPr>
            </a:lvl4pPr>
            <a:lvl5pPr algn="l">
              <a:defRPr sz="3300" b="1">
                <a:solidFill>
                  <a:srgbClr val="0B2F38"/>
                </a:solidFill>
                <a:latin typeface="Arial"/>
                <a:ea typeface="Arial"/>
                <a:cs typeface="Arial"/>
              </a:defRPr>
            </a:lvl5pPr>
            <a:lvl6pPr algn="l">
              <a:defRPr sz="3300" b="1">
                <a:solidFill>
                  <a:srgbClr val="0B2F38"/>
                </a:solidFill>
                <a:latin typeface="Arial"/>
                <a:ea typeface="Arial"/>
                <a:cs typeface="Arial"/>
              </a:defRPr>
            </a:lvl6pPr>
            <a:lvl7pPr algn="l">
              <a:defRPr sz="3300" b="1">
                <a:solidFill>
                  <a:srgbClr val="0B2F38"/>
                </a:solidFill>
                <a:latin typeface="Arial"/>
                <a:ea typeface="Arial"/>
                <a:cs typeface="Arial"/>
              </a:defRPr>
            </a:lvl7pPr>
            <a:lvl8pPr algn="l">
              <a:defRPr sz="3300" b="1">
                <a:solidFill>
                  <a:srgbClr val="0B2F38"/>
                </a:solidFill>
                <a:latin typeface="Arial"/>
                <a:ea typeface="Arial"/>
                <a:cs typeface="Arial"/>
              </a:defRPr>
            </a:lvl8pPr>
            <a:lvl9pPr algn="l">
              <a:defRPr sz="3300" b="1">
                <a:solidFill>
                  <a:srgbClr val="0B2F38"/>
                </a:solidFill>
                <a:latin typeface="Arial"/>
                <a:ea typeface="Arial"/>
                <a:cs typeface="Arial"/>
              </a:defRPr>
            </a:lvl9pPr>
          </a:lstStyle>
          <a:p xmlns:a="http://schemas.openxmlformats.org/drawingml/2006/main">
            <a:pPr algn="l">
              <a:defRPr sz="3300" b="1">
                <a:solidFill>
                  <a:srgbClr val="0B2F38"/>
                </a:solidFill>
                <a:latin typeface="Arial"/>
                <a:ea typeface="Arial"/>
                <a:cs typeface="Arial"/>
              </a:defRPr>
            </a:pPr>
            <a:r>
              <a:rPr sz="3300" b="1">
                <a:solidFill>
                  <a:srgbClr val="0B2F38"/>
                </a:solidFill>
                <a:latin typeface="Arial"/>
                <a:ea typeface="Arial"/>
                <a:cs typeface="Arial"/>
              </a:rPr>
              <a:t>Server, Inspector und Rückfluss nach OSM</a:t>
            </a:r>
          </a:p>
        </p:txBody>
      </p:sp>
      <p:sp>
        <p:nvSpPr>
          <p:cNvPr id="2" name="text-1">
            <a:extLst xmlns:a="http://schemas.openxmlformats.org/drawingml/2006/main">
              <a:ext uri="{FF2B5EF4-FFF2-40B4-BE49-F238E27FC236}">
                <a16:creationId xmlns:a16="http://schemas.microsoft.com/office/drawing/2014/main" id="{3E194E0B-1B0C-43F0-8C6B-22113048297D}"/>
              </a:ext>
            </a:extLst>
          </p:cNvPr>
          <p:cNvSpPr>
            <a:spLocks xmlns:a="http://schemas.openxmlformats.org/drawingml/2006/main" noGrp="1"/>
          </p:cNvSpPr>
          <p:nvPr/>
        </p:nvSpPr>
        <p:spPr>
          <a:xfrm xmlns:a="http://schemas.openxmlformats.org/drawingml/2006/main">
            <a:off x="11144250" y="6477000"/>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defRPr sz="1125" b="0">
                <a:solidFill>
                  <a:srgbClr val="50646A"/>
                </a:solidFill>
                <a:latin typeface="Arial"/>
                <a:ea typeface="Arial"/>
                <a:cs typeface="Arial"/>
              </a:defRPr>
            </a:lvl1pPr>
            <a:lvl2pPr algn="r">
              <a:defRPr sz="1125" b="0">
                <a:solidFill>
                  <a:srgbClr val="50646A"/>
                </a:solidFill>
                <a:latin typeface="Arial"/>
                <a:ea typeface="Arial"/>
                <a:cs typeface="Arial"/>
              </a:defRPr>
            </a:lvl2pPr>
            <a:lvl3pPr algn="r">
              <a:defRPr sz="1125" b="0">
                <a:solidFill>
                  <a:srgbClr val="50646A"/>
                </a:solidFill>
                <a:latin typeface="Arial"/>
                <a:ea typeface="Arial"/>
                <a:cs typeface="Arial"/>
              </a:defRPr>
            </a:lvl3pPr>
            <a:lvl4pPr algn="r">
              <a:defRPr sz="1125" b="0">
                <a:solidFill>
                  <a:srgbClr val="50646A"/>
                </a:solidFill>
                <a:latin typeface="Arial"/>
                <a:ea typeface="Arial"/>
                <a:cs typeface="Arial"/>
              </a:defRPr>
            </a:lvl4pPr>
            <a:lvl5pPr algn="r">
              <a:defRPr sz="1125" b="0">
                <a:solidFill>
                  <a:srgbClr val="50646A"/>
                </a:solidFill>
                <a:latin typeface="Arial"/>
                <a:ea typeface="Arial"/>
                <a:cs typeface="Arial"/>
              </a:defRPr>
            </a:lvl5pPr>
            <a:lvl6pPr algn="r">
              <a:defRPr sz="1125" b="0">
                <a:solidFill>
                  <a:srgbClr val="50646A"/>
                </a:solidFill>
                <a:latin typeface="Arial"/>
                <a:ea typeface="Arial"/>
                <a:cs typeface="Arial"/>
              </a:defRPr>
            </a:lvl6pPr>
            <a:lvl7pPr algn="r">
              <a:defRPr sz="1125" b="0">
                <a:solidFill>
                  <a:srgbClr val="50646A"/>
                </a:solidFill>
                <a:latin typeface="Arial"/>
                <a:ea typeface="Arial"/>
                <a:cs typeface="Arial"/>
              </a:defRPr>
            </a:lvl7pPr>
            <a:lvl8pPr algn="r">
              <a:defRPr sz="1125" b="0">
                <a:solidFill>
                  <a:srgbClr val="50646A"/>
                </a:solidFill>
                <a:latin typeface="Arial"/>
                <a:ea typeface="Arial"/>
                <a:cs typeface="Arial"/>
              </a:defRPr>
            </a:lvl8pPr>
            <a:lvl9pPr algn="r">
              <a:defRPr sz="1125" b="0">
                <a:solidFill>
                  <a:srgbClr val="50646A"/>
                </a:solidFill>
                <a:latin typeface="Arial"/>
                <a:ea typeface="Arial"/>
                <a:cs typeface="Arial"/>
              </a:defRPr>
            </a:lvl9pPr>
          </a:lstStyle>
          <a:p xmlns:a="http://schemas.openxmlformats.org/drawingml/2006/main">
            <a:pPr algn="r">
              <a:defRPr sz="1125" b="0">
                <a:solidFill>
                  <a:srgbClr val="50646A"/>
                </a:solidFill>
                <a:latin typeface="Arial"/>
                <a:ea typeface="Arial"/>
                <a:cs typeface="Arial"/>
              </a:defRPr>
            </a:pPr>
            <a:r>
              <a:rPr sz="1125" b="0">
                <a:solidFill>
                  <a:srgbClr val="50646A"/>
                </a:solidFill>
                <a:latin typeface="Arial"/>
                <a:ea typeface="Arial"/>
                <a:cs typeface="Arial"/>
              </a:rPr>
              <a:t>10</a:t>
            </a:r>
          </a:p>
        </p:txBody>
      </p:sp>
      <p:sp>
        <p:nvSpPr>
          <p:cNvPr id="3" name="diagram-App-Beiträge">
            <a:extLst xmlns:a="http://schemas.openxmlformats.org/drawingml/2006/main">
              <a:ext uri="{FF2B5EF4-FFF2-40B4-BE49-F238E27FC236}">
                <a16:creationId xmlns:a16="http://schemas.microsoft.com/office/drawing/2014/main" id="{38A1A10B-323B-4B25-9408-23488D03D71D}"/>
              </a:ext>
            </a:extLst>
          </p:cNvPr>
          <p:cNvSpPr>
            <a:spLocks xmlns:a="http://schemas.openxmlformats.org/drawingml/2006/main" noGrp="1"/>
          </p:cNvSpPr>
          <p:nvPr/>
        </p:nvSpPr>
        <p:spPr>
          <a:xfrm xmlns:a="http://schemas.openxmlformats.org/drawingml/2006/main">
            <a:off x="609600" y="2333625"/>
            <a:ext cx="2038350" cy="1143000"/>
          </a:xfrm>
          <a:prstGeom xmlns:a="http://schemas.openxmlformats.org/drawingml/2006/main" prst="rect">
            <a:avLst/>
          </a:prstGeom>
          <a:solidFill xmlns:a="http://schemas.openxmlformats.org/drawingml/2006/main">
            <a:srgbClr val="0B2F38"/>
          </a:solidFill>
          <a:ln xmlns:a="http://schemas.openxmlformats.org/drawingml/2006/main" w="14288">
            <a:solidFill>
              <a:srgbClr val="0B2F38"/>
            </a:solidFill>
          </a:ln>
        </p:spPr>
        <p:txBody>
          <a:bodyPr xmlns:a="http://schemas.openxmlformats.org/drawingml/2006/main" lIns="133350" tIns="133350" rIns="133350" bIns="133350" anchor="ctr">
            <a:noAutofit/>
          </a:bodyPr>
          <a:lstStyle xmlns:a="http://schemas.openxmlformats.org/drawingml/2006/main">
            <a:defPPr algn="ctr">
              <a:defRPr sz="1875">
                <a:solidFill>
                  <a:srgbClr val="FFFFFF"/>
                </a:solidFill>
                <a:latin typeface="Arial"/>
                <a:ea typeface="Arial"/>
                <a:cs typeface="Arial"/>
              </a:defRPr>
            </a:defPPr>
            <a:lvl1pPr algn="ctr">
              <a:defRPr sz="1875">
                <a:solidFill>
                  <a:srgbClr val="FFFFFF"/>
                </a:solidFill>
                <a:latin typeface="Arial"/>
                <a:ea typeface="Arial"/>
                <a:cs typeface="Arial"/>
              </a:defRPr>
            </a:lvl1pPr>
            <a:lvl2pPr algn="ctr">
              <a:defRPr sz="1875">
                <a:solidFill>
                  <a:srgbClr val="FFFFFF"/>
                </a:solidFill>
                <a:latin typeface="Arial"/>
                <a:ea typeface="Arial"/>
                <a:cs typeface="Arial"/>
              </a:defRPr>
            </a:lvl2pPr>
            <a:lvl3pPr algn="ctr">
              <a:defRPr sz="1875">
                <a:solidFill>
                  <a:srgbClr val="FFFFFF"/>
                </a:solidFill>
                <a:latin typeface="Arial"/>
                <a:ea typeface="Arial"/>
                <a:cs typeface="Arial"/>
              </a:defRPr>
            </a:lvl3pPr>
            <a:lvl4pPr algn="ctr">
              <a:defRPr sz="1875">
                <a:solidFill>
                  <a:srgbClr val="FFFFFF"/>
                </a:solidFill>
                <a:latin typeface="Arial"/>
                <a:ea typeface="Arial"/>
                <a:cs typeface="Arial"/>
              </a:defRPr>
            </a:lvl4pPr>
            <a:lvl5pPr algn="ctr">
              <a:defRPr sz="1875">
                <a:solidFill>
                  <a:srgbClr val="FFFFFF"/>
                </a:solidFill>
                <a:latin typeface="Arial"/>
                <a:ea typeface="Arial"/>
                <a:cs typeface="Arial"/>
              </a:defRPr>
            </a:lvl5pPr>
            <a:lvl6pPr algn="ctr">
              <a:defRPr sz="1875">
                <a:solidFill>
                  <a:srgbClr val="FFFFFF"/>
                </a:solidFill>
                <a:latin typeface="Arial"/>
                <a:ea typeface="Arial"/>
                <a:cs typeface="Arial"/>
              </a:defRPr>
            </a:lvl6pPr>
            <a:lvl7pPr algn="ctr">
              <a:defRPr sz="1875">
                <a:solidFill>
                  <a:srgbClr val="FFFFFF"/>
                </a:solidFill>
                <a:latin typeface="Arial"/>
                <a:ea typeface="Arial"/>
                <a:cs typeface="Arial"/>
              </a:defRPr>
            </a:lvl7pPr>
            <a:lvl8pPr algn="ctr">
              <a:defRPr sz="1875">
                <a:solidFill>
                  <a:srgbClr val="FFFFFF"/>
                </a:solidFill>
                <a:latin typeface="Arial"/>
                <a:ea typeface="Arial"/>
                <a:cs typeface="Arial"/>
              </a:defRPr>
            </a:lvl8pPr>
            <a:lvl9pPr algn="ctr">
              <a:defRPr sz="1875">
                <a:solidFill>
                  <a:srgbClr val="FFFFFF"/>
                </a:solidFill>
                <a:latin typeface="Arial"/>
                <a:ea typeface="Arial"/>
                <a:cs typeface="Arial"/>
              </a:defRPr>
            </a:lvl9pPr>
          </a:lstStyle>
          <a:p xmlns:a="http://schemas.openxmlformats.org/drawingml/2006/main">
            <a:pPr algn="ctr">
              <a:defRPr sz="1875">
                <a:solidFill>
                  <a:srgbClr val="FFFFFF"/>
                </a:solidFill>
                <a:latin typeface="Arial"/>
                <a:ea typeface="Arial"/>
                <a:cs typeface="Arial"/>
              </a:defRPr>
            </a:pPr>
            <a:r>
              <a:rPr sz="1875">
                <a:solidFill>
                  <a:srgbClr val="FFFFFF"/>
                </a:solidFill>
                <a:latin typeface="Arial"/>
                <a:ea typeface="Arial"/>
                <a:cs typeface="Arial"/>
              </a:rPr>
              <a:t>App-Beiträge</a:t>
            </a:r>
          </a:p>
        </p:txBody>
      </p:sp>
      <p:sp>
        <p:nvSpPr>
          <p:cNvPr id="4" name="diagram-Panoramax">
            <a:extLst xmlns:a="http://schemas.openxmlformats.org/drawingml/2006/main">
              <a:ext uri="{FF2B5EF4-FFF2-40B4-BE49-F238E27FC236}">
                <a16:creationId xmlns:a16="http://schemas.microsoft.com/office/drawing/2014/main" id="{18C7CA65-EDFD-4C56-BF23-38C284BEACD7}"/>
              </a:ext>
            </a:extLst>
          </p:cNvPr>
          <p:cNvSpPr>
            <a:spLocks xmlns:a="http://schemas.openxmlformats.org/drawingml/2006/main" noGrp="1"/>
          </p:cNvSpPr>
          <p:nvPr/>
        </p:nvSpPr>
        <p:spPr>
          <a:xfrm xmlns:a="http://schemas.openxmlformats.org/drawingml/2006/main">
            <a:off x="3333750" y="1619250"/>
            <a:ext cx="3190875" cy="1000125"/>
          </a:xfrm>
          <a:prstGeom xmlns:a="http://schemas.openxmlformats.org/drawingml/2006/main" prst="rect">
            <a:avLst/>
          </a:prstGeom>
          <a:solidFill xmlns:a="http://schemas.openxmlformats.org/drawingml/2006/main">
            <a:srgbClr val="FFFFFF"/>
          </a:solidFill>
          <a:ln xmlns:a="http://schemas.openxmlformats.org/drawingml/2006/main" w="14288">
            <a:solidFill>
              <a:srgbClr val="C9D3D2"/>
            </a:solidFill>
          </a:ln>
        </p:spPr>
        <p:txBody>
          <a:bodyPr xmlns:a="http://schemas.openxmlformats.org/drawingml/2006/main" lIns="133350" tIns="133350" rIns="133350" bIns="133350" anchor="ctr">
            <a:noAutofit/>
          </a:bodyPr>
          <a:lstStyle xmlns:a="http://schemas.openxmlformats.org/drawingml/2006/main">
            <a:defPPr algn="ctr">
              <a:defRPr sz="1875">
                <a:solidFill>
                  <a:srgbClr val="0B2F38"/>
                </a:solidFill>
                <a:latin typeface="Arial"/>
                <a:ea typeface="Arial"/>
                <a:cs typeface="Arial"/>
              </a:defRPr>
            </a:defPPr>
            <a:lvl1pPr algn="ctr">
              <a:defRPr sz="1875">
                <a:solidFill>
                  <a:srgbClr val="0B2F38"/>
                </a:solidFill>
                <a:latin typeface="Arial"/>
                <a:ea typeface="Arial"/>
                <a:cs typeface="Arial"/>
              </a:defRPr>
            </a:lvl1pPr>
            <a:lvl2pPr algn="ctr">
              <a:defRPr sz="1875">
                <a:solidFill>
                  <a:srgbClr val="0B2F38"/>
                </a:solidFill>
                <a:latin typeface="Arial"/>
                <a:ea typeface="Arial"/>
                <a:cs typeface="Arial"/>
              </a:defRPr>
            </a:lvl2pPr>
            <a:lvl3pPr algn="ctr">
              <a:defRPr sz="1875">
                <a:solidFill>
                  <a:srgbClr val="0B2F38"/>
                </a:solidFill>
                <a:latin typeface="Arial"/>
                <a:ea typeface="Arial"/>
                <a:cs typeface="Arial"/>
              </a:defRPr>
            </a:lvl3pPr>
            <a:lvl4pPr algn="ctr">
              <a:defRPr sz="1875">
                <a:solidFill>
                  <a:srgbClr val="0B2F38"/>
                </a:solidFill>
                <a:latin typeface="Arial"/>
                <a:ea typeface="Arial"/>
                <a:cs typeface="Arial"/>
              </a:defRPr>
            </a:lvl4pPr>
            <a:lvl5pPr algn="ctr">
              <a:defRPr sz="1875">
                <a:solidFill>
                  <a:srgbClr val="0B2F38"/>
                </a:solidFill>
                <a:latin typeface="Arial"/>
                <a:ea typeface="Arial"/>
                <a:cs typeface="Arial"/>
              </a:defRPr>
            </a:lvl5pPr>
            <a:lvl6pPr algn="ctr">
              <a:defRPr sz="1875">
                <a:solidFill>
                  <a:srgbClr val="0B2F38"/>
                </a:solidFill>
                <a:latin typeface="Arial"/>
                <a:ea typeface="Arial"/>
                <a:cs typeface="Arial"/>
              </a:defRPr>
            </a:lvl6pPr>
            <a:lvl7pPr algn="ctr">
              <a:defRPr sz="1875">
                <a:solidFill>
                  <a:srgbClr val="0B2F38"/>
                </a:solidFill>
                <a:latin typeface="Arial"/>
                <a:ea typeface="Arial"/>
                <a:cs typeface="Arial"/>
              </a:defRPr>
            </a:lvl7pPr>
            <a:lvl8pPr algn="ctr">
              <a:defRPr sz="1875">
                <a:solidFill>
                  <a:srgbClr val="0B2F38"/>
                </a:solidFill>
                <a:latin typeface="Arial"/>
                <a:ea typeface="Arial"/>
                <a:cs typeface="Arial"/>
              </a:defRPr>
            </a:lvl8pPr>
            <a:lvl9pPr algn="ctr">
              <a:defRPr sz="1875">
                <a:solidFill>
                  <a:srgbClr val="0B2F38"/>
                </a:solidFill>
                <a:latin typeface="Arial"/>
                <a:ea typeface="Arial"/>
                <a:cs typeface="Arial"/>
              </a:defRPr>
            </a:lvl9pPr>
          </a:lstStyle>
          <a:p xmlns:a="http://schemas.openxmlformats.org/drawingml/2006/main">
            <a:pPr algn="ctr">
              <a:defRPr sz="1875">
                <a:solidFill>
                  <a:srgbClr val="0B2F38"/>
                </a:solidFill>
                <a:latin typeface="Arial"/>
                <a:ea typeface="Arial"/>
                <a:cs typeface="Arial"/>
              </a:defRPr>
            </a:pPr>
            <a:r>
              <a:rPr sz="1875">
                <a:solidFill>
                  <a:srgbClr val="0B2F38"/>
                </a:solidFill>
                <a:latin typeface="Arial"/>
                <a:ea typeface="Arial"/>
                <a:cs typeface="Arial"/>
              </a:rPr>
              <a:t>Panoramax</a:t>
            </a:r>
          </a:p>
          <a:p xmlns:a="http://schemas.openxmlformats.org/drawingml/2006/main">
            <a:pPr algn="ctr">
              <a:defRPr sz="1875">
                <a:solidFill>
                  <a:srgbClr val="0B2F38"/>
                </a:solidFill>
                <a:latin typeface="Arial"/>
                <a:ea typeface="Arial"/>
                <a:cs typeface="Arial"/>
              </a:defRPr>
            </a:pPr>
            <a:r>
              <a:rPr sz="1875">
                <a:solidFill>
                  <a:srgbClr val="0B2F38"/>
                </a:solidFill>
                <a:latin typeface="Arial"/>
                <a:ea typeface="Arial"/>
                <a:cs typeface="Arial"/>
              </a:rPr>
              <a:t>Fotos + Annotationen</a:t>
            </a:r>
          </a:p>
        </p:txBody>
      </p:sp>
      <p:sp>
        <p:nvSpPr>
          <p:cNvPr id="5" name="diagram-Prolix + Server-OCR">
            <a:extLst xmlns:a="http://schemas.openxmlformats.org/drawingml/2006/main">
              <a:ext uri="{FF2B5EF4-FFF2-40B4-BE49-F238E27FC236}">
                <a16:creationId xmlns:a16="http://schemas.microsoft.com/office/drawing/2014/main" id="{5AB6B6CA-441A-4DCA-A546-510D88951FEC}"/>
              </a:ext>
            </a:extLst>
          </p:cNvPr>
          <p:cNvSpPr>
            <a:spLocks xmlns:a="http://schemas.openxmlformats.org/drawingml/2006/main" noGrp="1"/>
          </p:cNvSpPr>
          <p:nvPr/>
        </p:nvSpPr>
        <p:spPr>
          <a:xfrm xmlns:a="http://schemas.openxmlformats.org/drawingml/2006/main">
            <a:off x="7620000" y="1619250"/>
            <a:ext cx="3962400" cy="1000125"/>
          </a:xfrm>
          <a:prstGeom xmlns:a="http://schemas.openxmlformats.org/drawingml/2006/main" prst="rect">
            <a:avLst/>
          </a:prstGeom>
          <a:solidFill xmlns:a="http://schemas.openxmlformats.org/drawingml/2006/main">
            <a:srgbClr val="FFFFFF"/>
          </a:solidFill>
          <a:ln xmlns:a="http://schemas.openxmlformats.org/drawingml/2006/main" w="14288">
            <a:solidFill>
              <a:srgbClr val="C9D3D2"/>
            </a:solidFill>
          </a:ln>
        </p:spPr>
        <p:txBody>
          <a:bodyPr xmlns:a="http://schemas.openxmlformats.org/drawingml/2006/main" lIns="133350" tIns="133350" rIns="133350" bIns="133350" anchor="ctr">
            <a:noAutofit/>
          </a:bodyPr>
          <a:lstStyle xmlns:a="http://schemas.openxmlformats.org/drawingml/2006/main">
            <a:defPPr algn="ctr">
              <a:defRPr sz="1875">
                <a:solidFill>
                  <a:srgbClr val="0B2F38"/>
                </a:solidFill>
                <a:latin typeface="Arial"/>
                <a:ea typeface="Arial"/>
                <a:cs typeface="Arial"/>
              </a:defRPr>
            </a:defPPr>
            <a:lvl1pPr algn="ctr">
              <a:defRPr sz="1875">
                <a:solidFill>
                  <a:srgbClr val="0B2F38"/>
                </a:solidFill>
                <a:latin typeface="Arial"/>
                <a:ea typeface="Arial"/>
                <a:cs typeface="Arial"/>
              </a:defRPr>
            </a:lvl1pPr>
            <a:lvl2pPr algn="ctr">
              <a:defRPr sz="1875">
                <a:solidFill>
                  <a:srgbClr val="0B2F38"/>
                </a:solidFill>
                <a:latin typeface="Arial"/>
                <a:ea typeface="Arial"/>
                <a:cs typeface="Arial"/>
              </a:defRPr>
            </a:lvl2pPr>
            <a:lvl3pPr algn="ctr">
              <a:defRPr sz="1875">
                <a:solidFill>
                  <a:srgbClr val="0B2F38"/>
                </a:solidFill>
                <a:latin typeface="Arial"/>
                <a:ea typeface="Arial"/>
                <a:cs typeface="Arial"/>
              </a:defRPr>
            </a:lvl3pPr>
            <a:lvl4pPr algn="ctr">
              <a:defRPr sz="1875">
                <a:solidFill>
                  <a:srgbClr val="0B2F38"/>
                </a:solidFill>
                <a:latin typeface="Arial"/>
                <a:ea typeface="Arial"/>
                <a:cs typeface="Arial"/>
              </a:defRPr>
            </a:lvl4pPr>
            <a:lvl5pPr algn="ctr">
              <a:defRPr sz="1875">
                <a:solidFill>
                  <a:srgbClr val="0B2F38"/>
                </a:solidFill>
                <a:latin typeface="Arial"/>
                <a:ea typeface="Arial"/>
                <a:cs typeface="Arial"/>
              </a:defRPr>
            </a:lvl5pPr>
            <a:lvl6pPr algn="ctr">
              <a:defRPr sz="1875">
                <a:solidFill>
                  <a:srgbClr val="0B2F38"/>
                </a:solidFill>
                <a:latin typeface="Arial"/>
                <a:ea typeface="Arial"/>
                <a:cs typeface="Arial"/>
              </a:defRPr>
            </a:lvl6pPr>
            <a:lvl7pPr algn="ctr">
              <a:defRPr sz="1875">
                <a:solidFill>
                  <a:srgbClr val="0B2F38"/>
                </a:solidFill>
                <a:latin typeface="Arial"/>
                <a:ea typeface="Arial"/>
                <a:cs typeface="Arial"/>
              </a:defRPr>
            </a:lvl7pPr>
            <a:lvl8pPr algn="ctr">
              <a:defRPr sz="1875">
                <a:solidFill>
                  <a:srgbClr val="0B2F38"/>
                </a:solidFill>
                <a:latin typeface="Arial"/>
                <a:ea typeface="Arial"/>
                <a:cs typeface="Arial"/>
              </a:defRPr>
            </a:lvl8pPr>
            <a:lvl9pPr algn="ctr">
              <a:defRPr sz="1875">
                <a:solidFill>
                  <a:srgbClr val="0B2F38"/>
                </a:solidFill>
                <a:latin typeface="Arial"/>
                <a:ea typeface="Arial"/>
                <a:cs typeface="Arial"/>
              </a:defRPr>
            </a:lvl9pPr>
          </a:lstStyle>
          <a:p xmlns:a="http://schemas.openxmlformats.org/drawingml/2006/main">
            <a:pPr algn="ctr">
              <a:defRPr sz="1875">
                <a:solidFill>
                  <a:srgbClr val="0B2F38"/>
                </a:solidFill>
                <a:latin typeface="Arial"/>
                <a:ea typeface="Arial"/>
                <a:cs typeface="Arial"/>
              </a:defRPr>
            </a:pPr>
            <a:r>
              <a:rPr sz="1875">
                <a:solidFill>
                  <a:srgbClr val="0B2F38"/>
                </a:solidFill>
                <a:latin typeface="Arial"/>
                <a:ea typeface="Arial"/>
                <a:cs typeface="Arial"/>
              </a:rPr>
              <a:t>Prolix + Server-OCR</a:t>
            </a:r>
          </a:p>
          <a:p xmlns:a="http://schemas.openxmlformats.org/drawingml/2006/main">
            <a:pPr algn="ctr">
              <a:defRPr sz="1875">
                <a:solidFill>
                  <a:srgbClr val="0B2F38"/>
                </a:solidFill>
                <a:latin typeface="Arial"/>
                <a:ea typeface="Arial"/>
                <a:cs typeface="Arial"/>
              </a:defRPr>
            </a:pPr>
            <a:r>
              <a:rPr sz="1875">
                <a:solidFill>
                  <a:srgbClr val="0B2F38"/>
                </a:solidFill>
                <a:latin typeface="Arial"/>
                <a:ea typeface="Arial"/>
                <a:cs typeface="Arial"/>
              </a:rPr>
              <a:t>Modelle auf dem KI-Server</a:t>
            </a:r>
          </a:p>
        </p:txBody>
      </p:sp>
      <p:sp>
        <p:nvSpPr>
          <p:cNvPr id="6" name="diagram-Sichtungen / Crops">
            <a:extLst xmlns:a="http://schemas.openxmlformats.org/drawingml/2006/main">
              <a:ext uri="{FF2B5EF4-FFF2-40B4-BE49-F238E27FC236}">
                <a16:creationId xmlns:a16="http://schemas.microsoft.com/office/drawing/2014/main" id="{BA39C302-3797-476F-A282-88E12092BFCC}"/>
              </a:ext>
            </a:extLst>
          </p:cNvPr>
          <p:cNvSpPr>
            <a:spLocks xmlns:a="http://schemas.openxmlformats.org/drawingml/2006/main" noGrp="1"/>
          </p:cNvSpPr>
          <p:nvPr/>
        </p:nvSpPr>
        <p:spPr>
          <a:xfrm xmlns:a="http://schemas.openxmlformats.org/drawingml/2006/main">
            <a:off x="3333750" y="3314700"/>
            <a:ext cx="3190875" cy="1000125"/>
          </a:xfrm>
          <a:prstGeom xmlns:a="http://schemas.openxmlformats.org/drawingml/2006/main" prst="rect">
            <a:avLst/>
          </a:prstGeom>
          <a:solidFill xmlns:a="http://schemas.openxmlformats.org/drawingml/2006/main">
            <a:srgbClr val="FFFFFF"/>
          </a:solidFill>
          <a:ln xmlns:a="http://schemas.openxmlformats.org/drawingml/2006/main" w="14288">
            <a:solidFill>
              <a:srgbClr val="C9D3D2"/>
            </a:solidFill>
          </a:ln>
        </p:spPr>
        <p:txBody>
          <a:bodyPr xmlns:a="http://schemas.openxmlformats.org/drawingml/2006/main" lIns="133350" tIns="133350" rIns="133350" bIns="133350" anchor="ctr">
            <a:noAutofit/>
          </a:bodyPr>
          <a:lstStyle xmlns:a="http://schemas.openxmlformats.org/drawingml/2006/main">
            <a:defPPr algn="ctr">
              <a:defRPr sz="1875">
                <a:solidFill>
                  <a:srgbClr val="0B2F38"/>
                </a:solidFill>
                <a:latin typeface="Arial"/>
                <a:ea typeface="Arial"/>
                <a:cs typeface="Arial"/>
              </a:defRPr>
            </a:defPPr>
            <a:lvl1pPr algn="ctr">
              <a:defRPr sz="1875">
                <a:solidFill>
                  <a:srgbClr val="0B2F38"/>
                </a:solidFill>
                <a:latin typeface="Arial"/>
                <a:ea typeface="Arial"/>
                <a:cs typeface="Arial"/>
              </a:defRPr>
            </a:lvl1pPr>
            <a:lvl2pPr algn="ctr">
              <a:defRPr sz="1875">
                <a:solidFill>
                  <a:srgbClr val="0B2F38"/>
                </a:solidFill>
                <a:latin typeface="Arial"/>
                <a:ea typeface="Arial"/>
                <a:cs typeface="Arial"/>
              </a:defRPr>
            </a:lvl2pPr>
            <a:lvl3pPr algn="ctr">
              <a:defRPr sz="1875">
                <a:solidFill>
                  <a:srgbClr val="0B2F38"/>
                </a:solidFill>
                <a:latin typeface="Arial"/>
                <a:ea typeface="Arial"/>
                <a:cs typeface="Arial"/>
              </a:defRPr>
            </a:lvl3pPr>
            <a:lvl4pPr algn="ctr">
              <a:defRPr sz="1875">
                <a:solidFill>
                  <a:srgbClr val="0B2F38"/>
                </a:solidFill>
                <a:latin typeface="Arial"/>
                <a:ea typeface="Arial"/>
                <a:cs typeface="Arial"/>
              </a:defRPr>
            </a:lvl4pPr>
            <a:lvl5pPr algn="ctr">
              <a:defRPr sz="1875">
                <a:solidFill>
                  <a:srgbClr val="0B2F38"/>
                </a:solidFill>
                <a:latin typeface="Arial"/>
                <a:ea typeface="Arial"/>
                <a:cs typeface="Arial"/>
              </a:defRPr>
            </a:lvl5pPr>
            <a:lvl6pPr algn="ctr">
              <a:defRPr sz="1875">
                <a:solidFill>
                  <a:srgbClr val="0B2F38"/>
                </a:solidFill>
                <a:latin typeface="Arial"/>
                <a:ea typeface="Arial"/>
                <a:cs typeface="Arial"/>
              </a:defRPr>
            </a:lvl6pPr>
            <a:lvl7pPr algn="ctr">
              <a:defRPr sz="1875">
                <a:solidFill>
                  <a:srgbClr val="0B2F38"/>
                </a:solidFill>
                <a:latin typeface="Arial"/>
                <a:ea typeface="Arial"/>
                <a:cs typeface="Arial"/>
              </a:defRPr>
            </a:lvl7pPr>
            <a:lvl8pPr algn="ctr">
              <a:defRPr sz="1875">
                <a:solidFill>
                  <a:srgbClr val="0B2F38"/>
                </a:solidFill>
                <a:latin typeface="Arial"/>
                <a:ea typeface="Arial"/>
                <a:cs typeface="Arial"/>
              </a:defRPr>
            </a:lvl8pPr>
            <a:lvl9pPr algn="ctr">
              <a:defRPr sz="1875">
                <a:solidFill>
                  <a:srgbClr val="0B2F38"/>
                </a:solidFill>
                <a:latin typeface="Arial"/>
                <a:ea typeface="Arial"/>
                <a:cs typeface="Arial"/>
              </a:defRPr>
            </a:lvl9pPr>
          </a:lstStyle>
          <a:p xmlns:a="http://schemas.openxmlformats.org/drawingml/2006/main">
            <a:pPr algn="ctr">
              <a:defRPr sz="1875">
                <a:solidFill>
                  <a:srgbClr val="0B2F38"/>
                </a:solidFill>
                <a:latin typeface="Arial"/>
                <a:ea typeface="Arial"/>
                <a:cs typeface="Arial"/>
              </a:defRPr>
            </a:pPr>
            <a:r>
              <a:rPr sz="1875">
                <a:solidFill>
                  <a:srgbClr val="0B2F38"/>
                </a:solidFill>
                <a:latin typeface="Arial"/>
                <a:ea typeface="Arial"/>
                <a:cs typeface="Arial"/>
              </a:rPr>
              <a:t>Sichtungen / Crops</a:t>
            </a:r>
          </a:p>
          <a:p xmlns:a="http://schemas.openxmlformats.org/drawingml/2006/main">
            <a:pPr algn="ctr">
              <a:defRPr sz="1875">
                <a:solidFill>
                  <a:srgbClr val="0B2F38"/>
                </a:solidFill>
                <a:latin typeface="Arial"/>
                <a:ea typeface="Arial"/>
                <a:cs typeface="Arial"/>
              </a:defRPr>
            </a:pPr>
            <a:r>
              <a:rPr sz="1875">
                <a:solidFill>
                  <a:srgbClr val="0B2F38"/>
                </a:solidFill>
                <a:latin typeface="Arial"/>
                <a:ea typeface="Arial"/>
                <a:cs typeface="Arial"/>
              </a:rPr>
              <a:t>YouSpeed PostGIS</a:t>
            </a:r>
          </a:p>
        </p:txBody>
      </p:sp>
      <p:sp>
        <p:nvSpPr>
          <p:cNvPr id="7" name="diagram-Inspector">
            <a:extLst xmlns:a="http://schemas.openxmlformats.org/drawingml/2006/main">
              <a:ext uri="{FF2B5EF4-FFF2-40B4-BE49-F238E27FC236}">
                <a16:creationId xmlns:a16="http://schemas.microsoft.com/office/drawing/2014/main" id="{9EE2452D-506B-45B5-947D-1CD86430FB22}"/>
              </a:ext>
            </a:extLst>
          </p:cNvPr>
          <p:cNvSpPr>
            <a:spLocks xmlns:a="http://schemas.openxmlformats.org/drawingml/2006/main" noGrp="1"/>
          </p:cNvSpPr>
          <p:nvPr/>
        </p:nvSpPr>
        <p:spPr>
          <a:xfrm xmlns:a="http://schemas.openxmlformats.org/drawingml/2006/main">
            <a:off x="7620000" y="3314700"/>
            <a:ext cx="3962400" cy="1000125"/>
          </a:xfrm>
          <a:prstGeom xmlns:a="http://schemas.openxmlformats.org/drawingml/2006/main" prst="rect">
            <a:avLst/>
          </a:prstGeom>
          <a:solidFill xmlns:a="http://schemas.openxmlformats.org/drawingml/2006/main">
            <a:srgbClr val="FFFFFF"/>
          </a:solidFill>
          <a:ln xmlns:a="http://schemas.openxmlformats.org/drawingml/2006/main" w="14288">
            <a:solidFill>
              <a:srgbClr val="C9D3D2"/>
            </a:solidFill>
          </a:ln>
        </p:spPr>
        <p:txBody>
          <a:bodyPr xmlns:a="http://schemas.openxmlformats.org/drawingml/2006/main" lIns="133350" tIns="133350" rIns="133350" bIns="133350" anchor="ctr">
            <a:noAutofit/>
          </a:bodyPr>
          <a:lstStyle xmlns:a="http://schemas.openxmlformats.org/drawingml/2006/main">
            <a:defPPr algn="ctr">
              <a:defRPr sz="1875">
                <a:solidFill>
                  <a:srgbClr val="0B2F38"/>
                </a:solidFill>
                <a:latin typeface="Arial"/>
                <a:ea typeface="Arial"/>
                <a:cs typeface="Arial"/>
              </a:defRPr>
            </a:defPPr>
            <a:lvl1pPr algn="ctr">
              <a:defRPr sz="1875">
                <a:solidFill>
                  <a:srgbClr val="0B2F38"/>
                </a:solidFill>
                <a:latin typeface="Arial"/>
                <a:ea typeface="Arial"/>
                <a:cs typeface="Arial"/>
              </a:defRPr>
            </a:lvl1pPr>
            <a:lvl2pPr algn="ctr">
              <a:defRPr sz="1875">
                <a:solidFill>
                  <a:srgbClr val="0B2F38"/>
                </a:solidFill>
                <a:latin typeface="Arial"/>
                <a:ea typeface="Arial"/>
                <a:cs typeface="Arial"/>
              </a:defRPr>
            </a:lvl2pPr>
            <a:lvl3pPr algn="ctr">
              <a:defRPr sz="1875">
                <a:solidFill>
                  <a:srgbClr val="0B2F38"/>
                </a:solidFill>
                <a:latin typeface="Arial"/>
                <a:ea typeface="Arial"/>
                <a:cs typeface="Arial"/>
              </a:defRPr>
            </a:lvl3pPr>
            <a:lvl4pPr algn="ctr">
              <a:defRPr sz="1875">
                <a:solidFill>
                  <a:srgbClr val="0B2F38"/>
                </a:solidFill>
                <a:latin typeface="Arial"/>
                <a:ea typeface="Arial"/>
                <a:cs typeface="Arial"/>
              </a:defRPr>
            </a:lvl4pPr>
            <a:lvl5pPr algn="ctr">
              <a:defRPr sz="1875">
                <a:solidFill>
                  <a:srgbClr val="0B2F38"/>
                </a:solidFill>
                <a:latin typeface="Arial"/>
                <a:ea typeface="Arial"/>
                <a:cs typeface="Arial"/>
              </a:defRPr>
            </a:lvl5pPr>
            <a:lvl6pPr algn="ctr">
              <a:defRPr sz="1875">
                <a:solidFill>
                  <a:srgbClr val="0B2F38"/>
                </a:solidFill>
                <a:latin typeface="Arial"/>
                <a:ea typeface="Arial"/>
                <a:cs typeface="Arial"/>
              </a:defRPr>
            </a:lvl6pPr>
            <a:lvl7pPr algn="ctr">
              <a:defRPr sz="1875">
                <a:solidFill>
                  <a:srgbClr val="0B2F38"/>
                </a:solidFill>
                <a:latin typeface="Arial"/>
                <a:ea typeface="Arial"/>
                <a:cs typeface="Arial"/>
              </a:defRPr>
            </a:lvl7pPr>
            <a:lvl8pPr algn="ctr">
              <a:defRPr sz="1875">
                <a:solidFill>
                  <a:srgbClr val="0B2F38"/>
                </a:solidFill>
                <a:latin typeface="Arial"/>
                <a:ea typeface="Arial"/>
                <a:cs typeface="Arial"/>
              </a:defRPr>
            </a:lvl8pPr>
            <a:lvl9pPr algn="ctr">
              <a:defRPr sz="1875">
                <a:solidFill>
                  <a:srgbClr val="0B2F38"/>
                </a:solidFill>
                <a:latin typeface="Arial"/>
                <a:ea typeface="Arial"/>
                <a:cs typeface="Arial"/>
              </a:defRPr>
            </a:lvl9pPr>
          </a:lstStyle>
          <a:p xmlns:a="http://schemas.openxmlformats.org/drawingml/2006/main">
            <a:pPr algn="ctr">
              <a:defRPr sz="1875">
                <a:solidFill>
                  <a:srgbClr val="0B2F38"/>
                </a:solidFill>
                <a:latin typeface="Arial"/>
                <a:ea typeface="Arial"/>
                <a:cs typeface="Arial"/>
              </a:defRPr>
            </a:pPr>
            <a:r>
              <a:rPr sz="1875">
                <a:solidFill>
                  <a:srgbClr val="0B2F38"/>
                </a:solidFill>
                <a:latin typeface="Arial"/>
                <a:ea typeface="Arial"/>
                <a:cs typeface="Arial"/>
              </a:rPr>
              <a:t>Inspector</a:t>
            </a:r>
          </a:p>
          <a:p xmlns:a="http://schemas.openxmlformats.org/drawingml/2006/main">
            <a:pPr algn="ctr">
              <a:defRPr sz="1875">
                <a:solidFill>
                  <a:srgbClr val="0B2F38"/>
                </a:solidFill>
                <a:latin typeface="Arial"/>
                <a:ea typeface="Arial"/>
                <a:cs typeface="Arial"/>
              </a:defRPr>
            </a:pPr>
            <a:r>
              <a:rPr sz="1875">
                <a:solidFill>
                  <a:srgbClr val="0B2F38"/>
                </a:solidFill>
                <a:latin typeface="Arial"/>
                <a:ea typeface="Arial"/>
                <a:cs typeface="Arial"/>
              </a:rPr>
              <a:t>Menschliche Prüfung</a:t>
            </a:r>
          </a:p>
        </p:txBody>
      </p:sp>
      <p:sp>
        <p:nvSpPr>
          <p:cNvPr id="8" name="diagram-OSM-Vorschlag → Editor → bewusst veröffentlichter Changeset">
            <a:extLst xmlns:a="http://schemas.openxmlformats.org/drawingml/2006/main">
              <a:ext uri="{FF2B5EF4-FFF2-40B4-BE49-F238E27FC236}">
                <a16:creationId xmlns:a16="http://schemas.microsoft.com/office/drawing/2014/main" id="{90C6DD39-07CC-480E-BB3F-EDF59D699A42}"/>
              </a:ext>
            </a:extLst>
          </p:cNvPr>
          <p:cNvSpPr>
            <a:spLocks xmlns:a="http://schemas.openxmlformats.org/drawingml/2006/main" noGrp="1"/>
          </p:cNvSpPr>
          <p:nvPr/>
        </p:nvSpPr>
        <p:spPr>
          <a:xfrm xmlns:a="http://schemas.openxmlformats.org/drawingml/2006/main">
            <a:off x="1524000" y="5048250"/>
            <a:ext cx="10058400" cy="628650"/>
          </a:xfrm>
          <a:prstGeom xmlns:a="http://schemas.openxmlformats.org/drawingml/2006/main" prst="rect">
            <a:avLst/>
          </a:prstGeom>
          <a:solidFill xmlns:a="http://schemas.openxmlformats.org/drawingml/2006/main">
            <a:srgbClr val="0B2F38"/>
          </a:solidFill>
          <a:ln xmlns:a="http://schemas.openxmlformats.org/drawingml/2006/main" w="14288">
            <a:solidFill>
              <a:srgbClr val="0B2F38"/>
            </a:solidFill>
          </a:ln>
        </p:spPr>
        <p:txBody>
          <a:bodyPr xmlns:a="http://schemas.openxmlformats.org/drawingml/2006/main" lIns="133350" tIns="133350" rIns="133350" bIns="133350" anchor="ctr">
            <a:noAutofit/>
          </a:bodyPr>
          <a:lstStyle xmlns:a="http://schemas.openxmlformats.org/drawingml/2006/main">
            <a:defPPr algn="ctr">
              <a:defRPr sz="1875">
                <a:solidFill>
                  <a:srgbClr val="FFFFFF"/>
                </a:solidFill>
                <a:latin typeface="Arial"/>
                <a:ea typeface="Arial"/>
                <a:cs typeface="Arial"/>
              </a:defRPr>
            </a:defPPr>
            <a:lvl1pPr algn="ctr">
              <a:defRPr sz="1875">
                <a:solidFill>
                  <a:srgbClr val="FFFFFF"/>
                </a:solidFill>
                <a:latin typeface="Arial"/>
                <a:ea typeface="Arial"/>
                <a:cs typeface="Arial"/>
              </a:defRPr>
            </a:lvl1pPr>
            <a:lvl2pPr algn="ctr">
              <a:defRPr sz="1875">
                <a:solidFill>
                  <a:srgbClr val="FFFFFF"/>
                </a:solidFill>
                <a:latin typeface="Arial"/>
                <a:ea typeface="Arial"/>
                <a:cs typeface="Arial"/>
              </a:defRPr>
            </a:lvl2pPr>
            <a:lvl3pPr algn="ctr">
              <a:defRPr sz="1875">
                <a:solidFill>
                  <a:srgbClr val="FFFFFF"/>
                </a:solidFill>
                <a:latin typeface="Arial"/>
                <a:ea typeface="Arial"/>
                <a:cs typeface="Arial"/>
              </a:defRPr>
            </a:lvl3pPr>
            <a:lvl4pPr algn="ctr">
              <a:defRPr sz="1875">
                <a:solidFill>
                  <a:srgbClr val="FFFFFF"/>
                </a:solidFill>
                <a:latin typeface="Arial"/>
                <a:ea typeface="Arial"/>
                <a:cs typeface="Arial"/>
              </a:defRPr>
            </a:lvl4pPr>
            <a:lvl5pPr algn="ctr">
              <a:defRPr sz="1875">
                <a:solidFill>
                  <a:srgbClr val="FFFFFF"/>
                </a:solidFill>
                <a:latin typeface="Arial"/>
                <a:ea typeface="Arial"/>
                <a:cs typeface="Arial"/>
              </a:defRPr>
            </a:lvl5pPr>
            <a:lvl6pPr algn="ctr">
              <a:defRPr sz="1875">
                <a:solidFill>
                  <a:srgbClr val="FFFFFF"/>
                </a:solidFill>
                <a:latin typeface="Arial"/>
                <a:ea typeface="Arial"/>
                <a:cs typeface="Arial"/>
              </a:defRPr>
            </a:lvl6pPr>
            <a:lvl7pPr algn="ctr">
              <a:defRPr sz="1875">
                <a:solidFill>
                  <a:srgbClr val="FFFFFF"/>
                </a:solidFill>
                <a:latin typeface="Arial"/>
                <a:ea typeface="Arial"/>
                <a:cs typeface="Arial"/>
              </a:defRPr>
            </a:lvl7pPr>
            <a:lvl8pPr algn="ctr">
              <a:defRPr sz="1875">
                <a:solidFill>
                  <a:srgbClr val="FFFFFF"/>
                </a:solidFill>
                <a:latin typeface="Arial"/>
                <a:ea typeface="Arial"/>
                <a:cs typeface="Arial"/>
              </a:defRPr>
            </a:lvl8pPr>
            <a:lvl9pPr algn="ctr">
              <a:defRPr sz="1875">
                <a:solidFill>
                  <a:srgbClr val="FFFFFF"/>
                </a:solidFill>
                <a:latin typeface="Arial"/>
                <a:ea typeface="Arial"/>
                <a:cs typeface="Arial"/>
              </a:defRPr>
            </a:lvl9pPr>
          </a:lstStyle>
          <a:p xmlns:a="http://schemas.openxmlformats.org/drawingml/2006/main">
            <a:pPr algn="ctr">
              <a:defRPr sz="1875">
                <a:solidFill>
                  <a:srgbClr val="FFFFFF"/>
                </a:solidFill>
                <a:latin typeface="Arial"/>
                <a:ea typeface="Arial"/>
                <a:cs typeface="Arial"/>
              </a:defRPr>
            </a:pPr>
            <a:r>
              <a:rPr sz="1875">
                <a:solidFill>
                  <a:srgbClr val="FFFFFF"/>
                </a:solidFill>
                <a:latin typeface="Arial"/>
                <a:ea typeface="Arial"/>
                <a:cs typeface="Arial"/>
              </a:rPr>
              <a:t>OSM-Vorschlag → Editor → bewusst veröffentlichter Changeset</a:t>
            </a:r>
          </a:p>
        </p:txBody>
      </p:sp>
      <p:sp>
        <p:nvSpPr>
          <p:cNvPr id="15" name="text-14">
            <a:extLst xmlns:a="http://schemas.openxmlformats.org/drawingml/2006/main">
              <a:ext uri="{FF2B5EF4-FFF2-40B4-BE49-F238E27FC236}">
                <a16:creationId xmlns:a16="http://schemas.microsoft.com/office/drawing/2014/main" id="{302C616D-C9FC-4DA2-8D30-4758C898EF52}"/>
              </a:ext>
            </a:extLst>
          </p:cNvPr>
          <p:cNvSpPr>
            <a:spLocks xmlns:a="http://schemas.openxmlformats.org/drawingml/2006/main" noGrp="1"/>
          </p:cNvSpPr>
          <p:nvPr/>
        </p:nvSpPr>
        <p:spPr>
          <a:xfrm xmlns:a="http://schemas.openxmlformats.org/drawingml/2006/main">
            <a:off x="609600" y="590550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0646A"/>
                </a:solidFill>
                <a:latin typeface="Arial"/>
                <a:ea typeface="Arial"/>
                <a:cs typeface="Arial"/>
              </a:defRPr>
            </a:defPPr>
            <a:lvl1pPr algn="l">
              <a:defRPr sz="1575" b="0">
                <a:solidFill>
                  <a:srgbClr val="50646A"/>
                </a:solidFill>
                <a:latin typeface="Arial"/>
                <a:ea typeface="Arial"/>
                <a:cs typeface="Arial"/>
              </a:defRPr>
            </a:lvl1pPr>
            <a:lvl2pPr algn="l">
              <a:defRPr sz="1575" b="0">
                <a:solidFill>
                  <a:srgbClr val="50646A"/>
                </a:solidFill>
                <a:latin typeface="Arial"/>
                <a:ea typeface="Arial"/>
                <a:cs typeface="Arial"/>
              </a:defRPr>
            </a:lvl2pPr>
            <a:lvl3pPr algn="l">
              <a:defRPr sz="1575" b="0">
                <a:solidFill>
                  <a:srgbClr val="50646A"/>
                </a:solidFill>
                <a:latin typeface="Arial"/>
                <a:ea typeface="Arial"/>
                <a:cs typeface="Arial"/>
              </a:defRPr>
            </a:lvl3pPr>
            <a:lvl4pPr algn="l">
              <a:defRPr sz="1575" b="0">
                <a:solidFill>
                  <a:srgbClr val="50646A"/>
                </a:solidFill>
                <a:latin typeface="Arial"/>
                <a:ea typeface="Arial"/>
                <a:cs typeface="Arial"/>
              </a:defRPr>
            </a:lvl4pPr>
            <a:lvl5pPr algn="l">
              <a:defRPr sz="1575" b="0">
                <a:solidFill>
                  <a:srgbClr val="50646A"/>
                </a:solidFill>
                <a:latin typeface="Arial"/>
                <a:ea typeface="Arial"/>
                <a:cs typeface="Arial"/>
              </a:defRPr>
            </a:lvl5pPr>
            <a:lvl6pPr algn="l">
              <a:defRPr sz="1575" b="0">
                <a:solidFill>
                  <a:srgbClr val="50646A"/>
                </a:solidFill>
                <a:latin typeface="Arial"/>
                <a:ea typeface="Arial"/>
                <a:cs typeface="Arial"/>
              </a:defRPr>
            </a:lvl6pPr>
            <a:lvl7pPr algn="l">
              <a:defRPr sz="1575" b="0">
                <a:solidFill>
                  <a:srgbClr val="50646A"/>
                </a:solidFill>
                <a:latin typeface="Arial"/>
                <a:ea typeface="Arial"/>
                <a:cs typeface="Arial"/>
              </a:defRPr>
            </a:lvl7pPr>
            <a:lvl8pPr algn="l">
              <a:defRPr sz="1575" b="0">
                <a:solidFill>
                  <a:srgbClr val="50646A"/>
                </a:solidFill>
                <a:latin typeface="Arial"/>
                <a:ea typeface="Arial"/>
                <a:cs typeface="Arial"/>
              </a:defRPr>
            </a:lvl8pPr>
            <a:lvl9pPr algn="l">
              <a:defRPr sz="1575" b="0">
                <a:solidFill>
                  <a:srgbClr val="50646A"/>
                </a:solidFill>
                <a:latin typeface="Arial"/>
                <a:ea typeface="Arial"/>
                <a:cs typeface="Arial"/>
              </a:defRPr>
            </a:lvl9pPr>
          </a:lstStyle>
          <a:p xmlns:a="http://schemas.openxmlformats.org/drawingml/2006/main">
            <a:pPr algn="l">
              <a:defRPr sz="1575" b="0">
                <a:solidFill>
                  <a:srgbClr val="50646A"/>
                </a:solidFill>
                <a:latin typeface="Arial"/>
                <a:ea typeface="Arial"/>
                <a:cs typeface="Arial"/>
              </a:defRPr>
            </a:pPr>
            <a:r>
              <a:rPr sz="1575" b="0">
                <a:solidFill>
                  <a:srgbClr val="50646A"/>
                </a:solidFill>
                <a:latin typeface="Arial"/>
                <a:ea typeface="Arial"/>
                <a:cs typeface="Arial"/>
              </a:rPr>
              <a:t>Projektziel: bessere OSM-Daten durch bewusst geprüfte und veröffentlichte Beiträge</a:t>
            </a:r>
          </a:p>
        </p:txBody>
      </p:sp>
    </p:spTree>
    <p:extLst>
      <p:ext uri="{BB962C8B-B14F-4D97-AF65-F5344CB8AC3E}">
        <p14:creationId xmlns:p14="http://schemas.microsoft.com/office/powerpoint/2010/main" val="1216409012"/>
      </p:ext>
    </p:extLst>
  </p:cSld>
</p:sld>
</file>

<file path=ppt/slides/slide11.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E03F57F0-7377-460A-861E-5FF89EC05F2B}"/>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B2F38"/>
                </a:solidFill>
                <a:latin typeface="Arial"/>
                <a:ea typeface="Arial"/>
                <a:cs typeface="Arial"/>
              </a:defRPr>
            </a:defPPr>
            <a:lvl1pPr algn="l">
              <a:defRPr sz="3300" b="1">
                <a:solidFill>
                  <a:srgbClr val="0B2F38"/>
                </a:solidFill>
                <a:latin typeface="Arial"/>
                <a:ea typeface="Arial"/>
                <a:cs typeface="Arial"/>
              </a:defRPr>
            </a:lvl1pPr>
            <a:lvl2pPr algn="l">
              <a:defRPr sz="3300" b="1">
                <a:solidFill>
                  <a:srgbClr val="0B2F38"/>
                </a:solidFill>
                <a:latin typeface="Arial"/>
                <a:ea typeface="Arial"/>
                <a:cs typeface="Arial"/>
              </a:defRPr>
            </a:lvl2pPr>
            <a:lvl3pPr algn="l">
              <a:defRPr sz="3300" b="1">
                <a:solidFill>
                  <a:srgbClr val="0B2F38"/>
                </a:solidFill>
                <a:latin typeface="Arial"/>
                <a:ea typeface="Arial"/>
                <a:cs typeface="Arial"/>
              </a:defRPr>
            </a:lvl3pPr>
            <a:lvl4pPr algn="l">
              <a:defRPr sz="3300" b="1">
                <a:solidFill>
                  <a:srgbClr val="0B2F38"/>
                </a:solidFill>
                <a:latin typeface="Arial"/>
                <a:ea typeface="Arial"/>
                <a:cs typeface="Arial"/>
              </a:defRPr>
            </a:lvl4pPr>
            <a:lvl5pPr algn="l">
              <a:defRPr sz="3300" b="1">
                <a:solidFill>
                  <a:srgbClr val="0B2F38"/>
                </a:solidFill>
                <a:latin typeface="Arial"/>
                <a:ea typeface="Arial"/>
                <a:cs typeface="Arial"/>
              </a:defRPr>
            </a:lvl5pPr>
            <a:lvl6pPr algn="l">
              <a:defRPr sz="3300" b="1">
                <a:solidFill>
                  <a:srgbClr val="0B2F38"/>
                </a:solidFill>
                <a:latin typeface="Arial"/>
                <a:ea typeface="Arial"/>
                <a:cs typeface="Arial"/>
              </a:defRPr>
            </a:lvl6pPr>
            <a:lvl7pPr algn="l">
              <a:defRPr sz="3300" b="1">
                <a:solidFill>
                  <a:srgbClr val="0B2F38"/>
                </a:solidFill>
                <a:latin typeface="Arial"/>
                <a:ea typeface="Arial"/>
                <a:cs typeface="Arial"/>
              </a:defRPr>
            </a:lvl7pPr>
            <a:lvl8pPr algn="l">
              <a:defRPr sz="3300" b="1">
                <a:solidFill>
                  <a:srgbClr val="0B2F38"/>
                </a:solidFill>
                <a:latin typeface="Arial"/>
                <a:ea typeface="Arial"/>
                <a:cs typeface="Arial"/>
              </a:defRPr>
            </a:lvl8pPr>
            <a:lvl9pPr algn="l">
              <a:defRPr sz="3300" b="1">
                <a:solidFill>
                  <a:srgbClr val="0B2F38"/>
                </a:solidFill>
                <a:latin typeface="Arial"/>
                <a:ea typeface="Arial"/>
                <a:cs typeface="Arial"/>
              </a:defRPr>
            </a:lvl9pPr>
          </a:lstStyle>
          <a:p xmlns:a="http://schemas.openxmlformats.org/drawingml/2006/main">
            <a:pPr algn="l">
              <a:defRPr sz="3300" b="1">
                <a:solidFill>
                  <a:srgbClr val="0B2F38"/>
                </a:solidFill>
                <a:latin typeface="Arial"/>
                <a:ea typeface="Arial"/>
                <a:cs typeface="Arial"/>
              </a:defRPr>
            </a:pPr>
            <a:r>
              <a:rPr sz="3300" b="1">
                <a:solidFill>
                  <a:srgbClr val="0B2F38"/>
                </a:solidFill>
                <a:latin typeface="Arial"/>
                <a:ea typeface="Arial"/>
                <a:cs typeface="Arial"/>
              </a:rPr>
              <a:t>iPhone und Android</a:t>
            </a:r>
          </a:p>
        </p:txBody>
      </p:sp>
      <p:sp>
        <p:nvSpPr>
          <p:cNvPr id="2" name="text-1">
            <a:extLst xmlns:a="http://schemas.openxmlformats.org/drawingml/2006/main">
              <a:ext uri="{FF2B5EF4-FFF2-40B4-BE49-F238E27FC236}">
                <a16:creationId xmlns:a16="http://schemas.microsoft.com/office/drawing/2014/main" id="{ED9C9448-A5E1-4A4C-868E-8C3FAEA8F054}"/>
              </a:ext>
            </a:extLst>
          </p:cNvPr>
          <p:cNvSpPr>
            <a:spLocks xmlns:a="http://schemas.openxmlformats.org/drawingml/2006/main" noGrp="1"/>
          </p:cNvSpPr>
          <p:nvPr/>
        </p:nvSpPr>
        <p:spPr>
          <a:xfrm xmlns:a="http://schemas.openxmlformats.org/drawingml/2006/main">
            <a:off x="11144250" y="6477000"/>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defRPr sz="1125" b="0">
                <a:solidFill>
                  <a:srgbClr val="50646A"/>
                </a:solidFill>
                <a:latin typeface="Arial"/>
                <a:ea typeface="Arial"/>
                <a:cs typeface="Arial"/>
              </a:defRPr>
            </a:lvl1pPr>
            <a:lvl2pPr algn="r">
              <a:defRPr sz="1125" b="0">
                <a:solidFill>
                  <a:srgbClr val="50646A"/>
                </a:solidFill>
                <a:latin typeface="Arial"/>
                <a:ea typeface="Arial"/>
                <a:cs typeface="Arial"/>
              </a:defRPr>
            </a:lvl2pPr>
            <a:lvl3pPr algn="r">
              <a:defRPr sz="1125" b="0">
                <a:solidFill>
                  <a:srgbClr val="50646A"/>
                </a:solidFill>
                <a:latin typeface="Arial"/>
                <a:ea typeface="Arial"/>
                <a:cs typeface="Arial"/>
              </a:defRPr>
            </a:lvl3pPr>
            <a:lvl4pPr algn="r">
              <a:defRPr sz="1125" b="0">
                <a:solidFill>
                  <a:srgbClr val="50646A"/>
                </a:solidFill>
                <a:latin typeface="Arial"/>
                <a:ea typeface="Arial"/>
                <a:cs typeface="Arial"/>
              </a:defRPr>
            </a:lvl4pPr>
            <a:lvl5pPr algn="r">
              <a:defRPr sz="1125" b="0">
                <a:solidFill>
                  <a:srgbClr val="50646A"/>
                </a:solidFill>
                <a:latin typeface="Arial"/>
                <a:ea typeface="Arial"/>
                <a:cs typeface="Arial"/>
              </a:defRPr>
            </a:lvl5pPr>
            <a:lvl6pPr algn="r">
              <a:defRPr sz="1125" b="0">
                <a:solidFill>
                  <a:srgbClr val="50646A"/>
                </a:solidFill>
                <a:latin typeface="Arial"/>
                <a:ea typeface="Arial"/>
                <a:cs typeface="Arial"/>
              </a:defRPr>
            </a:lvl6pPr>
            <a:lvl7pPr algn="r">
              <a:defRPr sz="1125" b="0">
                <a:solidFill>
                  <a:srgbClr val="50646A"/>
                </a:solidFill>
                <a:latin typeface="Arial"/>
                <a:ea typeface="Arial"/>
                <a:cs typeface="Arial"/>
              </a:defRPr>
            </a:lvl7pPr>
            <a:lvl8pPr algn="r">
              <a:defRPr sz="1125" b="0">
                <a:solidFill>
                  <a:srgbClr val="50646A"/>
                </a:solidFill>
                <a:latin typeface="Arial"/>
                <a:ea typeface="Arial"/>
                <a:cs typeface="Arial"/>
              </a:defRPr>
            </a:lvl8pPr>
            <a:lvl9pPr algn="r">
              <a:defRPr sz="1125" b="0">
                <a:solidFill>
                  <a:srgbClr val="50646A"/>
                </a:solidFill>
                <a:latin typeface="Arial"/>
                <a:ea typeface="Arial"/>
                <a:cs typeface="Arial"/>
              </a:defRPr>
            </a:lvl9pPr>
          </a:lstStyle>
          <a:p xmlns:a="http://schemas.openxmlformats.org/drawingml/2006/main">
            <a:pPr algn="r">
              <a:defRPr sz="1125" b="0">
                <a:solidFill>
                  <a:srgbClr val="50646A"/>
                </a:solidFill>
                <a:latin typeface="Arial"/>
                <a:ea typeface="Arial"/>
                <a:cs typeface="Arial"/>
              </a:defRPr>
            </a:pPr>
            <a:r>
              <a:rPr sz="1125" b="0">
                <a:solidFill>
                  <a:srgbClr val="50646A"/>
                </a:solidFill>
                <a:latin typeface="Arial"/>
                <a:ea typeface="Arial"/>
                <a:cs typeface="Arial"/>
              </a:rPr>
              <a:t>11</a:t>
            </a:r>
          </a:p>
        </p:txBody>
      </p:sp>
      <p:pic>
        <p:nvPicPr>
          <p:cNvPr id="3" name="">
            <a:extLst xmlns:a="http://schemas.openxmlformats.org/drawingml/2006/main">
              <a:ext uri="{FF2B5EF4-FFF2-40B4-BE49-F238E27FC236}">
                <a16:creationId xmlns:a16="http://schemas.microsoft.com/office/drawing/2014/main" id="{4FCA5FFE-B762-48B0-8192-3CE6CD40B55E}"/>
              </a:ext>
            </a:extLst>
          </p:cNvPr>
          <p:cNvPicPr>
            <a:picLocks xmlns:a="http://schemas.openxmlformats.org/drawingml/2006/main" noChangeAspect="1"/>
          </p:cNvPicPr>
          <p:nvPr/>
        </p:nvPicPr>
        <p:blipFill>
          <a:blip xmlns:r="http://schemas.openxmlformats.org/officeDocument/2006/relationships" xmlns:a="http://schemas.openxmlformats.org/drawingml/2006/main" r:embed="R07b8e7f65e1242e3"/>
          <a:stretch xmlns:a="http://schemas.openxmlformats.org/drawingml/2006/main"/>
        </p:blipFill>
        <p:spPr>
          <a:xfrm xmlns:a="http://schemas.openxmlformats.org/drawingml/2006/main">
            <a:off x="1543568" y="1533525"/>
            <a:ext cx="1942064" cy="4219575"/>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BA351A99-10DB-4ACB-B859-D966187909D4}"/>
              </a:ext>
            </a:extLst>
          </p:cNvPr>
          <p:cNvPicPr>
            <a:picLocks xmlns:a="http://schemas.openxmlformats.org/drawingml/2006/main" noChangeAspect="1"/>
          </p:cNvPicPr>
          <p:nvPr/>
        </p:nvPicPr>
        <p:blipFill>
          <a:blip xmlns:r="http://schemas.openxmlformats.org/officeDocument/2006/relationships" xmlns:a="http://schemas.openxmlformats.org/drawingml/2006/main" r:embed="Rd92efbee5bd944b3"/>
          <a:stretch xmlns:a="http://schemas.openxmlformats.org/drawingml/2006/main"/>
        </p:blipFill>
        <p:spPr>
          <a:xfrm xmlns:a="http://schemas.openxmlformats.org/drawingml/2006/main">
            <a:off x="4840817" y="1952625"/>
            <a:ext cx="6739467" cy="3790950"/>
          </a:xfrm>
          <a:prstGeom xmlns:a="http://schemas.openxmlformats.org/drawingml/2006/main" prst="rect">
            <a:avLst/>
          </a:prstGeom>
        </p:spPr>
      </p:pic>
      <p:sp>
        <p:nvSpPr>
          <p:cNvPr id="5" name="text-2">
            <a:extLst xmlns:a="http://schemas.openxmlformats.org/drawingml/2006/main">
              <a:ext uri="{FF2B5EF4-FFF2-40B4-BE49-F238E27FC236}">
                <a16:creationId xmlns:a16="http://schemas.microsoft.com/office/drawing/2014/main" id="{27BDB1B1-E499-4824-AE30-F39A53CD1BD6}"/>
              </a:ext>
            </a:extLst>
          </p:cNvPr>
          <p:cNvSpPr>
            <a:spLocks xmlns:a="http://schemas.openxmlformats.org/drawingml/2006/main" noGrp="1"/>
          </p:cNvSpPr>
          <p:nvPr/>
        </p:nvSpPr>
        <p:spPr>
          <a:xfrm xmlns:a="http://schemas.openxmlformats.org/drawingml/2006/main">
            <a:off x="609600" y="5962650"/>
            <a:ext cx="40290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0646A"/>
                </a:solidFill>
                <a:latin typeface="Arial"/>
                <a:ea typeface="Arial"/>
                <a:cs typeface="Arial"/>
              </a:defRPr>
            </a:defPPr>
            <a:lvl1pPr algn="l">
              <a:defRPr sz="1725" b="0">
                <a:solidFill>
                  <a:srgbClr val="50646A"/>
                </a:solidFill>
                <a:latin typeface="Arial"/>
                <a:ea typeface="Arial"/>
                <a:cs typeface="Arial"/>
              </a:defRPr>
            </a:lvl1pPr>
            <a:lvl2pPr algn="l">
              <a:defRPr sz="1725" b="0">
                <a:solidFill>
                  <a:srgbClr val="50646A"/>
                </a:solidFill>
                <a:latin typeface="Arial"/>
                <a:ea typeface="Arial"/>
                <a:cs typeface="Arial"/>
              </a:defRPr>
            </a:lvl2pPr>
            <a:lvl3pPr algn="l">
              <a:defRPr sz="1725" b="0">
                <a:solidFill>
                  <a:srgbClr val="50646A"/>
                </a:solidFill>
                <a:latin typeface="Arial"/>
                <a:ea typeface="Arial"/>
                <a:cs typeface="Arial"/>
              </a:defRPr>
            </a:lvl3pPr>
            <a:lvl4pPr algn="l">
              <a:defRPr sz="1725" b="0">
                <a:solidFill>
                  <a:srgbClr val="50646A"/>
                </a:solidFill>
                <a:latin typeface="Arial"/>
                <a:ea typeface="Arial"/>
                <a:cs typeface="Arial"/>
              </a:defRPr>
            </a:lvl4pPr>
            <a:lvl5pPr algn="l">
              <a:defRPr sz="1725" b="0">
                <a:solidFill>
                  <a:srgbClr val="50646A"/>
                </a:solidFill>
                <a:latin typeface="Arial"/>
                <a:ea typeface="Arial"/>
                <a:cs typeface="Arial"/>
              </a:defRPr>
            </a:lvl5pPr>
            <a:lvl6pPr algn="l">
              <a:defRPr sz="1725" b="0">
                <a:solidFill>
                  <a:srgbClr val="50646A"/>
                </a:solidFill>
                <a:latin typeface="Arial"/>
                <a:ea typeface="Arial"/>
                <a:cs typeface="Arial"/>
              </a:defRPr>
            </a:lvl6pPr>
            <a:lvl7pPr algn="l">
              <a:defRPr sz="1725" b="0">
                <a:solidFill>
                  <a:srgbClr val="50646A"/>
                </a:solidFill>
                <a:latin typeface="Arial"/>
                <a:ea typeface="Arial"/>
                <a:cs typeface="Arial"/>
              </a:defRPr>
            </a:lvl7pPr>
            <a:lvl8pPr algn="l">
              <a:defRPr sz="1725" b="0">
                <a:solidFill>
                  <a:srgbClr val="50646A"/>
                </a:solidFill>
                <a:latin typeface="Arial"/>
                <a:ea typeface="Arial"/>
                <a:cs typeface="Arial"/>
              </a:defRPr>
            </a:lvl8pPr>
            <a:lvl9pPr algn="l">
              <a:defRPr sz="1725" b="0">
                <a:solidFill>
                  <a:srgbClr val="50646A"/>
                </a:solidFill>
                <a:latin typeface="Arial"/>
                <a:ea typeface="Arial"/>
                <a:cs typeface="Arial"/>
              </a:defRPr>
            </a:lvl9pPr>
          </a:lstStyle>
          <a:p xmlns:a="http://schemas.openxmlformats.org/drawingml/2006/main">
            <a:pPr algn="l">
              <a:defRPr sz="1725" b="0">
                <a:solidFill>
                  <a:srgbClr val="50646A"/>
                </a:solidFill>
                <a:latin typeface="Arial"/>
                <a:ea typeface="Arial"/>
                <a:cs typeface="Arial"/>
              </a:defRPr>
            </a:pPr>
            <a:r>
              <a:rPr sz="1725" b="0">
                <a:solidFill>
                  <a:srgbClr val="50646A"/>
                </a:solidFill>
                <a:latin typeface="Arial"/>
                <a:ea typeface="Arial"/>
                <a:cs typeface="Arial"/>
              </a:rPr>
              <a:t>iPhone: Erkennung und Tempohinweise</a:t>
            </a:r>
          </a:p>
        </p:txBody>
      </p:sp>
      <p:sp>
        <p:nvSpPr>
          <p:cNvPr id="6" name="text-3">
            <a:extLst xmlns:a="http://schemas.openxmlformats.org/drawingml/2006/main">
              <a:ext uri="{FF2B5EF4-FFF2-40B4-BE49-F238E27FC236}">
                <a16:creationId xmlns:a16="http://schemas.microsoft.com/office/drawing/2014/main" id="{C4F07551-E868-481C-A610-DE616761673C}"/>
              </a:ext>
            </a:extLst>
          </p:cNvPr>
          <p:cNvSpPr>
            <a:spLocks xmlns:a="http://schemas.openxmlformats.org/drawingml/2006/main" noGrp="1"/>
          </p:cNvSpPr>
          <p:nvPr/>
        </p:nvSpPr>
        <p:spPr>
          <a:xfrm xmlns:a="http://schemas.openxmlformats.org/drawingml/2006/main">
            <a:off x="4838700" y="5962650"/>
            <a:ext cx="6743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0646A"/>
                </a:solidFill>
                <a:latin typeface="Arial"/>
                <a:ea typeface="Arial"/>
                <a:cs typeface="Arial"/>
              </a:defRPr>
            </a:defPPr>
            <a:lvl1pPr algn="l">
              <a:defRPr sz="1725" b="0">
                <a:solidFill>
                  <a:srgbClr val="50646A"/>
                </a:solidFill>
                <a:latin typeface="Arial"/>
                <a:ea typeface="Arial"/>
                <a:cs typeface="Arial"/>
              </a:defRPr>
            </a:lvl1pPr>
            <a:lvl2pPr algn="l">
              <a:defRPr sz="1725" b="0">
                <a:solidFill>
                  <a:srgbClr val="50646A"/>
                </a:solidFill>
                <a:latin typeface="Arial"/>
                <a:ea typeface="Arial"/>
                <a:cs typeface="Arial"/>
              </a:defRPr>
            </a:lvl2pPr>
            <a:lvl3pPr algn="l">
              <a:defRPr sz="1725" b="0">
                <a:solidFill>
                  <a:srgbClr val="50646A"/>
                </a:solidFill>
                <a:latin typeface="Arial"/>
                <a:ea typeface="Arial"/>
                <a:cs typeface="Arial"/>
              </a:defRPr>
            </a:lvl3pPr>
            <a:lvl4pPr algn="l">
              <a:defRPr sz="1725" b="0">
                <a:solidFill>
                  <a:srgbClr val="50646A"/>
                </a:solidFill>
                <a:latin typeface="Arial"/>
                <a:ea typeface="Arial"/>
                <a:cs typeface="Arial"/>
              </a:defRPr>
            </a:lvl4pPr>
            <a:lvl5pPr algn="l">
              <a:defRPr sz="1725" b="0">
                <a:solidFill>
                  <a:srgbClr val="50646A"/>
                </a:solidFill>
                <a:latin typeface="Arial"/>
                <a:ea typeface="Arial"/>
                <a:cs typeface="Arial"/>
              </a:defRPr>
            </a:lvl5pPr>
            <a:lvl6pPr algn="l">
              <a:defRPr sz="1725" b="0">
                <a:solidFill>
                  <a:srgbClr val="50646A"/>
                </a:solidFill>
                <a:latin typeface="Arial"/>
                <a:ea typeface="Arial"/>
                <a:cs typeface="Arial"/>
              </a:defRPr>
            </a:lvl6pPr>
            <a:lvl7pPr algn="l">
              <a:defRPr sz="1725" b="0">
                <a:solidFill>
                  <a:srgbClr val="50646A"/>
                </a:solidFill>
                <a:latin typeface="Arial"/>
                <a:ea typeface="Arial"/>
                <a:cs typeface="Arial"/>
              </a:defRPr>
            </a:lvl7pPr>
            <a:lvl8pPr algn="l">
              <a:defRPr sz="1725" b="0">
                <a:solidFill>
                  <a:srgbClr val="50646A"/>
                </a:solidFill>
                <a:latin typeface="Arial"/>
                <a:ea typeface="Arial"/>
                <a:cs typeface="Arial"/>
              </a:defRPr>
            </a:lvl8pPr>
            <a:lvl9pPr algn="l">
              <a:defRPr sz="1725" b="0">
                <a:solidFill>
                  <a:srgbClr val="50646A"/>
                </a:solidFill>
                <a:latin typeface="Arial"/>
                <a:ea typeface="Arial"/>
                <a:cs typeface="Arial"/>
              </a:defRPr>
            </a:lvl9pPr>
          </a:lstStyle>
          <a:p xmlns:a="http://schemas.openxmlformats.org/drawingml/2006/main">
            <a:pPr algn="l">
              <a:defRPr sz="1725" b="0">
                <a:solidFill>
                  <a:srgbClr val="50646A"/>
                </a:solidFill>
                <a:latin typeface="Arial"/>
                <a:ea typeface="Arial"/>
                <a:cs typeface="Arial"/>
              </a:defRPr>
            </a:pPr>
            <a:r>
              <a:rPr sz="1725" b="0">
                <a:solidFill>
                  <a:srgbClr val="50646A"/>
                </a:solidFill>
                <a:latin typeface="Arial"/>
                <a:ea typeface="Arial"/>
                <a:cs typeface="Arial"/>
              </a:rPr>
              <a:t>Android: Dashcam und Schilderkennung</a:t>
            </a:r>
          </a:p>
        </p:txBody>
      </p:sp>
    </p:spTree>
    <p:extLst>
      <p:ext uri="{BB962C8B-B14F-4D97-AF65-F5344CB8AC3E}">
        <p14:creationId xmlns:p14="http://schemas.microsoft.com/office/powerpoint/2010/main" val="1341027377"/>
      </p:ext>
    </p:extLst>
  </p:cSld>
</p:sld>
</file>

<file path=ppt/slides/slide12.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cxnSp>
        <p:nvCxnSpPr>
          <p:cNvPr id="9" name="">
            <a:extLst xmlns:a="http://schemas.openxmlformats.org/drawingml/2006/main">
              <a:ext uri="{FF2B5EF4-FFF2-40B4-BE49-F238E27FC236}">
                <a16:creationId xmlns:a16="http://schemas.microsoft.com/office/drawing/2014/main" id="{CE5E566F-8E6F-47A8-9382-C325BEED2A24}"/>
              </a:ext>
            </a:extLst>
          </p:cNvPr>
          <p:cNvCxnSpPr>
            <a:stCxn xmlns:a="http://schemas.openxmlformats.org/drawingml/2006/main" id="5" idx="3"/>
            <a:endCxn xmlns:a="http://schemas.openxmlformats.org/drawingml/2006/main" id="6" idx="1"/>
          </p:cNvCxnSpPr>
          <p:nvPr/>
        </p:nvCxnSpPr>
        <p:spPr>
          <a:xfrm xmlns:a="http://schemas.openxmlformats.org/drawingml/2006/main">
            <a:off x="8743950" y="2424113"/>
            <a:ext cx="381000" cy="0"/>
          </a:xfrm>
          <a:prstGeom xmlns:a="http://schemas.openxmlformats.org/drawingml/2006/main" prst="straightConnector1">
            <a:avLst/>
          </a:prstGeom>
          <a:ln xmlns:a="http://schemas.openxmlformats.org/drawingml/2006/main" w="19050">
            <a:solidFill>
              <a:srgbClr val="50646A"/>
            </a:solidFill>
            <a:tailEnd type="triangle" w="med" len="med"/>
          </a:ln>
        </p:spPr>
      </p:cxnSp>
      <p:cxnSp>
        <p:nvCxnSpPr>
          <p:cNvPr id="8" name="">
            <a:extLst xmlns:a="http://schemas.openxmlformats.org/drawingml/2006/main">
              <a:ext uri="{FF2B5EF4-FFF2-40B4-BE49-F238E27FC236}">
                <a16:creationId xmlns:a16="http://schemas.microsoft.com/office/drawing/2014/main" id="{CAB58337-64E5-4D8E-A97B-83669DF075D4}"/>
              </a:ext>
            </a:extLst>
          </p:cNvPr>
          <p:cNvCxnSpPr>
            <a:stCxn xmlns:a="http://schemas.openxmlformats.org/drawingml/2006/main" id="4" idx="3"/>
            <a:endCxn xmlns:a="http://schemas.openxmlformats.org/drawingml/2006/main" id="5" idx="1"/>
          </p:cNvCxnSpPr>
          <p:nvPr/>
        </p:nvCxnSpPr>
        <p:spPr>
          <a:xfrm xmlns:a="http://schemas.openxmlformats.org/drawingml/2006/main">
            <a:off x="5905500" y="2424113"/>
            <a:ext cx="381000" cy="0"/>
          </a:xfrm>
          <a:prstGeom xmlns:a="http://schemas.openxmlformats.org/drawingml/2006/main" prst="straightConnector1">
            <a:avLst/>
          </a:prstGeom>
          <a:ln xmlns:a="http://schemas.openxmlformats.org/drawingml/2006/main" w="19050">
            <a:solidFill>
              <a:srgbClr val="50646A"/>
            </a:solidFill>
            <a:tailEnd type="triangle" w="med" len="med"/>
          </a:ln>
        </p:spPr>
      </p:cxnSp>
      <p:cxnSp>
        <p:nvCxnSpPr>
          <p:cNvPr id="7" name="">
            <a:extLst xmlns:a="http://schemas.openxmlformats.org/drawingml/2006/main">
              <a:ext uri="{FF2B5EF4-FFF2-40B4-BE49-F238E27FC236}">
                <a16:creationId xmlns:a16="http://schemas.microsoft.com/office/drawing/2014/main" id="{7774459D-5104-4606-BC42-E6971AE76095}"/>
              </a:ext>
            </a:extLst>
          </p:cNvPr>
          <p:cNvCxnSpPr>
            <a:stCxn xmlns:a="http://schemas.openxmlformats.org/drawingml/2006/main" id="3" idx="3"/>
            <a:endCxn xmlns:a="http://schemas.openxmlformats.org/drawingml/2006/main" id="4" idx="1"/>
          </p:cNvCxnSpPr>
          <p:nvPr/>
        </p:nvCxnSpPr>
        <p:spPr>
          <a:xfrm xmlns:a="http://schemas.openxmlformats.org/drawingml/2006/main">
            <a:off x="3067050" y="2424113"/>
            <a:ext cx="381000" cy="0"/>
          </a:xfrm>
          <a:prstGeom xmlns:a="http://schemas.openxmlformats.org/drawingml/2006/main" prst="straightConnector1">
            <a:avLst/>
          </a:prstGeom>
          <a:ln xmlns:a="http://schemas.openxmlformats.org/drawingml/2006/main" w="19050">
            <a:solidFill>
              <a:srgbClr val="50646A"/>
            </a:solidFill>
            <a:tailEnd type="triangle" w="med" len="med"/>
          </a:ln>
        </p:spPr>
      </p:cxnSp>
      <p:sp>
        <p:nvSpPr>
          <p:cNvPr id="17" name="text-0">
            <a:extLst xmlns:a="http://schemas.openxmlformats.org/drawingml/2006/main">
              <a:ext uri="{FF2B5EF4-FFF2-40B4-BE49-F238E27FC236}">
                <a16:creationId xmlns:a16="http://schemas.microsoft.com/office/drawing/2014/main" id="{26B58932-B83C-40EB-BBA7-AE177A4D77B4}"/>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B2F38"/>
                </a:solidFill>
                <a:latin typeface="Arial"/>
                <a:ea typeface="Arial"/>
                <a:cs typeface="Arial"/>
              </a:defRPr>
            </a:defPPr>
            <a:lvl1pPr algn="l">
              <a:defRPr sz="3300" b="1">
                <a:solidFill>
                  <a:srgbClr val="0B2F38"/>
                </a:solidFill>
                <a:latin typeface="Arial"/>
                <a:ea typeface="Arial"/>
                <a:cs typeface="Arial"/>
              </a:defRPr>
            </a:lvl1pPr>
            <a:lvl2pPr algn="l">
              <a:defRPr sz="3300" b="1">
                <a:solidFill>
                  <a:srgbClr val="0B2F38"/>
                </a:solidFill>
                <a:latin typeface="Arial"/>
                <a:ea typeface="Arial"/>
                <a:cs typeface="Arial"/>
              </a:defRPr>
            </a:lvl2pPr>
            <a:lvl3pPr algn="l">
              <a:defRPr sz="3300" b="1">
                <a:solidFill>
                  <a:srgbClr val="0B2F38"/>
                </a:solidFill>
                <a:latin typeface="Arial"/>
                <a:ea typeface="Arial"/>
                <a:cs typeface="Arial"/>
              </a:defRPr>
            </a:lvl3pPr>
            <a:lvl4pPr algn="l">
              <a:defRPr sz="3300" b="1">
                <a:solidFill>
                  <a:srgbClr val="0B2F38"/>
                </a:solidFill>
                <a:latin typeface="Arial"/>
                <a:ea typeface="Arial"/>
                <a:cs typeface="Arial"/>
              </a:defRPr>
            </a:lvl4pPr>
            <a:lvl5pPr algn="l">
              <a:defRPr sz="3300" b="1">
                <a:solidFill>
                  <a:srgbClr val="0B2F38"/>
                </a:solidFill>
                <a:latin typeface="Arial"/>
                <a:ea typeface="Arial"/>
                <a:cs typeface="Arial"/>
              </a:defRPr>
            </a:lvl5pPr>
            <a:lvl6pPr algn="l">
              <a:defRPr sz="3300" b="1">
                <a:solidFill>
                  <a:srgbClr val="0B2F38"/>
                </a:solidFill>
                <a:latin typeface="Arial"/>
                <a:ea typeface="Arial"/>
                <a:cs typeface="Arial"/>
              </a:defRPr>
            </a:lvl6pPr>
            <a:lvl7pPr algn="l">
              <a:defRPr sz="3300" b="1">
                <a:solidFill>
                  <a:srgbClr val="0B2F38"/>
                </a:solidFill>
                <a:latin typeface="Arial"/>
                <a:ea typeface="Arial"/>
                <a:cs typeface="Arial"/>
              </a:defRPr>
            </a:lvl7pPr>
            <a:lvl8pPr algn="l">
              <a:defRPr sz="3300" b="1">
                <a:solidFill>
                  <a:srgbClr val="0B2F38"/>
                </a:solidFill>
                <a:latin typeface="Arial"/>
                <a:ea typeface="Arial"/>
                <a:cs typeface="Arial"/>
              </a:defRPr>
            </a:lvl8pPr>
            <a:lvl9pPr algn="l">
              <a:defRPr sz="3300" b="1">
                <a:solidFill>
                  <a:srgbClr val="0B2F38"/>
                </a:solidFill>
                <a:latin typeface="Arial"/>
                <a:ea typeface="Arial"/>
                <a:cs typeface="Arial"/>
              </a:defRPr>
            </a:lvl9pPr>
          </a:lstStyle>
          <a:p xmlns:a="http://schemas.openxmlformats.org/drawingml/2006/main">
            <a:pPr algn="l">
              <a:defRPr sz="3300" b="1">
                <a:solidFill>
                  <a:srgbClr val="0B2F38"/>
                </a:solidFill>
                <a:latin typeface="Arial"/>
                <a:ea typeface="Arial"/>
                <a:cs typeface="Arial"/>
              </a:defRPr>
            </a:pPr>
            <a:r>
              <a:rPr sz="3300" b="1">
                <a:solidFill>
                  <a:srgbClr val="0B2F38"/>
                </a:solidFill>
                <a:latin typeface="Arial"/>
                <a:ea typeface="Arial"/>
                <a:cs typeface="Arial"/>
              </a:rPr>
              <a:t>Offline-Bundles aus GitHub Actions</a:t>
            </a:r>
          </a:p>
        </p:txBody>
      </p:sp>
      <p:sp>
        <p:nvSpPr>
          <p:cNvPr id="2" name="text-1">
            <a:extLst xmlns:a="http://schemas.openxmlformats.org/drawingml/2006/main">
              <a:ext uri="{FF2B5EF4-FFF2-40B4-BE49-F238E27FC236}">
                <a16:creationId xmlns:a16="http://schemas.microsoft.com/office/drawing/2014/main" id="{9F5981F0-F8F5-484A-9261-5EEB0915DED4}"/>
              </a:ext>
            </a:extLst>
          </p:cNvPr>
          <p:cNvSpPr>
            <a:spLocks xmlns:a="http://schemas.openxmlformats.org/drawingml/2006/main" noGrp="1"/>
          </p:cNvSpPr>
          <p:nvPr/>
        </p:nvSpPr>
        <p:spPr>
          <a:xfrm xmlns:a="http://schemas.openxmlformats.org/drawingml/2006/main">
            <a:off x="11144250" y="6477000"/>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defRPr sz="1125" b="0">
                <a:solidFill>
                  <a:srgbClr val="50646A"/>
                </a:solidFill>
                <a:latin typeface="Arial"/>
                <a:ea typeface="Arial"/>
                <a:cs typeface="Arial"/>
              </a:defRPr>
            </a:lvl1pPr>
            <a:lvl2pPr algn="r">
              <a:defRPr sz="1125" b="0">
                <a:solidFill>
                  <a:srgbClr val="50646A"/>
                </a:solidFill>
                <a:latin typeface="Arial"/>
                <a:ea typeface="Arial"/>
                <a:cs typeface="Arial"/>
              </a:defRPr>
            </a:lvl2pPr>
            <a:lvl3pPr algn="r">
              <a:defRPr sz="1125" b="0">
                <a:solidFill>
                  <a:srgbClr val="50646A"/>
                </a:solidFill>
                <a:latin typeface="Arial"/>
                <a:ea typeface="Arial"/>
                <a:cs typeface="Arial"/>
              </a:defRPr>
            </a:lvl3pPr>
            <a:lvl4pPr algn="r">
              <a:defRPr sz="1125" b="0">
                <a:solidFill>
                  <a:srgbClr val="50646A"/>
                </a:solidFill>
                <a:latin typeface="Arial"/>
                <a:ea typeface="Arial"/>
                <a:cs typeface="Arial"/>
              </a:defRPr>
            </a:lvl4pPr>
            <a:lvl5pPr algn="r">
              <a:defRPr sz="1125" b="0">
                <a:solidFill>
                  <a:srgbClr val="50646A"/>
                </a:solidFill>
                <a:latin typeface="Arial"/>
                <a:ea typeface="Arial"/>
                <a:cs typeface="Arial"/>
              </a:defRPr>
            </a:lvl5pPr>
            <a:lvl6pPr algn="r">
              <a:defRPr sz="1125" b="0">
                <a:solidFill>
                  <a:srgbClr val="50646A"/>
                </a:solidFill>
                <a:latin typeface="Arial"/>
                <a:ea typeface="Arial"/>
                <a:cs typeface="Arial"/>
              </a:defRPr>
            </a:lvl6pPr>
            <a:lvl7pPr algn="r">
              <a:defRPr sz="1125" b="0">
                <a:solidFill>
                  <a:srgbClr val="50646A"/>
                </a:solidFill>
                <a:latin typeface="Arial"/>
                <a:ea typeface="Arial"/>
                <a:cs typeface="Arial"/>
              </a:defRPr>
            </a:lvl7pPr>
            <a:lvl8pPr algn="r">
              <a:defRPr sz="1125" b="0">
                <a:solidFill>
                  <a:srgbClr val="50646A"/>
                </a:solidFill>
                <a:latin typeface="Arial"/>
                <a:ea typeface="Arial"/>
                <a:cs typeface="Arial"/>
              </a:defRPr>
            </a:lvl8pPr>
            <a:lvl9pPr algn="r">
              <a:defRPr sz="1125" b="0">
                <a:solidFill>
                  <a:srgbClr val="50646A"/>
                </a:solidFill>
                <a:latin typeface="Arial"/>
                <a:ea typeface="Arial"/>
                <a:cs typeface="Arial"/>
              </a:defRPr>
            </a:lvl9pPr>
          </a:lstStyle>
          <a:p xmlns:a="http://schemas.openxmlformats.org/drawingml/2006/main">
            <a:pPr algn="r">
              <a:defRPr sz="1125" b="0">
                <a:solidFill>
                  <a:srgbClr val="50646A"/>
                </a:solidFill>
                <a:latin typeface="Arial"/>
                <a:ea typeface="Arial"/>
                <a:cs typeface="Arial"/>
              </a:defRPr>
            </a:pPr>
            <a:r>
              <a:rPr sz="1125" b="0">
                <a:solidFill>
                  <a:srgbClr val="50646A"/>
                </a:solidFill>
                <a:latin typeface="Arial"/>
                <a:ea typeface="Arial"/>
                <a:cs typeface="Arial"/>
              </a:rPr>
              <a:t>12</a:t>
            </a:r>
          </a:p>
        </p:txBody>
      </p:sp>
      <p:sp>
        <p:nvSpPr>
          <p:cNvPr id="3" name="diagram-OSM / PBF">
            <a:extLst xmlns:a="http://schemas.openxmlformats.org/drawingml/2006/main">
              <a:ext uri="{FF2B5EF4-FFF2-40B4-BE49-F238E27FC236}">
                <a16:creationId xmlns:a16="http://schemas.microsoft.com/office/drawing/2014/main" id="{D748B9E3-2FB3-4225-BDAB-5ED0511E7E49}"/>
              </a:ext>
            </a:extLst>
          </p:cNvPr>
          <p:cNvSpPr>
            <a:spLocks xmlns:a="http://schemas.openxmlformats.org/drawingml/2006/main" noGrp="1"/>
          </p:cNvSpPr>
          <p:nvPr/>
        </p:nvSpPr>
        <p:spPr>
          <a:xfrm xmlns:a="http://schemas.openxmlformats.org/drawingml/2006/main">
            <a:off x="609600" y="1924050"/>
            <a:ext cx="2457450" cy="1000125"/>
          </a:xfrm>
          <a:prstGeom xmlns:a="http://schemas.openxmlformats.org/drawingml/2006/main" prst="rect">
            <a:avLst/>
          </a:prstGeom>
          <a:solidFill xmlns:a="http://schemas.openxmlformats.org/drawingml/2006/main">
            <a:srgbClr val="FFFFFF"/>
          </a:solidFill>
          <a:ln xmlns:a="http://schemas.openxmlformats.org/drawingml/2006/main" w="14288">
            <a:solidFill>
              <a:srgbClr val="C9D3D2"/>
            </a:solidFill>
          </a:ln>
        </p:spPr>
        <p:txBody>
          <a:bodyPr xmlns:a="http://schemas.openxmlformats.org/drawingml/2006/main" lIns="133350" tIns="133350" rIns="133350" bIns="133350" anchor="ctr">
            <a:noAutofit/>
          </a:bodyPr>
          <a:lstStyle xmlns:a="http://schemas.openxmlformats.org/drawingml/2006/main">
            <a:defPPr algn="ctr">
              <a:defRPr sz="1875">
                <a:solidFill>
                  <a:srgbClr val="0B2F38"/>
                </a:solidFill>
                <a:latin typeface="Arial"/>
                <a:ea typeface="Arial"/>
                <a:cs typeface="Arial"/>
              </a:defRPr>
            </a:defPPr>
            <a:lvl1pPr algn="ctr">
              <a:defRPr sz="1875">
                <a:solidFill>
                  <a:srgbClr val="0B2F38"/>
                </a:solidFill>
                <a:latin typeface="Arial"/>
                <a:ea typeface="Arial"/>
                <a:cs typeface="Arial"/>
              </a:defRPr>
            </a:lvl1pPr>
            <a:lvl2pPr algn="ctr">
              <a:defRPr sz="1875">
                <a:solidFill>
                  <a:srgbClr val="0B2F38"/>
                </a:solidFill>
                <a:latin typeface="Arial"/>
                <a:ea typeface="Arial"/>
                <a:cs typeface="Arial"/>
              </a:defRPr>
            </a:lvl2pPr>
            <a:lvl3pPr algn="ctr">
              <a:defRPr sz="1875">
                <a:solidFill>
                  <a:srgbClr val="0B2F38"/>
                </a:solidFill>
                <a:latin typeface="Arial"/>
                <a:ea typeface="Arial"/>
                <a:cs typeface="Arial"/>
              </a:defRPr>
            </a:lvl3pPr>
            <a:lvl4pPr algn="ctr">
              <a:defRPr sz="1875">
                <a:solidFill>
                  <a:srgbClr val="0B2F38"/>
                </a:solidFill>
                <a:latin typeface="Arial"/>
                <a:ea typeface="Arial"/>
                <a:cs typeface="Arial"/>
              </a:defRPr>
            </a:lvl4pPr>
            <a:lvl5pPr algn="ctr">
              <a:defRPr sz="1875">
                <a:solidFill>
                  <a:srgbClr val="0B2F38"/>
                </a:solidFill>
                <a:latin typeface="Arial"/>
                <a:ea typeface="Arial"/>
                <a:cs typeface="Arial"/>
              </a:defRPr>
            </a:lvl5pPr>
            <a:lvl6pPr algn="ctr">
              <a:defRPr sz="1875">
                <a:solidFill>
                  <a:srgbClr val="0B2F38"/>
                </a:solidFill>
                <a:latin typeface="Arial"/>
                <a:ea typeface="Arial"/>
                <a:cs typeface="Arial"/>
              </a:defRPr>
            </a:lvl6pPr>
            <a:lvl7pPr algn="ctr">
              <a:defRPr sz="1875">
                <a:solidFill>
                  <a:srgbClr val="0B2F38"/>
                </a:solidFill>
                <a:latin typeface="Arial"/>
                <a:ea typeface="Arial"/>
                <a:cs typeface="Arial"/>
              </a:defRPr>
            </a:lvl7pPr>
            <a:lvl8pPr algn="ctr">
              <a:defRPr sz="1875">
                <a:solidFill>
                  <a:srgbClr val="0B2F38"/>
                </a:solidFill>
                <a:latin typeface="Arial"/>
                <a:ea typeface="Arial"/>
                <a:cs typeface="Arial"/>
              </a:defRPr>
            </a:lvl8pPr>
            <a:lvl9pPr algn="ctr">
              <a:defRPr sz="1875">
                <a:solidFill>
                  <a:srgbClr val="0B2F38"/>
                </a:solidFill>
                <a:latin typeface="Arial"/>
                <a:ea typeface="Arial"/>
                <a:cs typeface="Arial"/>
              </a:defRPr>
            </a:lvl9pPr>
          </a:lstStyle>
          <a:p xmlns:a="http://schemas.openxmlformats.org/drawingml/2006/main">
            <a:pPr algn="ctr">
              <a:defRPr sz="1875">
                <a:solidFill>
                  <a:srgbClr val="0B2F38"/>
                </a:solidFill>
                <a:latin typeface="Arial"/>
                <a:ea typeface="Arial"/>
                <a:cs typeface="Arial"/>
              </a:defRPr>
            </a:pPr>
            <a:r>
              <a:rPr sz="1875">
                <a:solidFill>
                  <a:srgbClr val="0B2F38"/>
                </a:solidFill>
                <a:latin typeface="Arial"/>
                <a:ea typeface="Arial"/>
                <a:cs typeface="Arial"/>
              </a:rPr>
              <a:t>OSM / PBF</a:t>
            </a:r>
          </a:p>
        </p:txBody>
      </p:sp>
      <p:sp>
        <p:nvSpPr>
          <p:cNvPr id="4" name="diagram-GitHub Actions">
            <a:extLst xmlns:a="http://schemas.openxmlformats.org/drawingml/2006/main">
              <a:ext uri="{FF2B5EF4-FFF2-40B4-BE49-F238E27FC236}">
                <a16:creationId xmlns:a16="http://schemas.microsoft.com/office/drawing/2014/main" id="{D5C593C9-2750-4F92-BC3E-3B04A3946F2B}"/>
              </a:ext>
            </a:extLst>
          </p:cNvPr>
          <p:cNvSpPr>
            <a:spLocks xmlns:a="http://schemas.openxmlformats.org/drawingml/2006/main" noGrp="1"/>
          </p:cNvSpPr>
          <p:nvPr/>
        </p:nvSpPr>
        <p:spPr>
          <a:xfrm xmlns:a="http://schemas.openxmlformats.org/drawingml/2006/main">
            <a:off x="3448050" y="1924050"/>
            <a:ext cx="2457450" cy="1000125"/>
          </a:xfrm>
          <a:prstGeom xmlns:a="http://schemas.openxmlformats.org/drawingml/2006/main" prst="rect">
            <a:avLst/>
          </a:prstGeom>
          <a:solidFill xmlns:a="http://schemas.openxmlformats.org/drawingml/2006/main">
            <a:srgbClr val="FFFFFF"/>
          </a:solidFill>
          <a:ln xmlns:a="http://schemas.openxmlformats.org/drawingml/2006/main" w="14288">
            <a:solidFill>
              <a:srgbClr val="C9D3D2"/>
            </a:solidFill>
          </a:ln>
        </p:spPr>
        <p:txBody>
          <a:bodyPr xmlns:a="http://schemas.openxmlformats.org/drawingml/2006/main" lIns="133350" tIns="133350" rIns="133350" bIns="133350" anchor="ctr">
            <a:noAutofit/>
          </a:bodyPr>
          <a:lstStyle xmlns:a="http://schemas.openxmlformats.org/drawingml/2006/main">
            <a:defPPr algn="ctr">
              <a:defRPr sz="1875">
                <a:solidFill>
                  <a:srgbClr val="0B2F38"/>
                </a:solidFill>
                <a:latin typeface="Arial"/>
                <a:ea typeface="Arial"/>
                <a:cs typeface="Arial"/>
              </a:defRPr>
            </a:defPPr>
            <a:lvl1pPr algn="ctr">
              <a:defRPr sz="1875">
                <a:solidFill>
                  <a:srgbClr val="0B2F38"/>
                </a:solidFill>
                <a:latin typeface="Arial"/>
                <a:ea typeface="Arial"/>
                <a:cs typeface="Arial"/>
              </a:defRPr>
            </a:lvl1pPr>
            <a:lvl2pPr algn="ctr">
              <a:defRPr sz="1875">
                <a:solidFill>
                  <a:srgbClr val="0B2F38"/>
                </a:solidFill>
                <a:latin typeface="Arial"/>
                <a:ea typeface="Arial"/>
                <a:cs typeface="Arial"/>
              </a:defRPr>
            </a:lvl2pPr>
            <a:lvl3pPr algn="ctr">
              <a:defRPr sz="1875">
                <a:solidFill>
                  <a:srgbClr val="0B2F38"/>
                </a:solidFill>
                <a:latin typeface="Arial"/>
                <a:ea typeface="Arial"/>
                <a:cs typeface="Arial"/>
              </a:defRPr>
            </a:lvl3pPr>
            <a:lvl4pPr algn="ctr">
              <a:defRPr sz="1875">
                <a:solidFill>
                  <a:srgbClr val="0B2F38"/>
                </a:solidFill>
                <a:latin typeface="Arial"/>
                <a:ea typeface="Arial"/>
                <a:cs typeface="Arial"/>
              </a:defRPr>
            </a:lvl4pPr>
            <a:lvl5pPr algn="ctr">
              <a:defRPr sz="1875">
                <a:solidFill>
                  <a:srgbClr val="0B2F38"/>
                </a:solidFill>
                <a:latin typeface="Arial"/>
                <a:ea typeface="Arial"/>
                <a:cs typeface="Arial"/>
              </a:defRPr>
            </a:lvl5pPr>
            <a:lvl6pPr algn="ctr">
              <a:defRPr sz="1875">
                <a:solidFill>
                  <a:srgbClr val="0B2F38"/>
                </a:solidFill>
                <a:latin typeface="Arial"/>
                <a:ea typeface="Arial"/>
                <a:cs typeface="Arial"/>
              </a:defRPr>
            </a:lvl6pPr>
            <a:lvl7pPr algn="ctr">
              <a:defRPr sz="1875">
                <a:solidFill>
                  <a:srgbClr val="0B2F38"/>
                </a:solidFill>
                <a:latin typeface="Arial"/>
                <a:ea typeface="Arial"/>
                <a:cs typeface="Arial"/>
              </a:defRPr>
            </a:lvl7pPr>
            <a:lvl8pPr algn="ctr">
              <a:defRPr sz="1875">
                <a:solidFill>
                  <a:srgbClr val="0B2F38"/>
                </a:solidFill>
                <a:latin typeface="Arial"/>
                <a:ea typeface="Arial"/>
                <a:cs typeface="Arial"/>
              </a:defRPr>
            </a:lvl8pPr>
            <a:lvl9pPr algn="ctr">
              <a:defRPr sz="1875">
                <a:solidFill>
                  <a:srgbClr val="0B2F38"/>
                </a:solidFill>
                <a:latin typeface="Arial"/>
                <a:ea typeface="Arial"/>
                <a:cs typeface="Arial"/>
              </a:defRPr>
            </a:lvl9pPr>
          </a:lstStyle>
          <a:p xmlns:a="http://schemas.openxmlformats.org/drawingml/2006/main">
            <a:pPr algn="ctr">
              <a:defRPr sz="1875">
                <a:solidFill>
                  <a:srgbClr val="0B2F38"/>
                </a:solidFill>
                <a:latin typeface="Arial"/>
                <a:ea typeface="Arial"/>
                <a:cs typeface="Arial"/>
              </a:defRPr>
            </a:pPr>
            <a:r>
              <a:rPr sz="1875">
                <a:solidFill>
                  <a:srgbClr val="0B2F38"/>
                </a:solidFill>
                <a:latin typeface="Arial"/>
                <a:ea typeface="Arial"/>
                <a:cs typeface="Arial"/>
              </a:rPr>
              <a:t>GitHub Actions</a:t>
            </a:r>
          </a:p>
          <a:p xmlns:a="http://schemas.openxmlformats.org/drawingml/2006/main">
            <a:pPr algn="ctr">
              <a:defRPr sz="1875">
                <a:solidFill>
                  <a:srgbClr val="0B2F38"/>
                </a:solidFill>
                <a:latin typeface="Arial"/>
                <a:ea typeface="Arial"/>
                <a:cs typeface="Arial"/>
              </a:defRPr>
            </a:pPr>
            <a:r>
              <a:rPr sz="1875">
                <a:solidFill>
                  <a:srgbClr val="0B2F38"/>
                </a:solidFill>
                <a:latin typeface="Arial"/>
                <a:ea typeface="Arial"/>
                <a:cs typeface="Arial"/>
              </a:rPr>
              <a:t>Bauen + Prüfen</a:t>
            </a:r>
          </a:p>
        </p:txBody>
      </p:sp>
      <p:sp>
        <p:nvSpPr>
          <p:cNvPr id="5" name="diagram-Release-Assets">
            <a:extLst xmlns:a="http://schemas.openxmlformats.org/drawingml/2006/main">
              <a:ext uri="{FF2B5EF4-FFF2-40B4-BE49-F238E27FC236}">
                <a16:creationId xmlns:a16="http://schemas.microsoft.com/office/drawing/2014/main" id="{2BDF52C1-A9DC-4CD0-AC39-5CC33DF85B8D}"/>
              </a:ext>
            </a:extLst>
          </p:cNvPr>
          <p:cNvSpPr>
            <a:spLocks xmlns:a="http://schemas.openxmlformats.org/drawingml/2006/main" noGrp="1"/>
          </p:cNvSpPr>
          <p:nvPr/>
        </p:nvSpPr>
        <p:spPr>
          <a:xfrm xmlns:a="http://schemas.openxmlformats.org/drawingml/2006/main">
            <a:off x="6286500" y="1924050"/>
            <a:ext cx="2457450" cy="1000125"/>
          </a:xfrm>
          <a:prstGeom xmlns:a="http://schemas.openxmlformats.org/drawingml/2006/main" prst="rect">
            <a:avLst/>
          </a:prstGeom>
          <a:solidFill xmlns:a="http://schemas.openxmlformats.org/drawingml/2006/main">
            <a:srgbClr val="FFFFFF"/>
          </a:solidFill>
          <a:ln xmlns:a="http://schemas.openxmlformats.org/drawingml/2006/main" w="14288">
            <a:solidFill>
              <a:srgbClr val="C9D3D2"/>
            </a:solidFill>
          </a:ln>
        </p:spPr>
        <p:txBody>
          <a:bodyPr xmlns:a="http://schemas.openxmlformats.org/drawingml/2006/main" lIns="133350" tIns="133350" rIns="133350" bIns="133350" anchor="ctr">
            <a:noAutofit/>
          </a:bodyPr>
          <a:lstStyle xmlns:a="http://schemas.openxmlformats.org/drawingml/2006/main">
            <a:defPPr algn="ctr">
              <a:defRPr sz="1875">
                <a:solidFill>
                  <a:srgbClr val="0B2F38"/>
                </a:solidFill>
                <a:latin typeface="Arial"/>
                <a:ea typeface="Arial"/>
                <a:cs typeface="Arial"/>
              </a:defRPr>
            </a:defPPr>
            <a:lvl1pPr algn="ctr">
              <a:defRPr sz="1875">
                <a:solidFill>
                  <a:srgbClr val="0B2F38"/>
                </a:solidFill>
                <a:latin typeface="Arial"/>
                <a:ea typeface="Arial"/>
                <a:cs typeface="Arial"/>
              </a:defRPr>
            </a:lvl1pPr>
            <a:lvl2pPr algn="ctr">
              <a:defRPr sz="1875">
                <a:solidFill>
                  <a:srgbClr val="0B2F38"/>
                </a:solidFill>
                <a:latin typeface="Arial"/>
                <a:ea typeface="Arial"/>
                <a:cs typeface="Arial"/>
              </a:defRPr>
            </a:lvl2pPr>
            <a:lvl3pPr algn="ctr">
              <a:defRPr sz="1875">
                <a:solidFill>
                  <a:srgbClr val="0B2F38"/>
                </a:solidFill>
                <a:latin typeface="Arial"/>
                <a:ea typeface="Arial"/>
                <a:cs typeface="Arial"/>
              </a:defRPr>
            </a:lvl3pPr>
            <a:lvl4pPr algn="ctr">
              <a:defRPr sz="1875">
                <a:solidFill>
                  <a:srgbClr val="0B2F38"/>
                </a:solidFill>
                <a:latin typeface="Arial"/>
                <a:ea typeface="Arial"/>
                <a:cs typeface="Arial"/>
              </a:defRPr>
            </a:lvl4pPr>
            <a:lvl5pPr algn="ctr">
              <a:defRPr sz="1875">
                <a:solidFill>
                  <a:srgbClr val="0B2F38"/>
                </a:solidFill>
                <a:latin typeface="Arial"/>
                <a:ea typeface="Arial"/>
                <a:cs typeface="Arial"/>
              </a:defRPr>
            </a:lvl5pPr>
            <a:lvl6pPr algn="ctr">
              <a:defRPr sz="1875">
                <a:solidFill>
                  <a:srgbClr val="0B2F38"/>
                </a:solidFill>
                <a:latin typeface="Arial"/>
                <a:ea typeface="Arial"/>
                <a:cs typeface="Arial"/>
              </a:defRPr>
            </a:lvl6pPr>
            <a:lvl7pPr algn="ctr">
              <a:defRPr sz="1875">
                <a:solidFill>
                  <a:srgbClr val="0B2F38"/>
                </a:solidFill>
                <a:latin typeface="Arial"/>
                <a:ea typeface="Arial"/>
                <a:cs typeface="Arial"/>
              </a:defRPr>
            </a:lvl7pPr>
            <a:lvl8pPr algn="ctr">
              <a:defRPr sz="1875">
                <a:solidFill>
                  <a:srgbClr val="0B2F38"/>
                </a:solidFill>
                <a:latin typeface="Arial"/>
                <a:ea typeface="Arial"/>
                <a:cs typeface="Arial"/>
              </a:defRPr>
            </a:lvl8pPr>
            <a:lvl9pPr algn="ctr">
              <a:defRPr sz="1875">
                <a:solidFill>
                  <a:srgbClr val="0B2F38"/>
                </a:solidFill>
                <a:latin typeface="Arial"/>
                <a:ea typeface="Arial"/>
                <a:cs typeface="Arial"/>
              </a:defRPr>
            </a:lvl9pPr>
          </a:lstStyle>
          <a:p xmlns:a="http://schemas.openxmlformats.org/drawingml/2006/main">
            <a:pPr algn="ctr">
              <a:defRPr sz="1875">
                <a:solidFill>
                  <a:srgbClr val="0B2F38"/>
                </a:solidFill>
                <a:latin typeface="Arial"/>
                <a:ea typeface="Arial"/>
                <a:cs typeface="Arial"/>
              </a:defRPr>
            </a:pPr>
            <a:r>
              <a:rPr sz="1875">
                <a:solidFill>
                  <a:srgbClr val="0B2F38"/>
                </a:solidFill>
                <a:latin typeface="Arial"/>
                <a:ea typeface="Arial"/>
                <a:cs typeface="Arial"/>
              </a:rPr>
              <a:t>Release-Assets</a:t>
            </a:r>
          </a:p>
          <a:p xmlns:a="http://schemas.openxmlformats.org/drawingml/2006/main">
            <a:pPr algn="ctr">
              <a:defRPr sz="1875">
                <a:solidFill>
                  <a:srgbClr val="0B2F38"/>
                </a:solidFill>
                <a:latin typeface="Arial"/>
                <a:ea typeface="Arial"/>
                <a:cs typeface="Arial"/>
              </a:defRPr>
            </a:pPr>
            <a:r>
              <a:rPr sz="1875">
                <a:solidFill>
                  <a:srgbClr val="0B2F38"/>
                </a:solidFill>
                <a:latin typeface="Arial"/>
                <a:ea typeface="Arial"/>
                <a:cs typeface="Arial"/>
              </a:rPr>
              <a:t>Manifest + Hash</a:t>
            </a:r>
          </a:p>
        </p:txBody>
      </p:sp>
      <p:sp>
        <p:nvSpPr>
          <p:cNvPr id="6" name="diagram-Lokale SQLite">
            <a:extLst xmlns:a="http://schemas.openxmlformats.org/drawingml/2006/main">
              <a:ext uri="{FF2B5EF4-FFF2-40B4-BE49-F238E27FC236}">
                <a16:creationId xmlns:a16="http://schemas.microsoft.com/office/drawing/2014/main" id="{C9680522-070F-4F8F-8D5D-BF6FB48E1457}"/>
              </a:ext>
            </a:extLst>
          </p:cNvPr>
          <p:cNvSpPr>
            <a:spLocks xmlns:a="http://schemas.openxmlformats.org/drawingml/2006/main" noGrp="1"/>
          </p:cNvSpPr>
          <p:nvPr/>
        </p:nvSpPr>
        <p:spPr>
          <a:xfrm xmlns:a="http://schemas.openxmlformats.org/drawingml/2006/main">
            <a:off x="9124950" y="1924050"/>
            <a:ext cx="2457450" cy="1000125"/>
          </a:xfrm>
          <a:prstGeom xmlns:a="http://schemas.openxmlformats.org/drawingml/2006/main" prst="rect">
            <a:avLst/>
          </a:prstGeom>
          <a:solidFill xmlns:a="http://schemas.openxmlformats.org/drawingml/2006/main">
            <a:srgbClr val="0B2F38"/>
          </a:solidFill>
          <a:ln xmlns:a="http://schemas.openxmlformats.org/drawingml/2006/main" w="14288">
            <a:solidFill>
              <a:srgbClr val="0B2F38"/>
            </a:solidFill>
          </a:ln>
        </p:spPr>
        <p:txBody>
          <a:bodyPr xmlns:a="http://schemas.openxmlformats.org/drawingml/2006/main" lIns="133350" tIns="133350" rIns="133350" bIns="133350" anchor="ctr">
            <a:noAutofit/>
          </a:bodyPr>
          <a:lstStyle xmlns:a="http://schemas.openxmlformats.org/drawingml/2006/main">
            <a:defPPr algn="ctr">
              <a:defRPr sz="1875">
                <a:solidFill>
                  <a:srgbClr val="FFFFFF"/>
                </a:solidFill>
                <a:latin typeface="Arial"/>
                <a:ea typeface="Arial"/>
                <a:cs typeface="Arial"/>
              </a:defRPr>
            </a:defPPr>
            <a:lvl1pPr algn="ctr">
              <a:defRPr sz="1875">
                <a:solidFill>
                  <a:srgbClr val="FFFFFF"/>
                </a:solidFill>
                <a:latin typeface="Arial"/>
                <a:ea typeface="Arial"/>
                <a:cs typeface="Arial"/>
              </a:defRPr>
            </a:lvl1pPr>
            <a:lvl2pPr algn="ctr">
              <a:defRPr sz="1875">
                <a:solidFill>
                  <a:srgbClr val="FFFFFF"/>
                </a:solidFill>
                <a:latin typeface="Arial"/>
                <a:ea typeface="Arial"/>
                <a:cs typeface="Arial"/>
              </a:defRPr>
            </a:lvl2pPr>
            <a:lvl3pPr algn="ctr">
              <a:defRPr sz="1875">
                <a:solidFill>
                  <a:srgbClr val="FFFFFF"/>
                </a:solidFill>
                <a:latin typeface="Arial"/>
                <a:ea typeface="Arial"/>
                <a:cs typeface="Arial"/>
              </a:defRPr>
            </a:lvl3pPr>
            <a:lvl4pPr algn="ctr">
              <a:defRPr sz="1875">
                <a:solidFill>
                  <a:srgbClr val="FFFFFF"/>
                </a:solidFill>
                <a:latin typeface="Arial"/>
                <a:ea typeface="Arial"/>
                <a:cs typeface="Arial"/>
              </a:defRPr>
            </a:lvl4pPr>
            <a:lvl5pPr algn="ctr">
              <a:defRPr sz="1875">
                <a:solidFill>
                  <a:srgbClr val="FFFFFF"/>
                </a:solidFill>
                <a:latin typeface="Arial"/>
                <a:ea typeface="Arial"/>
                <a:cs typeface="Arial"/>
              </a:defRPr>
            </a:lvl5pPr>
            <a:lvl6pPr algn="ctr">
              <a:defRPr sz="1875">
                <a:solidFill>
                  <a:srgbClr val="FFFFFF"/>
                </a:solidFill>
                <a:latin typeface="Arial"/>
                <a:ea typeface="Arial"/>
                <a:cs typeface="Arial"/>
              </a:defRPr>
            </a:lvl6pPr>
            <a:lvl7pPr algn="ctr">
              <a:defRPr sz="1875">
                <a:solidFill>
                  <a:srgbClr val="FFFFFF"/>
                </a:solidFill>
                <a:latin typeface="Arial"/>
                <a:ea typeface="Arial"/>
                <a:cs typeface="Arial"/>
              </a:defRPr>
            </a:lvl7pPr>
            <a:lvl8pPr algn="ctr">
              <a:defRPr sz="1875">
                <a:solidFill>
                  <a:srgbClr val="FFFFFF"/>
                </a:solidFill>
                <a:latin typeface="Arial"/>
                <a:ea typeface="Arial"/>
                <a:cs typeface="Arial"/>
              </a:defRPr>
            </a:lvl8pPr>
            <a:lvl9pPr algn="ctr">
              <a:defRPr sz="1875">
                <a:solidFill>
                  <a:srgbClr val="FFFFFF"/>
                </a:solidFill>
                <a:latin typeface="Arial"/>
                <a:ea typeface="Arial"/>
                <a:cs typeface="Arial"/>
              </a:defRPr>
            </a:lvl9pPr>
          </a:lstStyle>
          <a:p xmlns:a="http://schemas.openxmlformats.org/drawingml/2006/main">
            <a:pPr algn="ctr">
              <a:defRPr sz="1875">
                <a:solidFill>
                  <a:srgbClr val="FFFFFF"/>
                </a:solidFill>
                <a:latin typeface="Arial"/>
                <a:ea typeface="Arial"/>
                <a:cs typeface="Arial"/>
              </a:defRPr>
            </a:pPr>
            <a:r>
              <a:rPr sz="1875">
                <a:solidFill>
                  <a:srgbClr val="FFFFFF"/>
                </a:solidFill>
                <a:latin typeface="Arial"/>
                <a:ea typeface="Arial"/>
                <a:cs typeface="Arial"/>
              </a:rPr>
              <a:t>Lokale SQLite</a:t>
            </a:r>
          </a:p>
          <a:p xmlns:a="http://schemas.openxmlformats.org/drawingml/2006/main">
            <a:pPr algn="ctr">
              <a:defRPr sz="1875">
                <a:solidFill>
                  <a:srgbClr val="FFFFFF"/>
                </a:solidFill>
                <a:latin typeface="Arial"/>
                <a:ea typeface="Arial"/>
                <a:cs typeface="Arial"/>
              </a:defRPr>
            </a:pPr>
            <a:r>
              <a:rPr sz="1875">
                <a:solidFill>
                  <a:srgbClr val="FFFFFF"/>
                </a:solidFill>
                <a:latin typeface="Arial"/>
                <a:ea typeface="Arial"/>
                <a:cs typeface="Arial"/>
              </a:rPr>
              <a:t>in der App</a:t>
            </a:r>
          </a:p>
        </p:txBody>
      </p:sp>
      <p:sp>
        <p:nvSpPr>
          <p:cNvPr id="10" name="text-9">
            <a:extLst xmlns:a="http://schemas.openxmlformats.org/drawingml/2006/main">
              <a:ext uri="{FF2B5EF4-FFF2-40B4-BE49-F238E27FC236}">
                <a16:creationId xmlns:a16="http://schemas.microsoft.com/office/drawing/2014/main" id="{6279F373-8ABA-4B20-815C-599D668D6AD1}"/>
              </a:ext>
            </a:extLst>
          </p:cNvPr>
          <p:cNvSpPr>
            <a:spLocks xmlns:a="http://schemas.openxmlformats.org/drawingml/2006/main" noGrp="1"/>
          </p:cNvSpPr>
          <p:nvPr/>
        </p:nvSpPr>
        <p:spPr>
          <a:xfrm xmlns:a="http://schemas.openxmlformats.org/drawingml/2006/main">
            <a:off x="609600" y="37909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B2F38"/>
                </a:solidFill>
                <a:latin typeface="Arial"/>
                <a:ea typeface="Arial"/>
                <a:cs typeface="Arial"/>
              </a:defRPr>
            </a:defPPr>
            <a:lvl1pPr algn="l">
              <a:defRPr sz="2400" b="1">
                <a:solidFill>
                  <a:srgbClr val="0B2F38"/>
                </a:solidFill>
                <a:latin typeface="Arial"/>
                <a:ea typeface="Arial"/>
                <a:cs typeface="Arial"/>
              </a:defRPr>
            </a:lvl1pPr>
            <a:lvl2pPr algn="l">
              <a:defRPr sz="2400" b="1">
                <a:solidFill>
                  <a:srgbClr val="0B2F38"/>
                </a:solidFill>
                <a:latin typeface="Arial"/>
                <a:ea typeface="Arial"/>
                <a:cs typeface="Arial"/>
              </a:defRPr>
            </a:lvl2pPr>
            <a:lvl3pPr algn="l">
              <a:defRPr sz="2400" b="1">
                <a:solidFill>
                  <a:srgbClr val="0B2F38"/>
                </a:solidFill>
                <a:latin typeface="Arial"/>
                <a:ea typeface="Arial"/>
                <a:cs typeface="Arial"/>
              </a:defRPr>
            </a:lvl3pPr>
            <a:lvl4pPr algn="l">
              <a:defRPr sz="2400" b="1">
                <a:solidFill>
                  <a:srgbClr val="0B2F38"/>
                </a:solidFill>
                <a:latin typeface="Arial"/>
                <a:ea typeface="Arial"/>
                <a:cs typeface="Arial"/>
              </a:defRPr>
            </a:lvl4pPr>
            <a:lvl5pPr algn="l">
              <a:defRPr sz="2400" b="1">
                <a:solidFill>
                  <a:srgbClr val="0B2F38"/>
                </a:solidFill>
                <a:latin typeface="Arial"/>
                <a:ea typeface="Arial"/>
                <a:cs typeface="Arial"/>
              </a:defRPr>
            </a:lvl5pPr>
            <a:lvl6pPr algn="l">
              <a:defRPr sz="2400" b="1">
                <a:solidFill>
                  <a:srgbClr val="0B2F38"/>
                </a:solidFill>
                <a:latin typeface="Arial"/>
                <a:ea typeface="Arial"/>
                <a:cs typeface="Arial"/>
              </a:defRPr>
            </a:lvl6pPr>
            <a:lvl7pPr algn="l">
              <a:defRPr sz="2400" b="1">
                <a:solidFill>
                  <a:srgbClr val="0B2F38"/>
                </a:solidFill>
                <a:latin typeface="Arial"/>
                <a:ea typeface="Arial"/>
                <a:cs typeface="Arial"/>
              </a:defRPr>
            </a:lvl7pPr>
            <a:lvl8pPr algn="l">
              <a:defRPr sz="2400" b="1">
                <a:solidFill>
                  <a:srgbClr val="0B2F38"/>
                </a:solidFill>
                <a:latin typeface="Arial"/>
                <a:ea typeface="Arial"/>
                <a:cs typeface="Arial"/>
              </a:defRPr>
            </a:lvl8pPr>
            <a:lvl9pPr algn="l">
              <a:defRPr sz="2400" b="1">
                <a:solidFill>
                  <a:srgbClr val="0B2F38"/>
                </a:solidFill>
                <a:latin typeface="Arial"/>
                <a:ea typeface="Arial"/>
                <a:cs typeface="Arial"/>
              </a:defRPr>
            </a:lvl9pPr>
          </a:lstStyle>
          <a:p xmlns:a="http://schemas.openxmlformats.org/drawingml/2006/main">
            <a:pPr algn="l">
              <a:defRPr sz="2400" b="1">
                <a:solidFill>
                  <a:srgbClr val="0B2F38"/>
                </a:solidFill>
                <a:latin typeface="Arial"/>
                <a:ea typeface="Arial"/>
                <a:cs typeface="Arial"/>
              </a:defRPr>
            </a:pPr>
            <a:r>
              <a:rPr sz="2400" b="1">
                <a:solidFill>
                  <a:srgbClr val="0B2F38"/>
                </a:solidFill>
                <a:latin typeface="Arial"/>
                <a:ea typeface="Arial"/>
                <a:cs typeface="Arial"/>
              </a:rPr>
              <a:t>Offline nutzbar</a:t>
            </a:r>
          </a:p>
        </p:txBody>
      </p:sp>
      <p:sp>
        <p:nvSpPr>
          <p:cNvPr id="11" name="text-10">
            <a:extLst xmlns:a="http://schemas.openxmlformats.org/drawingml/2006/main">
              <a:ext uri="{FF2B5EF4-FFF2-40B4-BE49-F238E27FC236}">
                <a16:creationId xmlns:a16="http://schemas.microsoft.com/office/drawing/2014/main" id="{F7EBF10E-6D73-4227-AED6-C18351D2E7F2}"/>
              </a:ext>
            </a:extLst>
          </p:cNvPr>
          <p:cNvSpPr>
            <a:spLocks xmlns:a="http://schemas.openxmlformats.org/drawingml/2006/main" noGrp="1"/>
          </p:cNvSpPr>
          <p:nvPr/>
        </p:nvSpPr>
        <p:spPr>
          <a:xfrm xmlns:a="http://schemas.openxmlformats.org/drawingml/2006/main">
            <a:off x="609600" y="4438650"/>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0646A"/>
                </a:solidFill>
                <a:latin typeface="Arial"/>
                <a:ea typeface="Arial"/>
                <a:cs typeface="Arial"/>
              </a:defRPr>
            </a:defPPr>
            <a:lvl1pPr algn="l">
              <a:defRPr sz="2100" b="0">
                <a:solidFill>
                  <a:srgbClr val="50646A"/>
                </a:solidFill>
                <a:latin typeface="Arial"/>
                <a:ea typeface="Arial"/>
                <a:cs typeface="Arial"/>
              </a:defRPr>
            </a:lvl1pPr>
            <a:lvl2pPr algn="l">
              <a:defRPr sz="2100" b="0">
                <a:solidFill>
                  <a:srgbClr val="50646A"/>
                </a:solidFill>
                <a:latin typeface="Arial"/>
                <a:ea typeface="Arial"/>
                <a:cs typeface="Arial"/>
              </a:defRPr>
            </a:lvl2pPr>
            <a:lvl3pPr algn="l">
              <a:defRPr sz="2100" b="0">
                <a:solidFill>
                  <a:srgbClr val="50646A"/>
                </a:solidFill>
                <a:latin typeface="Arial"/>
                <a:ea typeface="Arial"/>
                <a:cs typeface="Arial"/>
              </a:defRPr>
            </a:lvl3pPr>
            <a:lvl4pPr algn="l">
              <a:defRPr sz="2100" b="0">
                <a:solidFill>
                  <a:srgbClr val="50646A"/>
                </a:solidFill>
                <a:latin typeface="Arial"/>
                <a:ea typeface="Arial"/>
                <a:cs typeface="Arial"/>
              </a:defRPr>
            </a:lvl4pPr>
            <a:lvl5pPr algn="l">
              <a:defRPr sz="2100" b="0">
                <a:solidFill>
                  <a:srgbClr val="50646A"/>
                </a:solidFill>
                <a:latin typeface="Arial"/>
                <a:ea typeface="Arial"/>
                <a:cs typeface="Arial"/>
              </a:defRPr>
            </a:lvl5pPr>
            <a:lvl6pPr algn="l">
              <a:defRPr sz="2100" b="0">
                <a:solidFill>
                  <a:srgbClr val="50646A"/>
                </a:solidFill>
                <a:latin typeface="Arial"/>
                <a:ea typeface="Arial"/>
                <a:cs typeface="Arial"/>
              </a:defRPr>
            </a:lvl6pPr>
            <a:lvl7pPr algn="l">
              <a:defRPr sz="2100" b="0">
                <a:solidFill>
                  <a:srgbClr val="50646A"/>
                </a:solidFill>
                <a:latin typeface="Arial"/>
                <a:ea typeface="Arial"/>
                <a:cs typeface="Arial"/>
              </a:defRPr>
            </a:lvl7pPr>
            <a:lvl8pPr algn="l">
              <a:defRPr sz="2100" b="0">
                <a:solidFill>
                  <a:srgbClr val="50646A"/>
                </a:solidFill>
                <a:latin typeface="Arial"/>
                <a:ea typeface="Arial"/>
                <a:cs typeface="Arial"/>
              </a:defRPr>
            </a:lvl8pPr>
            <a:lvl9pPr algn="l">
              <a:defRPr sz="2100" b="0">
                <a:solidFill>
                  <a:srgbClr val="50646A"/>
                </a:solidFill>
                <a:latin typeface="Arial"/>
                <a:ea typeface="Arial"/>
                <a:cs typeface="Arial"/>
              </a:defRPr>
            </a:lvl9pPr>
          </a:lstStyle>
          <a:p xmlns:a="http://schemas.openxmlformats.org/drawingml/2006/main">
            <a:pPr algn="l">
              <a:defRPr sz="2100" b="0">
                <a:solidFill>
                  <a:srgbClr val="50646A"/>
                </a:solidFill>
                <a:latin typeface="Arial"/>
                <a:ea typeface="Arial"/>
                <a:cs typeface="Arial"/>
              </a:defRPr>
            </a:pPr>
            <a:r>
              <a:rPr sz="2100" b="0">
                <a:solidFill>
                  <a:srgbClr val="50646A"/>
                </a:solidFill>
                <a:latin typeface="Arial"/>
                <a:ea typeface="Arial"/>
                <a:cs typeface="Arial"/>
              </a:rPr>
              <a:t>Straße und Richtung</a:t>
            </a:r>
          </a:p>
          <a:p xmlns:a="http://schemas.openxmlformats.org/drawingml/2006/main">
            <a:pPr algn="l">
              <a:defRPr sz="2100" b="0">
                <a:solidFill>
                  <a:srgbClr val="50646A"/>
                </a:solidFill>
                <a:latin typeface="Arial"/>
                <a:ea typeface="Arial"/>
                <a:cs typeface="Arial"/>
              </a:defRPr>
            </a:pPr>
            <a:r>
              <a:rPr sz="2100" b="0">
                <a:solidFill>
                  <a:srgbClr val="50646A"/>
                </a:solidFill>
                <a:latin typeface="Arial"/>
                <a:ea typeface="Arial"/>
                <a:cs typeface="Arial"/>
              </a:rPr>
              <a:t>lokal zuordnen</a:t>
            </a:r>
          </a:p>
        </p:txBody>
      </p:sp>
      <p:sp>
        <p:nvSpPr>
          <p:cNvPr id="12" name="text-11">
            <a:extLst xmlns:a="http://schemas.openxmlformats.org/drawingml/2006/main">
              <a:ext uri="{FF2B5EF4-FFF2-40B4-BE49-F238E27FC236}">
                <a16:creationId xmlns:a16="http://schemas.microsoft.com/office/drawing/2014/main" id="{587C2C26-D0C1-4585-8911-7F3580328C55}"/>
              </a:ext>
            </a:extLst>
          </p:cNvPr>
          <p:cNvSpPr>
            <a:spLocks xmlns:a="http://schemas.openxmlformats.org/drawingml/2006/main" noGrp="1"/>
          </p:cNvSpPr>
          <p:nvPr/>
        </p:nvSpPr>
        <p:spPr>
          <a:xfrm xmlns:a="http://schemas.openxmlformats.org/drawingml/2006/main">
            <a:off x="4362450" y="37909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B2F38"/>
                </a:solidFill>
                <a:latin typeface="Arial"/>
                <a:ea typeface="Arial"/>
                <a:cs typeface="Arial"/>
              </a:defRPr>
            </a:defPPr>
            <a:lvl1pPr algn="l">
              <a:defRPr sz="2400" b="1">
                <a:solidFill>
                  <a:srgbClr val="0B2F38"/>
                </a:solidFill>
                <a:latin typeface="Arial"/>
                <a:ea typeface="Arial"/>
                <a:cs typeface="Arial"/>
              </a:defRPr>
            </a:lvl1pPr>
            <a:lvl2pPr algn="l">
              <a:defRPr sz="2400" b="1">
                <a:solidFill>
                  <a:srgbClr val="0B2F38"/>
                </a:solidFill>
                <a:latin typeface="Arial"/>
                <a:ea typeface="Arial"/>
                <a:cs typeface="Arial"/>
              </a:defRPr>
            </a:lvl2pPr>
            <a:lvl3pPr algn="l">
              <a:defRPr sz="2400" b="1">
                <a:solidFill>
                  <a:srgbClr val="0B2F38"/>
                </a:solidFill>
                <a:latin typeface="Arial"/>
                <a:ea typeface="Arial"/>
                <a:cs typeface="Arial"/>
              </a:defRPr>
            </a:lvl3pPr>
            <a:lvl4pPr algn="l">
              <a:defRPr sz="2400" b="1">
                <a:solidFill>
                  <a:srgbClr val="0B2F38"/>
                </a:solidFill>
                <a:latin typeface="Arial"/>
                <a:ea typeface="Arial"/>
                <a:cs typeface="Arial"/>
              </a:defRPr>
            </a:lvl4pPr>
            <a:lvl5pPr algn="l">
              <a:defRPr sz="2400" b="1">
                <a:solidFill>
                  <a:srgbClr val="0B2F38"/>
                </a:solidFill>
                <a:latin typeface="Arial"/>
                <a:ea typeface="Arial"/>
                <a:cs typeface="Arial"/>
              </a:defRPr>
            </a:lvl5pPr>
            <a:lvl6pPr algn="l">
              <a:defRPr sz="2400" b="1">
                <a:solidFill>
                  <a:srgbClr val="0B2F38"/>
                </a:solidFill>
                <a:latin typeface="Arial"/>
                <a:ea typeface="Arial"/>
                <a:cs typeface="Arial"/>
              </a:defRPr>
            </a:lvl6pPr>
            <a:lvl7pPr algn="l">
              <a:defRPr sz="2400" b="1">
                <a:solidFill>
                  <a:srgbClr val="0B2F38"/>
                </a:solidFill>
                <a:latin typeface="Arial"/>
                <a:ea typeface="Arial"/>
                <a:cs typeface="Arial"/>
              </a:defRPr>
            </a:lvl7pPr>
            <a:lvl8pPr algn="l">
              <a:defRPr sz="2400" b="1">
                <a:solidFill>
                  <a:srgbClr val="0B2F38"/>
                </a:solidFill>
                <a:latin typeface="Arial"/>
                <a:ea typeface="Arial"/>
                <a:cs typeface="Arial"/>
              </a:defRPr>
            </a:lvl8pPr>
            <a:lvl9pPr algn="l">
              <a:defRPr sz="2400" b="1">
                <a:solidFill>
                  <a:srgbClr val="0B2F38"/>
                </a:solidFill>
                <a:latin typeface="Arial"/>
                <a:ea typeface="Arial"/>
                <a:cs typeface="Arial"/>
              </a:defRPr>
            </a:lvl9pPr>
          </a:lstStyle>
          <a:p xmlns:a="http://schemas.openxmlformats.org/drawingml/2006/main">
            <a:pPr algn="l">
              <a:defRPr sz="2400" b="1">
                <a:solidFill>
                  <a:srgbClr val="0B2F38"/>
                </a:solidFill>
                <a:latin typeface="Arial"/>
                <a:ea typeface="Arial"/>
                <a:cs typeface="Arial"/>
              </a:defRPr>
            </a:pPr>
            <a:r>
              <a:rPr sz="2400" b="1">
                <a:solidFill>
                  <a:srgbClr val="0B2F38"/>
                </a:solidFill>
                <a:latin typeface="Arial"/>
                <a:ea typeface="Arial"/>
                <a:cs typeface="Arial"/>
              </a:rPr>
              <a:t>Versioniert</a:t>
            </a:r>
          </a:p>
        </p:txBody>
      </p:sp>
      <p:sp>
        <p:nvSpPr>
          <p:cNvPr id="13" name="text-12">
            <a:extLst xmlns:a="http://schemas.openxmlformats.org/drawingml/2006/main">
              <a:ext uri="{FF2B5EF4-FFF2-40B4-BE49-F238E27FC236}">
                <a16:creationId xmlns:a16="http://schemas.microsoft.com/office/drawing/2014/main" id="{B1F3D103-A0A3-4A48-930F-B2F703BA979B}"/>
              </a:ext>
            </a:extLst>
          </p:cNvPr>
          <p:cNvSpPr>
            <a:spLocks xmlns:a="http://schemas.openxmlformats.org/drawingml/2006/main" noGrp="1"/>
          </p:cNvSpPr>
          <p:nvPr/>
        </p:nvSpPr>
        <p:spPr>
          <a:xfrm xmlns:a="http://schemas.openxmlformats.org/drawingml/2006/main">
            <a:off x="4362450" y="4438650"/>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0646A"/>
                </a:solidFill>
                <a:latin typeface="Arial"/>
                <a:ea typeface="Arial"/>
                <a:cs typeface="Arial"/>
              </a:defRPr>
            </a:defPPr>
            <a:lvl1pPr algn="l">
              <a:defRPr sz="2100" b="0">
                <a:solidFill>
                  <a:srgbClr val="50646A"/>
                </a:solidFill>
                <a:latin typeface="Arial"/>
                <a:ea typeface="Arial"/>
                <a:cs typeface="Arial"/>
              </a:defRPr>
            </a:lvl1pPr>
            <a:lvl2pPr algn="l">
              <a:defRPr sz="2100" b="0">
                <a:solidFill>
                  <a:srgbClr val="50646A"/>
                </a:solidFill>
                <a:latin typeface="Arial"/>
                <a:ea typeface="Arial"/>
                <a:cs typeface="Arial"/>
              </a:defRPr>
            </a:lvl2pPr>
            <a:lvl3pPr algn="l">
              <a:defRPr sz="2100" b="0">
                <a:solidFill>
                  <a:srgbClr val="50646A"/>
                </a:solidFill>
                <a:latin typeface="Arial"/>
                <a:ea typeface="Arial"/>
                <a:cs typeface="Arial"/>
              </a:defRPr>
            </a:lvl3pPr>
            <a:lvl4pPr algn="l">
              <a:defRPr sz="2100" b="0">
                <a:solidFill>
                  <a:srgbClr val="50646A"/>
                </a:solidFill>
                <a:latin typeface="Arial"/>
                <a:ea typeface="Arial"/>
                <a:cs typeface="Arial"/>
              </a:defRPr>
            </a:lvl4pPr>
            <a:lvl5pPr algn="l">
              <a:defRPr sz="2100" b="0">
                <a:solidFill>
                  <a:srgbClr val="50646A"/>
                </a:solidFill>
                <a:latin typeface="Arial"/>
                <a:ea typeface="Arial"/>
                <a:cs typeface="Arial"/>
              </a:defRPr>
            </a:lvl5pPr>
            <a:lvl6pPr algn="l">
              <a:defRPr sz="2100" b="0">
                <a:solidFill>
                  <a:srgbClr val="50646A"/>
                </a:solidFill>
                <a:latin typeface="Arial"/>
                <a:ea typeface="Arial"/>
                <a:cs typeface="Arial"/>
              </a:defRPr>
            </a:lvl6pPr>
            <a:lvl7pPr algn="l">
              <a:defRPr sz="2100" b="0">
                <a:solidFill>
                  <a:srgbClr val="50646A"/>
                </a:solidFill>
                <a:latin typeface="Arial"/>
                <a:ea typeface="Arial"/>
                <a:cs typeface="Arial"/>
              </a:defRPr>
            </a:lvl7pPr>
            <a:lvl8pPr algn="l">
              <a:defRPr sz="2100" b="0">
                <a:solidFill>
                  <a:srgbClr val="50646A"/>
                </a:solidFill>
                <a:latin typeface="Arial"/>
                <a:ea typeface="Arial"/>
                <a:cs typeface="Arial"/>
              </a:defRPr>
            </a:lvl8pPr>
            <a:lvl9pPr algn="l">
              <a:defRPr sz="2100" b="0">
                <a:solidFill>
                  <a:srgbClr val="50646A"/>
                </a:solidFill>
                <a:latin typeface="Arial"/>
                <a:ea typeface="Arial"/>
                <a:cs typeface="Arial"/>
              </a:defRPr>
            </a:lvl9pPr>
          </a:lstStyle>
          <a:p xmlns:a="http://schemas.openxmlformats.org/drawingml/2006/main">
            <a:pPr algn="l">
              <a:defRPr sz="2100" b="0">
                <a:solidFill>
                  <a:srgbClr val="50646A"/>
                </a:solidFill>
                <a:latin typeface="Arial"/>
                <a:ea typeface="Arial"/>
                <a:cs typeface="Arial"/>
              </a:defRPr>
            </a:pPr>
            <a:r>
              <a:rPr sz="2100" b="0">
                <a:solidFill>
                  <a:srgbClr val="50646A"/>
                </a:solidFill>
                <a:latin typeface="Arial"/>
                <a:ea typeface="Arial"/>
                <a:cs typeface="Arial"/>
              </a:rPr>
              <a:t>Paketstand und</a:t>
            </a:r>
          </a:p>
          <a:p xmlns:a="http://schemas.openxmlformats.org/drawingml/2006/main">
            <a:pPr algn="l">
              <a:defRPr sz="2100" b="0">
                <a:solidFill>
                  <a:srgbClr val="50646A"/>
                </a:solidFill>
                <a:latin typeface="Arial"/>
                <a:ea typeface="Arial"/>
                <a:cs typeface="Arial"/>
              </a:defRPr>
            </a:pPr>
            <a:r>
              <a:rPr sz="2100" b="0">
                <a:solidFill>
                  <a:srgbClr val="50646A"/>
                </a:solidFill>
                <a:latin typeface="Arial"/>
                <a:ea typeface="Arial"/>
                <a:cs typeface="Arial"/>
              </a:rPr>
              <a:t>Datenherkunft prüfen</a:t>
            </a:r>
          </a:p>
        </p:txBody>
      </p:sp>
      <p:sp>
        <p:nvSpPr>
          <p:cNvPr id="14" name="text-13">
            <a:extLst xmlns:a="http://schemas.openxmlformats.org/drawingml/2006/main">
              <a:ext uri="{FF2B5EF4-FFF2-40B4-BE49-F238E27FC236}">
                <a16:creationId xmlns:a16="http://schemas.microsoft.com/office/drawing/2014/main" id="{4759D071-66FE-4B8D-A9B5-6B40839217A9}"/>
              </a:ext>
            </a:extLst>
          </p:cNvPr>
          <p:cNvSpPr>
            <a:spLocks xmlns:a="http://schemas.openxmlformats.org/drawingml/2006/main" noGrp="1"/>
          </p:cNvSpPr>
          <p:nvPr/>
        </p:nvSpPr>
        <p:spPr>
          <a:xfrm xmlns:a="http://schemas.openxmlformats.org/drawingml/2006/main">
            <a:off x="8115300" y="37909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B2F38"/>
                </a:solidFill>
                <a:latin typeface="Arial"/>
                <a:ea typeface="Arial"/>
                <a:cs typeface="Arial"/>
              </a:defRPr>
            </a:defPPr>
            <a:lvl1pPr algn="l">
              <a:defRPr sz="2400" b="1">
                <a:solidFill>
                  <a:srgbClr val="0B2F38"/>
                </a:solidFill>
                <a:latin typeface="Arial"/>
                <a:ea typeface="Arial"/>
                <a:cs typeface="Arial"/>
              </a:defRPr>
            </a:lvl1pPr>
            <a:lvl2pPr algn="l">
              <a:defRPr sz="2400" b="1">
                <a:solidFill>
                  <a:srgbClr val="0B2F38"/>
                </a:solidFill>
                <a:latin typeface="Arial"/>
                <a:ea typeface="Arial"/>
                <a:cs typeface="Arial"/>
              </a:defRPr>
            </a:lvl2pPr>
            <a:lvl3pPr algn="l">
              <a:defRPr sz="2400" b="1">
                <a:solidFill>
                  <a:srgbClr val="0B2F38"/>
                </a:solidFill>
                <a:latin typeface="Arial"/>
                <a:ea typeface="Arial"/>
                <a:cs typeface="Arial"/>
              </a:defRPr>
            </a:lvl3pPr>
            <a:lvl4pPr algn="l">
              <a:defRPr sz="2400" b="1">
                <a:solidFill>
                  <a:srgbClr val="0B2F38"/>
                </a:solidFill>
                <a:latin typeface="Arial"/>
                <a:ea typeface="Arial"/>
                <a:cs typeface="Arial"/>
              </a:defRPr>
            </a:lvl4pPr>
            <a:lvl5pPr algn="l">
              <a:defRPr sz="2400" b="1">
                <a:solidFill>
                  <a:srgbClr val="0B2F38"/>
                </a:solidFill>
                <a:latin typeface="Arial"/>
                <a:ea typeface="Arial"/>
                <a:cs typeface="Arial"/>
              </a:defRPr>
            </a:lvl5pPr>
            <a:lvl6pPr algn="l">
              <a:defRPr sz="2400" b="1">
                <a:solidFill>
                  <a:srgbClr val="0B2F38"/>
                </a:solidFill>
                <a:latin typeface="Arial"/>
                <a:ea typeface="Arial"/>
                <a:cs typeface="Arial"/>
              </a:defRPr>
            </a:lvl6pPr>
            <a:lvl7pPr algn="l">
              <a:defRPr sz="2400" b="1">
                <a:solidFill>
                  <a:srgbClr val="0B2F38"/>
                </a:solidFill>
                <a:latin typeface="Arial"/>
                <a:ea typeface="Arial"/>
                <a:cs typeface="Arial"/>
              </a:defRPr>
            </a:lvl7pPr>
            <a:lvl8pPr algn="l">
              <a:defRPr sz="2400" b="1">
                <a:solidFill>
                  <a:srgbClr val="0B2F38"/>
                </a:solidFill>
                <a:latin typeface="Arial"/>
                <a:ea typeface="Arial"/>
                <a:cs typeface="Arial"/>
              </a:defRPr>
            </a:lvl8pPr>
            <a:lvl9pPr algn="l">
              <a:defRPr sz="2400" b="1">
                <a:solidFill>
                  <a:srgbClr val="0B2F38"/>
                </a:solidFill>
                <a:latin typeface="Arial"/>
                <a:ea typeface="Arial"/>
                <a:cs typeface="Arial"/>
              </a:defRPr>
            </a:lvl9pPr>
          </a:lstStyle>
          <a:p xmlns:a="http://schemas.openxmlformats.org/drawingml/2006/main">
            <a:pPr algn="l">
              <a:defRPr sz="2400" b="1">
                <a:solidFill>
                  <a:srgbClr val="0B2F38"/>
                </a:solidFill>
                <a:latin typeface="Arial"/>
                <a:ea typeface="Arial"/>
                <a:cs typeface="Arial"/>
              </a:defRPr>
            </a:pPr>
            <a:r>
              <a:rPr sz="2400" b="1">
                <a:solidFill>
                  <a:srgbClr val="0B2F38"/>
                </a:solidFill>
                <a:latin typeface="Arial"/>
                <a:ea typeface="Arial"/>
                <a:cs typeface="Arial"/>
              </a:rPr>
              <a:t>Aktualisierbar</a:t>
            </a:r>
          </a:p>
        </p:txBody>
      </p:sp>
      <p:sp>
        <p:nvSpPr>
          <p:cNvPr id="15" name="text-14">
            <a:extLst xmlns:a="http://schemas.openxmlformats.org/drawingml/2006/main">
              <a:ext uri="{FF2B5EF4-FFF2-40B4-BE49-F238E27FC236}">
                <a16:creationId xmlns:a16="http://schemas.microsoft.com/office/drawing/2014/main" id="{1D1F2769-B3EC-4039-85D2-DB8FDC579913}"/>
              </a:ext>
            </a:extLst>
          </p:cNvPr>
          <p:cNvSpPr>
            <a:spLocks xmlns:a="http://schemas.openxmlformats.org/drawingml/2006/main" noGrp="1"/>
          </p:cNvSpPr>
          <p:nvPr/>
        </p:nvSpPr>
        <p:spPr>
          <a:xfrm xmlns:a="http://schemas.openxmlformats.org/drawingml/2006/main">
            <a:off x="8115300" y="4438650"/>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0646A"/>
                </a:solidFill>
                <a:latin typeface="Arial"/>
                <a:ea typeface="Arial"/>
                <a:cs typeface="Arial"/>
              </a:defRPr>
            </a:defPPr>
            <a:lvl1pPr algn="l">
              <a:defRPr sz="2100" b="0">
                <a:solidFill>
                  <a:srgbClr val="50646A"/>
                </a:solidFill>
                <a:latin typeface="Arial"/>
                <a:ea typeface="Arial"/>
                <a:cs typeface="Arial"/>
              </a:defRPr>
            </a:lvl1pPr>
            <a:lvl2pPr algn="l">
              <a:defRPr sz="2100" b="0">
                <a:solidFill>
                  <a:srgbClr val="50646A"/>
                </a:solidFill>
                <a:latin typeface="Arial"/>
                <a:ea typeface="Arial"/>
                <a:cs typeface="Arial"/>
              </a:defRPr>
            </a:lvl2pPr>
            <a:lvl3pPr algn="l">
              <a:defRPr sz="2100" b="0">
                <a:solidFill>
                  <a:srgbClr val="50646A"/>
                </a:solidFill>
                <a:latin typeface="Arial"/>
                <a:ea typeface="Arial"/>
                <a:cs typeface="Arial"/>
              </a:defRPr>
            </a:lvl3pPr>
            <a:lvl4pPr algn="l">
              <a:defRPr sz="2100" b="0">
                <a:solidFill>
                  <a:srgbClr val="50646A"/>
                </a:solidFill>
                <a:latin typeface="Arial"/>
                <a:ea typeface="Arial"/>
                <a:cs typeface="Arial"/>
              </a:defRPr>
            </a:lvl4pPr>
            <a:lvl5pPr algn="l">
              <a:defRPr sz="2100" b="0">
                <a:solidFill>
                  <a:srgbClr val="50646A"/>
                </a:solidFill>
                <a:latin typeface="Arial"/>
                <a:ea typeface="Arial"/>
                <a:cs typeface="Arial"/>
              </a:defRPr>
            </a:lvl5pPr>
            <a:lvl6pPr algn="l">
              <a:defRPr sz="2100" b="0">
                <a:solidFill>
                  <a:srgbClr val="50646A"/>
                </a:solidFill>
                <a:latin typeface="Arial"/>
                <a:ea typeface="Arial"/>
                <a:cs typeface="Arial"/>
              </a:defRPr>
            </a:lvl6pPr>
            <a:lvl7pPr algn="l">
              <a:defRPr sz="2100" b="0">
                <a:solidFill>
                  <a:srgbClr val="50646A"/>
                </a:solidFill>
                <a:latin typeface="Arial"/>
                <a:ea typeface="Arial"/>
                <a:cs typeface="Arial"/>
              </a:defRPr>
            </a:lvl7pPr>
            <a:lvl8pPr algn="l">
              <a:defRPr sz="2100" b="0">
                <a:solidFill>
                  <a:srgbClr val="50646A"/>
                </a:solidFill>
                <a:latin typeface="Arial"/>
                <a:ea typeface="Arial"/>
                <a:cs typeface="Arial"/>
              </a:defRPr>
            </a:lvl8pPr>
            <a:lvl9pPr algn="l">
              <a:defRPr sz="2100" b="0">
                <a:solidFill>
                  <a:srgbClr val="50646A"/>
                </a:solidFill>
                <a:latin typeface="Arial"/>
                <a:ea typeface="Arial"/>
                <a:cs typeface="Arial"/>
              </a:defRPr>
            </a:lvl9pPr>
          </a:lstStyle>
          <a:p xmlns:a="http://schemas.openxmlformats.org/drawingml/2006/main">
            <a:pPr algn="l">
              <a:defRPr sz="2100" b="0">
                <a:solidFill>
                  <a:srgbClr val="50646A"/>
                </a:solidFill>
                <a:latin typeface="Arial"/>
                <a:ea typeface="Arial"/>
                <a:cs typeface="Arial"/>
              </a:defRPr>
            </a:pPr>
            <a:r>
              <a:rPr sz="2100" b="0">
                <a:solidFill>
                  <a:srgbClr val="50646A"/>
                </a:solidFill>
                <a:latin typeface="Arial"/>
                <a:ea typeface="Arial"/>
                <a:cs typeface="Arial"/>
              </a:rPr>
              <a:t>Bessere OSM-Daten</a:t>
            </a:r>
          </a:p>
          <a:p xmlns:a="http://schemas.openxmlformats.org/drawingml/2006/main">
            <a:pPr algn="l">
              <a:defRPr sz="2100" b="0">
                <a:solidFill>
                  <a:srgbClr val="50646A"/>
                </a:solidFill>
                <a:latin typeface="Arial"/>
                <a:ea typeface="Arial"/>
                <a:cs typeface="Arial"/>
              </a:defRPr>
            </a:pPr>
            <a:r>
              <a:rPr sz="2100" b="0">
                <a:solidFill>
                  <a:srgbClr val="50646A"/>
                </a:solidFill>
                <a:latin typeface="Arial"/>
                <a:ea typeface="Arial"/>
                <a:cs typeface="Arial"/>
              </a:rPr>
              <a:t>werden zu neuen Bundles</a:t>
            </a:r>
          </a:p>
        </p:txBody>
      </p:sp>
      <p:sp>
        <p:nvSpPr>
          <p:cNvPr id="16" name="text-15">
            <a:extLst xmlns:a="http://schemas.openxmlformats.org/drawingml/2006/main">
              <a:ext uri="{FF2B5EF4-FFF2-40B4-BE49-F238E27FC236}">
                <a16:creationId xmlns:a16="http://schemas.microsoft.com/office/drawing/2014/main" id="{C6899E21-8B69-47E4-9FD0-674889C62AD7}"/>
              </a:ext>
            </a:extLst>
          </p:cNvPr>
          <p:cNvSpPr>
            <a:spLocks xmlns:a="http://schemas.openxmlformats.org/drawingml/2006/main" noGrp="1"/>
          </p:cNvSpPr>
          <p:nvPr/>
        </p:nvSpPr>
        <p:spPr>
          <a:xfrm xmlns:a="http://schemas.openxmlformats.org/drawingml/2006/main">
            <a:off x="609600" y="590550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0646A"/>
                </a:solidFill>
                <a:latin typeface="Arial"/>
                <a:ea typeface="Arial"/>
                <a:cs typeface="Arial"/>
              </a:defRPr>
            </a:defPPr>
            <a:lvl1pPr algn="l">
              <a:defRPr sz="1575" b="0">
                <a:solidFill>
                  <a:srgbClr val="50646A"/>
                </a:solidFill>
                <a:latin typeface="Arial"/>
                <a:ea typeface="Arial"/>
                <a:cs typeface="Arial"/>
              </a:defRPr>
            </a:lvl1pPr>
            <a:lvl2pPr algn="l">
              <a:defRPr sz="1575" b="0">
                <a:solidFill>
                  <a:srgbClr val="50646A"/>
                </a:solidFill>
                <a:latin typeface="Arial"/>
                <a:ea typeface="Arial"/>
                <a:cs typeface="Arial"/>
              </a:defRPr>
            </a:lvl2pPr>
            <a:lvl3pPr algn="l">
              <a:defRPr sz="1575" b="0">
                <a:solidFill>
                  <a:srgbClr val="50646A"/>
                </a:solidFill>
                <a:latin typeface="Arial"/>
                <a:ea typeface="Arial"/>
                <a:cs typeface="Arial"/>
              </a:defRPr>
            </a:lvl3pPr>
            <a:lvl4pPr algn="l">
              <a:defRPr sz="1575" b="0">
                <a:solidFill>
                  <a:srgbClr val="50646A"/>
                </a:solidFill>
                <a:latin typeface="Arial"/>
                <a:ea typeface="Arial"/>
                <a:cs typeface="Arial"/>
              </a:defRPr>
            </a:lvl4pPr>
            <a:lvl5pPr algn="l">
              <a:defRPr sz="1575" b="0">
                <a:solidFill>
                  <a:srgbClr val="50646A"/>
                </a:solidFill>
                <a:latin typeface="Arial"/>
                <a:ea typeface="Arial"/>
                <a:cs typeface="Arial"/>
              </a:defRPr>
            </a:lvl5pPr>
            <a:lvl6pPr algn="l">
              <a:defRPr sz="1575" b="0">
                <a:solidFill>
                  <a:srgbClr val="50646A"/>
                </a:solidFill>
                <a:latin typeface="Arial"/>
                <a:ea typeface="Arial"/>
                <a:cs typeface="Arial"/>
              </a:defRPr>
            </a:lvl6pPr>
            <a:lvl7pPr algn="l">
              <a:defRPr sz="1575" b="0">
                <a:solidFill>
                  <a:srgbClr val="50646A"/>
                </a:solidFill>
                <a:latin typeface="Arial"/>
                <a:ea typeface="Arial"/>
                <a:cs typeface="Arial"/>
              </a:defRPr>
            </a:lvl7pPr>
            <a:lvl8pPr algn="l">
              <a:defRPr sz="1575" b="0">
                <a:solidFill>
                  <a:srgbClr val="50646A"/>
                </a:solidFill>
                <a:latin typeface="Arial"/>
                <a:ea typeface="Arial"/>
                <a:cs typeface="Arial"/>
              </a:defRPr>
            </a:lvl8pPr>
            <a:lvl9pPr algn="l">
              <a:defRPr sz="1575" b="0">
                <a:solidFill>
                  <a:srgbClr val="50646A"/>
                </a:solidFill>
                <a:latin typeface="Arial"/>
                <a:ea typeface="Arial"/>
                <a:cs typeface="Arial"/>
              </a:defRPr>
            </a:lvl9pPr>
          </a:lstStyle>
          <a:p xmlns:a="http://schemas.openxmlformats.org/drawingml/2006/main">
            <a:pPr algn="l">
              <a:defRPr sz="1575" b="0">
                <a:solidFill>
                  <a:srgbClr val="50646A"/>
                </a:solidFill>
                <a:latin typeface="Arial"/>
                <a:ea typeface="Arial"/>
                <a:cs typeface="Arial"/>
              </a:defRPr>
            </a:pPr>
            <a:r>
              <a:rPr sz="1575" b="0">
                <a:solidFill>
                  <a:srgbClr val="50646A"/>
                </a:solidFill>
                <a:latin typeface="Arial"/>
                <a:ea typeface="Arial"/>
                <a:cs typeface="Arial"/>
              </a:rPr>
              <a:t>Regional auswählen → herunterladen → prüfen → lokal aktivieren</a:t>
            </a:r>
          </a:p>
        </p:txBody>
      </p:sp>
    </p:spTree>
    <p:extLst>
      <p:ext uri="{BB962C8B-B14F-4D97-AF65-F5344CB8AC3E}">
        <p14:creationId xmlns:p14="http://schemas.microsoft.com/office/powerpoint/2010/main" val="629900613"/>
      </p:ext>
    </p:extLst>
  </p:cSld>
</p:sld>
</file>

<file path=ppt/slides/slide13.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16B9D02A-FFFE-494A-B749-1FCEF1B9853B}"/>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B2F38"/>
                </a:solidFill>
                <a:latin typeface="Arial"/>
                <a:ea typeface="Arial"/>
                <a:cs typeface="Arial"/>
              </a:defRPr>
            </a:defPPr>
            <a:lvl1pPr algn="l">
              <a:defRPr sz="3300" b="1">
                <a:solidFill>
                  <a:srgbClr val="0B2F38"/>
                </a:solidFill>
                <a:latin typeface="Arial"/>
                <a:ea typeface="Arial"/>
                <a:cs typeface="Arial"/>
              </a:defRPr>
            </a:lvl1pPr>
            <a:lvl2pPr algn="l">
              <a:defRPr sz="3300" b="1">
                <a:solidFill>
                  <a:srgbClr val="0B2F38"/>
                </a:solidFill>
                <a:latin typeface="Arial"/>
                <a:ea typeface="Arial"/>
                <a:cs typeface="Arial"/>
              </a:defRPr>
            </a:lvl2pPr>
            <a:lvl3pPr algn="l">
              <a:defRPr sz="3300" b="1">
                <a:solidFill>
                  <a:srgbClr val="0B2F38"/>
                </a:solidFill>
                <a:latin typeface="Arial"/>
                <a:ea typeface="Arial"/>
                <a:cs typeface="Arial"/>
              </a:defRPr>
            </a:lvl3pPr>
            <a:lvl4pPr algn="l">
              <a:defRPr sz="3300" b="1">
                <a:solidFill>
                  <a:srgbClr val="0B2F38"/>
                </a:solidFill>
                <a:latin typeface="Arial"/>
                <a:ea typeface="Arial"/>
                <a:cs typeface="Arial"/>
              </a:defRPr>
            </a:lvl4pPr>
            <a:lvl5pPr algn="l">
              <a:defRPr sz="3300" b="1">
                <a:solidFill>
                  <a:srgbClr val="0B2F38"/>
                </a:solidFill>
                <a:latin typeface="Arial"/>
                <a:ea typeface="Arial"/>
                <a:cs typeface="Arial"/>
              </a:defRPr>
            </a:lvl5pPr>
            <a:lvl6pPr algn="l">
              <a:defRPr sz="3300" b="1">
                <a:solidFill>
                  <a:srgbClr val="0B2F38"/>
                </a:solidFill>
                <a:latin typeface="Arial"/>
                <a:ea typeface="Arial"/>
                <a:cs typeface="Arial"/>
              </a:defRPr>
            </a:lvl6pPr>
            <a:lvl7pPr algn="l">
              <a:defRPr sz="3300" b="1">
                <a:solidFill>
                  <a:srgbClr val="0B2F38"/>
                </a:solidFill>
                <a:latin typeface="Arial"/>
                <a:ea typeface="Arial"/>
                <a:cs typeface="Arial"/>
              </a:defRPr>
            </a:lvl7pPr>
            <a:lvl8pPr algn="l">
              <a:defRPr sz="3300" b="1">
                <a:solidFill>
                  <a:srgbClr val="0B2F38"/>
                </a:solidFill>
                <a:latin typeface="Arial"/>
                <a:ea typeface="Arial"/>
                <a:cs typeface="Arial"/>
              </a:defRPr>
            </a:lvl8pPr>
            <a:lvl9pPr algn="l">
              <a:defRPr sz="3300" b="1">
                <a:solidFill>
                  <a:srgbClr val="0B2F38"/>
                </a:solidFill>
                <a:latin typeface="Arial"/>
                <a:ea typeface="Arial"/>
                <a:cs typeface="Arial"/>
              </a:defRPr>
            </a:lvl9pPr>
          </a:lstStyle>
          <a:p xmlns:a="http://schemas.openxmlformats.org/drawingml/2006/main">
            <a:pPr algn="l">
              <a:defRPr sz="3300" b="1">
                <a:solidFill>
                  <a:srgbClr val="0B2F38"/>
                </a:solidFill>
                <a:latin typeface="Arial"/>
                <a:ea typeface="Arial"/>
                <a:cs typeface="Arial"/>
              </a:defRPr>
            </a:pPr>
            <a:r>
              <a:rPr sz="3300" b="1">
                <a:solidFill>
                  <a:srgbClr val="0B2F38"/>
                </a:solidFill>
                <a:latin typeface="Arial"/>
                <a:ea typeface="Arial"/>
                <a:cs typeface="Arial"/>
              </a:rPr>
              <a:t>Drei unterschiedliche Datenausgaben</a:t>
            </a:r>
          </a:p>
        </p:txBody>
      </p:sp>
      <p:sp>
        <p:nvSpPr>
          <p:cNvPr id="2" name="text-1">
            <a:extLst xmlns:a="http://schemas.openxmlformats.org/drawingml/2006/main">
              <a:ext uri="{FF2B5EF4-FFF2-40B4-BE49-F238E27FC236}">
                <a16:creationId xmlns:a16="http://schemas.microsoft.com/office/drawing/2014/main" id="{DFC2F625-3E6B-461F-94C7-E16F66B68A10}"/>
              </a:ext>
            </a:extLst>
          </p:cNvPr>
          <p:cNvSpPr>
            <a:spLocks xmlns:a="http://schemas.openxmlformats.org/drawingml/2006/main" noGrp="1"/>
          </p:cNvSpPr>
          <p:nvPr/>
        </p:nvSpPr>
        <p:spPr>
          <a:xfrm xmlns:a="http://schemas.openxmlformats.org/drawingml/2006/main">
            <a:off x="11144250" y="6477000"/>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defRPr sz="1125" b="0">
                <a:solidFill>
                  <a:srgbClr val="50646A"/>
                </a:solidFill>
                <a:latin typeface="Arial"/>
                <a:ea typeface="Arial"/>
                <a:cs typeface="Arial"/>
              </a:defRPr>
            </a:lvl1pPr>
            <a:lvl2pPr algn="r">
              <a:defRPr sz="1125" b="0">
                <a:solidFill>
                  <a:srgbClr val="50646A"/>
                </a:solidFill>
                <a:latin typeface="Arial"/>
                <a:ea typeface="Arial"/>
                <a:cs typeface="Arial"/>
              </a:defRPr>
            </a:lvl2pPr>
            <a:lvl3pPr algn="r">
              <a:defRPr sz="1125" b="0">
                <a:solidFill>
                  <a:srgbClr val="50646A"/>
                </a:solidFill>
                <a:latin typeface="Arial"/>
                <a:ea typeface="Arial"/>
                <a:cs typeface="Arial"/>
              </a:defRPr>
            </a:lvl3pPr>
            <a:lvl4pPr algn="r">
              <a:defRPr sz="1125" b="0">
                <a:solidFill>
                  <a:srgbClr val="50646A"/>
                </a:solidFill>
                <a:latin typeface="Arial"/>
                <a:ea typeface="Arial"/>
                <a:cs typeface="Arial"/>
              </a:defRPr>
            </a:lvl4pPr>
            <a:lvl5pPr algn="r">
              <a:defRPr sz="1125" b="0">
                <a:solidFill>
                  <a:srgbClr val="50646A"/>
                </a:solidFill>
                <a:latin typeface="Arial"/>
                <a:ea typeface="Arial"/>
                <a:cs typeface="Arial"/>
              </a:defRPr>
            </a:lvl5pPr>
            <a:lvl6pPr algn="r">
              <a:defRPr sz="1125" b="0">
                <a:solidFill>
                  <a:srgbClr val="50646A"/>
                </a:solidFill>
                <a:latin typeface="Arial"/>
                <a:ea typeface="Arial"/>
                <a:cs typeface="Arial"/>
              </a:defRPr>
            </a:lvl6pPr>
            <a:lvl7pPr algn="r">
              <a:defRPr sz="1125" b="0">
                <a:solidFill>
                  <a:srgbClr val="50646A"/>
                </a:solidFill>
                <a:latin typeface="Arial"/>
                <a:ea typeface="Arial"/>
                <a:cs typeface="Arial"/>
              </a:defRPr>
            </a:lvl7pPr>
            <a:lvl8pPr algn="r">
              <a:defRPr sz="1125" b="0">
                <a:solidFill>
                  <a:srgbClr val="50646A"/>
                </a:solidFill>
                <a:latin typeface="Arial"/>
                <a:ea typeface="Arial"/>
                <a:cs typeface="Arial"/>
              </a:defRPr>
            </a:lvl8pPr>
            <a:lvl9pPr algn="r">
              <a:defRPr sz="1125" b="0">
                <a:solidFill>
                  <a:srgbClr val="50646A"/>
                </a:solidFill>
                <a:latin typeface="Arial"/>
                <a:ea typeface="Arial"/>
                <a:cs typeface="Arial"/>
              </a:defRPr>
            </a:lvl9pPr>
          </a:lstStyle>
          <a:p xmlns:a="http://schemas.openxmlformats.org/drawingml/2006/main">
            <a:pPr algn="r">
              <a:defRPr sz="1125" b="0">
                <a:solidFill>
                  <a:srgbClr val="50646A"/>
                </a:solidFill>
                <a:latin typeface="Arial"/>
                <a:ea typeface="Arial"/>
                <a:cs typeface="Arial"/>
              </a:defRPr>
            </a:pPr>
            <a:r>
              <a:rPr sz="1125" b="0">
                <a:solidFill>
                  <a:srgbClr val="50646A"/>
                </a:solidFill>
                <a:latin typeface="Arial"/>
                <a:ea typeface="Arial"/>
                <a:cs typeface="Arial"/>
              </a:rPr>
              <a:t>13</a:t>
            </a:r>
          </a:p>
        </p:txBody>
      </p:sp>
      <p:sp>
        <p:nvSpPr>
          <p:cNvPr id="3" name="text-2">
            <a:extLst xmlns:a="http://schemas.openxmlformats.org/drawingml/2006/main">
              <a:ext uri="{FF2B5EF4-FFF2-40B4-BE49-F238E27FC236}">
                <a16:creationId xmlns:a16="http://schemas.microsoft.com/office/drawing/2014/main" id="{732447B9-670C-4D39-8D87-4B0A2C261238}"/>
              </a:ext>
            </a:extLst>
          </p:cNvPr>
          <p:cNvSpPr>
            <a:spLocks xmlns:a="http://schemas.openxmlformats.org/drawingml/2006/main" noGrp="1"/>
          </p:cNvSpPr>
          <p:nvPr/>
        </p:nvSpPr>
        <p:spPr>
          <a:xfrm xmlns:a="http://schemas.openxmlformats.org/drawingml/2006/main">
            <a:off x="609600" y="1676400"/>
            <a:ext cx="333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B2F38"/>
                </a:solidFill>
                <a:latin typeface="Arial"/>
                <a:ea typeface="Arial"/>
                <a:cs typeface="Arial"/>
              </a:defRPr>
            </a:defPPr>
            <a:lvl1pPr algn="l">
              <a:defRPr sz="2325" b="1">
                <a:solidFill>
                  <a:srgbClr val="0B2F38"/>
                </a:solidFill>
                <a:latin typeface="Arial"/>
                <a:ea typeface="Arial"/>
                <a:cs typeface="Arial"/>
              </a:defRPr>
            </a:lvl1pPr>
            <a:lvl2pPr algn="l">
              <a:defRPr sz="2325" b="1">
                <a:solidFill>
                  <a:srgbClr val="0B2F38"/>
                </a:solidFill>
                <a:latin typeface="Arial"/>
                <a:ea typeface="Arial"/>
                <a:cs typeface="Arial"/>
              </a:defRPr>
            </a:lvl2pPr>
            <a:lvl3pPr algn="l">
              <a:defRPr sz="2325" b="1">
                <a:solidFill>
                  <a:srgbClr val="0B2F38"/>
                </a:solidFill>
                <a:latin typeface="Arial"/>
                <a:ea typeface="Arial"/>
                <a:cs typeface="Arial"/>
              </a:defRPr>
            </a:lvl3pPr>
            <a:lvl4pPr algn="l">
              <a:defRPr sz="2325" b="1">
                <a:solidFill>
                  <a:srgbClr val="0B2F38"/>
                </a:solidFill>
                <a:latin typeface="Arial"/>
                <a:ea typeface="Arial"/>
                <a:cs typeface="Arial"/>
              </a:defRPr>
            </a:lvl4pPr>
            <a:lvl5pPr algn="l">
              <a:defRPr sz="2325" b="1">
                <a:solidFill>
                  <a:srgbClr val="0B2F38"/>
                </a:solidFill>
                <a:latin typeface="Arial"/>
                <a:ea typeface="Arial"/>
                <a:cs typeface="Arial"/>
              </a:defRPr>
            </a:lvl5pPr>
            <a:lvl6pPr algn="l">
              <a:defRPr sz="2325" b="1">
                <a:solidFill>
                  <a:srgbClr val="0B2F38"/>
                </a:solidFill>
                <a:latin typeface="Arial"/>
                <a:ea typeface="Arial"/>
                <a:cs typeface="Arial"/>
              </a:defRPr>
            </a:lvl6pPr>
            <a:lvl7pPr algn="l">
              <a:defRPr sz="2325" b="1">
                <a:solidFill>
                  <a:srgbClr val="0B2F38"/>
                </a:solidFill>
                <a:latin typeface="Arial"/>
                <a:ea typeface="Arial"/>
                <a:cs typeface="Arial"/>
              </a:defRPr>
            </a:lvl7pPr>
            <a:lvl8pPr algn="l">
              <a:defRPr sz="2325" b="1">
                <a:solidFill>
                  <a:srgbClr val="0B2F38"/>
                </a:solidFill>
                <a:latin typeface="Arial"/>
                <a:ea typeface="Arial"/>
                <a:cs typeface="Arial"/>
              </a:defRPr>
            </a:lvl8pPr>
            <a:lvl9pPr algn="l">
              <a:defRPr sz="2325" b="1">
                <a:solidFill>
                  <a:srgbClr val="0B2F38"/>
                </a:solidFill>
                <a:latin typeface="Arial"/>
                <a:ea typeface="Arial"/>
                <a:cs typeface="Arial"/>
              </a:defRPr>
            </a:lvl9pPr>
          </a:lstStyle>
          <a:p xmlns:a="http://schemas.openxmlformats.org/drawingml/2006/main">
            <a:pPr algn="l">
              <a:defRPr sz="2325" b="1">
                <a:solidFill>
                  <a:srgbClr val="0B2F38"/>
                </a:solidFill>
                <a:latin typeface="Arial"/>
                <a:ea typeface="Arial"/>
                <a:cs typeface="Arial"/>
              </a:defRPr>
            </a:pPr>
            <a:r>
              <a:rPr sz="2325" b="1">
                <a:solidFill>
                  <a:srgbClr val="0B2F38"/>
                </a:solidFill>
                <a:latin typeface="Arial"/>
                <a:ea typeface="Arial"/>
                <a:cs typeface="Arial"/>
              </a:rPr>
              <a:t>Dashcam</a:t>
            </a:r>
          </a:p>
        </p:txBody>
      </p:sp>
      <p:sp>
        <p:nvSpPr>
          <p:cNvPr id="4" name="text-3">
            <a:extLst xmlns:a="http://schemas.openxmlformats.org/drawingml/2006/main">
              <a:ext uri="{FF2B5EF4-FFF2-40B4-BE49-F238E27FC236}">
                <a16:creationId xmlns:a16="http://schemas.microsoft.com/office/drawing/2014/main" id="{09704C6D-9573-4F1D-8949-181004BFF1E3}"/>
              </a:ext>
            </a:extLst>
          </p:cNvPr>
          <p:cNvSpPr>
            <a:spLocks xmlns:a="http://schemas.openxmlformats.org/drawingml/2006/main" noGrp="1"/>
          </p:cNvSpPr>
          <p:nvPr/>
        </p:nvSpPr>
        <p:spPr>
          <a:xfrm xmlns:a="http://schemas.openxmlformats.org/drawingml/2006/main">
            <a:off x="609600" y="2305050"/>
            <a:ext cx="33337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0646A"/>
                </a:solidFill>
                <a:latin typeface="Arial"/>
                <a:ea typeface="Arial"/>
                <a:cs typeface="Arial"/>
              </a:defRPr>
            </a:defPPr>
            <a:lvl1pPr algn="l">
              <a:defRPr sz="1875" b="0">
                <a:solidFill>
                  <a:srgbClr val="50646A"/>
                </a:solidFill>
                <a:latin typeface="Arial"/>
                <a:ea typeface="Arial"/>
                <a:cs typeface="Arial"/>
              </a:defRPr>
            </a:lvl1pPr>
            <a:lvl2pPr algn="l">
              <a:defRPr sz="1875" b="0">
                <a:solidFill>
                  <a:srgbClr val="50646A"/>
                </a:solidFill>
                <a:latin typeface="Arial"/>
                <a:ea typeface="Arial"/>
                <a:cs typeface="Arial"/>
              </a:defRPr>
            </a:lvl2pPr>
            <a:lvl3pPr algn="l">
              <a:defRPr sz="1875" b="0">
                <a:solidFill>
                  <a:srgbClr val="50646A"/>
                </a:solidFill>
                <a:latin typeface="Arial"/>
                <a:ea typeface="Arial"/>
                <a:cs typeface="Arial"/>
              </a:defRPr>
            </a:lvl3pPr>
            <a:lvl4pPr algn="l">
              <a:defRPr sz="1875" b="0">
                <a:solidFill>
                  <a:srgbClr val="50646A"/>
                </a:solidFill>
                <a:latin typeface="Arial"/>
                <a:ea typeface="Arial"/>
                <a:cs typeface="Arial"/>
              </a:defRPr>
            </a:lvl4pPr>
            <a:lvl5pPr algn="l">
              <a:defRPr sz="1875" b="0">
                <a:solidFill>
                  <a:srgbClr val="50646A"/>
                </a:solidFill>
                <a:latin typeface="Arial"/>
                <a:ea typeface="Arial"/>
                <a:cs typeface="Arial"/>
              </a:defRPr>
            </a:lvl5pPr>
            <a:lvl6pPr algn="l">
              <a:defRPr sz="1875" b="0">
                <a:solidFill>
                  <a:srgbClr val="50646A"/>
                </a:solidFill>
                <a:latin typeface="Arial"/>
                <a:ea typeface="Arial"/>
                <a:cs typeface="Arial"/>
              </a:defRPr>
            </a:lvl6pPr>
            <a:lvl7pPr algn="l">
              <a:defRPr sz="1875" b="0">
                <a:solidFill>
                  <a:srgbClr val="50646A"/>
                </a:solidFill>
                <a:latin typeface="Arial"/>
                <a:ea typeface="Arial"/>
                <a:cs typeface="Arial"/>
              </a:defRPr>
            </a:lvl7pPr>
            <a:lvl8pPr algn="l">
              <a:defRPr sz="1875" b="0">
                <a:solidFill>
                  <a:srgbClr val="50646A"/>
                </a:solidFill>
                <a:latin typeface="Arial"/>
                <a:ea typeface="Arial"/>
                <a:cs typeface="Arial"/>
              </a:defRPr>
            </a:lvl8pPr>
            <a:lvl9pPr algn="l">
              <a:defRPr sz="1875" b="0">
                <a:solidFill>
                  <a:srgbClr val="50646A"/>
                </a:solidFill>
                <a:latin typeface="Arial"/>
                <a:ea typeface="Arial"/>
                <a:cs typeface="Arial"/>
              </a:defRPr>
            </a:lvl9pPr>
          </a:lstStyle>
          <a:p xmlns:a="http://schemas.openxmlformats.org/drawingml/2006/main">
            <a:pPr algn="l">
              <a:defRPr sz="1875" b="0">
                <a:solidFill>
                  <a:srgbClr val="50646A"/>
                </a:solidFill>
                <a:latin typeface="Arial"/>
                <a:ea typeface="Arial"/>
                <a:cs typeface="Arial"/>
              </a:defRPr>
            </a:pPr>
            <a:r>
              <a:rPr sz="1875" b="0">
                <a:solidFill>
                  <a:srgbClr val="50646A"/>
                </a:solidFill>
                <a:latin typeface="Arial"/>
                <a:ea typeface="Arial"/>
                <a:cs typeface="Arial"/>
              </a:rPr>
              <a:t>Lokales Video</a:t>
            </a:r>
          </a:p>
          <a:p xmlns:a="http://schemas.openxmlformats.org/drawingml/2006/main">
            <a:pPr algn="l">
              <a:defRPr sz="1875" b="0">
                <a:solidFill>
                  <a:srgbClr val="50646A"/>
                </a:solidFill>
                <a:latin typeface="Arial"/>
                <a:ea typeface="Arial"/>
                <a:cs typeface="Arial"/>
              </a:defRPr>
            </a:pPr>
            <a:r>
              <a:rPr sz="1875" b="0">
                <a:solidFill>
                  <a:srgbClr val="50646A"/>
                </a:solidFill>
                <a:latin typeface="Arial"/>
                <a:ea typeface="Arial"/>
                <a:cs typeface="Arial"/>
              </a:rPr>
              <a:t>Frames für Spur-Labels</a:t>
            </a:r>
          </a:p>
          <a:p xmlns:a="http://schemas.openxmlformats.org/drawingml/2006/main">
            <a:pPr algn="l">
              <a:defRPr sz="1875" b="0">
                <a:solidFill>
                  <a:srgbClr val="50646A"/>
                </a:solidFill>
                <a:latin typeface="Arial"/>
                <a:ea typeface="Arial"/>
                <a:cs typeface="Arial"/>
              </a:defRPr>
            </a:pPr>
            <a:r>
              <a:rPr sz="1875" b="0">
                <a:solidFill>
                  <a:srgbClr val="50646A"/>
                </a:solidFill>
                <a:latin typeface="Arial"/>
                <a:ea typeface="Arial"/>
                <a:cs typeface="Arial"/>
              </a:rPr>
              <a:t>Nach der Fahrt prüfen</a:t>
            </a:r>
          </a:p>
        </p:txBody>
      </p:sp>
      <p:pic>
        <p:nvPicPr>
          <p:cNvPr id="5" name="">
            <a:extLst xmlns:a="http://schemas.openxmlformats.org/drawingml/2006/main">
              <a:ext uri="{FF2B5EF4-FFF2-40B4-BE49-F238E27FC236}">
                <a16:creationId xmlns:a16="http://schemas.microsoft.com/office/drawing/2014/main" id="{005FF5EF-AA7D-4B77-B365-9C7CB090C2C0}"/>
              </a:ext>
            </a:extLst>
          </p:cNvPr>
          <p:cNvPicPr>
            <a:picLocks xmlns:a="http://schemas.openxmlformats.org/drawingml/2006/main" noChangeAspect="1"/>
          </p:cNvPicPr>
          <p:nvPr/>
        </p:nvPicPr>
        <p:blipFill>
          <a:blip xmlns:r="http://schemas.openxmlformats.org/officeDocument/2006/relationships" xmlns:a="http://schemas.openxmlformats.org/drawingml/2006/main" r:embed="R63af5fc7f5c84ef2"/>
          <a:stretch xmlns:a="http://schemas.openxmlformats.org/drawingml/2006/main"/>
        </p:blipFill>
        <p:spPr>
          <a:xfrm xmlns:a="http://schemas.openxmlformats.org/drawingml/2006/main">
            <a:off x="609600" y="3962995"/>
            <a:ext cx="3333750" cy="1875234"/>
          </a:xfrm>
          <a:prstGeom xmlns:a="http://schemas.openxmlformats.org/drawingml/2006/main" prst="rect">
            <a:avLst/>
          </a:prstGeom>
        </p:spPr>
      </p:pic>
      <p:sp>
        <p:nvSpPr>
          <p:cNvPr id="6" name="text-4">
            <a:extLst xmlns:a="http://schemas.openxmlformats.org/drawingml/2006/main">
              <a:ext uri="{FF2B5EF4-FFF2-40B4-BE49-F238E27FC236}">
                <a16:creationId xmlns:a16="http://schemas.microsoft.com/office/drawing/2014/main" id="{C8B85870-F5C2-454E-99A8-ACA5C001AFAB}"/>
              </a:ext>
            </a:extLst>
          </p:cNvPr>
          <p:cNvSpPr>
            <a:spLocks xmlns:a="http://schemas.openxmlformats.org/drawingml/2006/main" noGrp="1"/>
          </p:cNvSpPr>
          <p:nvPr/>
        </p:nvSpPr>
        <p:spPr>
          <a:xfrm xmlns:a="http://schemas.openxmlformats.org/drawingml/2006/main">
            <a:off x="4391025" y="1676400"/>
            <a:ext cx="333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B2F38"/>
                </a:solidFill>
                <a:latin typeface="Arial"/>
                <a:ea typeface="Arial"/>
                <a:cs typeface="Arial"/>
              </a:defRPr>
            </a:defPPr>
            <a:lvl1pPr algn="l">
              <a:defRPr sz="2325" b="1">
                <a:solidFill>
                  <a:srgbClr val="0B2F38"/>
                </a:solidFill>
                <a:latin typeface="Arial"/>
                <a:ea typeface="Arial"/>
                <a:cs typeface="Arial"/>
              </a:defRPr>
            </a:lvl1pPr>
            <a:lvl2pPr algn="l">
              <a:defRPr sz="2325" b="1">
                <a:solidFill>
                  <a:srgbClr val="0B2F38"/>
                </a:solidFill>
                <a:latin typeface="Arial"/>
                <a:ea typeface="Arial"/>
                <a:cs typeface="Arial"/>
              </a:defRPr>
            </a:lvl2pPr>
            <a:lvl3pPr algn="l">
              <a:defRPr sz="2325" b="1">
                <a:solidFill>
                  <a:srgbClr val="0B2F38"/>
                </a:solidFill>
                <a:latin typeface="Arial"/>
                <a:ea typeface="Arial"/>
                <a:cs typeface="Arial"/>
              </a:defRPr>
            </a:lvl3pPr>
            <a:lvl4pPr algn="l">
              <a:defRPr sz="2325" b="1">
                <a:solidFill>
                  <a:srgbClr val="0B2F38"/>
                </a:solidFill>
                <a:latin typeface="Arial"/>
                <a:ea typeface="Arial"/>
                <a:cs typeface="Arial"/>
              </a:defRPr>
            </a:lvl4pPr>
            <a:lvl5pPr algn="l">
              <a:defRPr sz="2325" b="1">
                <a:solidFill>
                  <a:srgbClr val="0B2F38"/>
                </a:solidFill>
                <a:latin typeface="Arial"/>
                <a:ea typeface="Arial"/>
                <a:cs typeface="Arial"/>
              </a:defRPr>
            </a:lvl5pPr>
            <a:lvl6pPr algn="l">
              <a:defRPr sz="2325" b="1">
                <a:solidFill>
                  <a:srgbClr val="0B2F38"/>
                </a:solidFill>
                <a:latin typeface="Arial"/>
                <a:ea typeface="Arial"/>
                <a:cs typeface="Arial"/>
              </a:defRPr>
            </a:lvl6pPr>
            <a:lvl7pPr algn="l">
              <a:defRPr sz="2325" b="1">
                <a:solidFill>
                  <a:srgbClr val="0B2F38"/>
                </a:solidFill>
                <a:latin typeface="Arial"/>
                <a:ea typeface="Arial"/>
                <a:cs typeface="Arial"/>
              </a:defRPr>
            </a:lvl7pPr>
            <a:lvl8pPr algn="l">
              <a:defRPr sz="2325" b="1">
                <a:solidFill>
                  <a:srgbClr val="0B2F38"/>
                </a:solidFill>
                <a:latin typeface="Arial"/>
                <a:ea typeface="Arial"/>
                <a:cs typeface="Arial"/>
              </a:defRPr>
            </a:lvl8pPr>
            <a:lvl9pPr algn="l">
              <a:defRPr sz="2325" b="1">
                <a:solidFill>
                  <a:srgbClr val="0B2F38"/>
                </a:solidFill>
                <a:latin typeface="Arial"/>
                <a:ea typeface="Arial"/>
                <a:cs typeface="Arial"/>
              </a:defRPr>
            </a:lvl9pPr>
          </a:lstStyle>
          <a:p xmlns:a="http://schemas.openxmlformats.org/drawingml/2006/main">
            <a:pPr algn="l">
              <a:defRPr sz="2325" b="1">
                <a:solidFill>
                  <a:srgbClr val="0B2F38"/>
                </a:solidFill>
                <a:latin typeface="Arial"/>
                <a:ea typeface="Arial"/>
                <a:cs typeface="Arial"/>
              </a:defRPr>
            </a:pPr>
            <a:r>
              <a:rPr sz="2325" b="1">
                <a:solidFill>
                  <a:srgbClr val="0B2F38"/>
                </a:solidFill>
                <a:latin typeface="Arial"/>
                <a:ea typeface="Arial"/>
                <a:cs typeface="Arial"/>
              </a:rPr>
              <a:t>Panoramax</a:t>
            </a:r>
          </a:p>
        </p:txBody>
      </p:sp>
      <p:sp>
        <p:nvSpPr>
          <p:cNvPr id="7" name="text-5">
            <a:extLst xmlns:a="http://schemas.openxmlformats.org/drawingml/2006/main">
              <a:ext uri="{FF2B5EF4-FFF2-40B4-BE49-F238E27FC236}">
                <a16:creationId xmlns:a16="http://schemas.microsoft.com/office/drawing/2014/main" id="{21F20823-56F4-4664-9F38-1DCCDC5314A1}"/>
              </a:ext>
            </a:extLst>
          </p:cNvPr>
          <p:cNvSpPr>
            <a:spLocks xmlns:a="http://schemas.openxmlformats.org/drawingml/2006/main" noGrp="1"/>
          </p:cNvSpPr>
          <p:nvPr/>
        </p:nvSpPr>
        <p:spPr>
          <a:xfrm xmlns:a="http://schemas.openxmlformats.org/drawingml/2006/main">
            <a:off x="4391025" y="2305050"/>
            <a:ext cx="33337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0646A"/>
                </a:solidFill>
                <a:latin typeface="Arial"/>
                <a:ea typeface="Arial"/>
                <a:cs typeface="Arial"/>
              </a:defRPr>
            </a:defPPr>
            <a:lvl1pPr algn="l">
              <a:defRPr sz="1875" b="0">
                <a:solidFill>
                  <a:srgbClr val="50646A"/>
                </a:solidFill>
                <a:latin typeface="Arial"/>
                <a:ea typeface="Arial"/>
                <a:cs typeface="Arial"/>
              </a:defRPr>
            </a:lvl1pPr>
            <a:lvl2pPr algn="l">
              <a:defRPr sz="1875" b="0">
                <a:solidFill>
                  <a:srgbClr val="50646A"/>
                </a:solidFill>
                <a:latin typeface="Arial"/>
                <a:ea typeface="Arial"/>
                <a:cs typeface="Arial"/>
              </a:defRPr>
            </a:lvl2pPr>
            <a:lvl3pPr algn="l">
              <a:defRPr sz="1875" b="0">
                <a:solidFill>
                  <a:srgbClr val="50646A"/>
                </a:solidFill>
                <a:latin typeface="Arial"/>
                <a:ea typeface="Arial"/>
                <a:cs typeface="Arial"/>
              </a:defRPr>
            </a:lvl3pPr>
            <a:lvl4pPr algn="l">
              <a:defRPr sz="1875" b="0">
                <a:solidFill>
                  <a:srgbClr val="50646A"/>
                </a:solidFill>
                <a:latin typeface="Arial"/>
                <a:ea typeface="Arial"/>
                <a:cs typeface="Arial"/>
              </a:defRPr>
            </a:lvl4pPr>
            <a:lvl5pPr algn="l">
              <a:defRPr sz="1875" b="0">
                <a:solidFill>
                  <a:srgbClr val="50646A"/>
                </a:solidFill>
                <a:latin typeface="Arial"/>
                <a:ea typeface="Arial"/>
                <a:cs typeface="Arial"/>
              </a:defRPr>
            </a:lvl5pPr>
            <a:lvl6pPr algn="l">
              <a:defRPr sz="1875" b="0">
                <a:solidFill>
                  <a:srgbClr val="50646A"/>
                </a:solidFill>
                <a:latin typeface="Arial"/>
                <a:ea typeface="Arial"/>
                <a:cs typeface="Arial"/>
              </a:defRPr>
            </a:lvl6pPr>
            <a:lvl7pPr algn="l">
              <a:defRPr sz="1875" b="0">
                <a:solidFill>
                  <a:srgbClr val="50646A"/>
                </a:solidFill>
                <a:latin typeface="Arial"/>
                <a:ea typeface="Arial"/>
                <a:cs typeface="Arial"/>
              </a:defRPr>
            </a:lvl7pPr>
            <a:lvl8pPr algn="l">
              <a:defRPr sz="1875" b="0">
                <a:solidFill>
                  <a:srgbClr val="50646A"/>
                </a:solidFill>
                <a:latin typeface="Arial"/>
                <a:ea typeface="Arial"/>
                <a:cs typeface="Arial"/>
              </a:defRPr>
            </a:lvl8pPr>
            <a:lvl9pPr algn="l">
              <a:defRPr sz="1875" b="0">
                <a:solidFill>
                  <a:srgbClr val="50646A"/>
                </a:solidFill>
                <a:latin typeface="Arial"/>
                <a:ea typeface="Arial"/>
                <a:cs typeface="Arial"/>
              </a:defRPr>
            </a:lvl9pPr>
          </a:lstStyle>
          <a:p xmlns:a="http://schemas.openxmlformats.org/drawingml/2006/main">
            <a:pPr algn="l">
              <a:defRPr sz="1875" b="0">
                <a:solidFill>
                  <a:srgbClr val="50646A"/>
                </a:solidFill>
                <a:latin typeface="Arial"/>
                <a:ea typeface="Arial"/>
                <a:cs typeface="Arial"/>
              </a:defRPr>
            </a:pPr>
            <a:r>
              <a:rPr sz="1875" b="0">
                <a:solidFill>
                  <a:srgbClr val="50646A"/>
                </a:solidFill>
                <a:latin typeface="Arial"/>
                <a:ea typeface="Arial"/>
                <a:cs typeface="Arial"/>
              </a:rPr>
              <a:t>Geolokalisierte Fotos</a:t>
            </a:r>
          </a:p>
          <a:p xmlns:a="http://schemas.openxmlformats.org/drawingml/2006/main">
            <a:pPr algn="l">
              <a:defRPr sz="1875" b="0">
                <a:solidFill>
                  <a:srgbClr val="50646A"/>
                </a:solidFill>
                <a:latin typeface="Arial"/>
                <a:ea typeface="Arial"/>
                <a:cs typeface="Arial"/>
              </a:defRPr>
            </a:pPr>
            <a:r>
              <a:rPr sz="1875" b="0">
                <a:solidFill>
                  <a:srgbClr val="50646A"/>
                </a:solidFill>
                <a:latin typeface="Arial"/>
                <a:ea typeface="Arial"/>
                <a:cs typeface="Arial"/>
              </a:rPr>
              <a:t>Auswahl und Upload</a:t>
            </a:r>
          </a:p>
          <a:p xmlns:a="http://schemas.openxmlformats.org/drawingml/2006/main">
            <a:pPr algn="l">
              <a:defRPr sz="1875" b="0">
                <a:solidFill>
                  <a:srgbClr val="50646A"/>
                </a:solidFill>
                <a:latin typeface="Arial"/>
                <a:ea typeface="Arial"/>
                <a:cs typeface="Arial"/>
              </a:defRPr>
            </a:pPr>
            <a:r>
              <a:rPr sz="1875" b="0">
                <a:solidFill>
                  <a:srgbClr val="50646A"/>
                </a:solidFill>
                <a:latin typeface="Arial"/>
                <a:ea typeface="Arial"/>
                <a:cs typeface="Arial"/>
              </a:rPr>
              <a:t>Annotation am Bild</a:t>
            </a:r>
          </a:p>
        </p:txBody>
      </p:sp>
      <p:pic>
        <p:nvPicPr>
          <p:cNvPr id="8" name="">
            <a:extLst xmlns:a="http://schemas.openxmlformats.org/drawingml/2006/main">
              <a:ext uri="{FF2B5EF4-FFF2-40B4-BE49-F238E27FC236}">
                <a16:creationId xmlns:a16="http://schemas.microsoft.com/office/drawing/2014/main" id="{B7DA6705-886D-47C8-A911-21CA5609D4F5}"/>
              </a:ext>
            </a:extLst>
          </p:cNvPr>
          <p:cNvPicPr>
            <a:picLocks xmlns:a="http://schemas.openxmlformats.org/drawingml/2006/main" noChangeAspect="1"/>
          </p:cNvPicPr>
          <p:nvPr/>
        </p:nvPicPr>
        <p:blipFill>
          <a:blip xmlns:r="http://schemas.openxmlformats.org/officeDocument/2006/relationships" xmlns:a="http://schemas.openxmlformats.org/drawingml/2006/main" r:embed="R898ef84b253c4c6f"/>
          <a:stretch xmlns:a="http://schemas.openxmlformats.org/drawingml/2006/main"/>
        </p:blipFill>
        <p:spPr>
          <a:xfrm xmlns:a="http://schemas.openxmlformats.org/drawingml/2006/main">
            <a:off x="4391025" y="3962995"/>
            <a:ext cx="3333750" cy="1875234"/>
          </a:xfrm>
          <a:prstGeom xmlns:a="http://schemas.openxmlformats.org/drawingml/2006/main" prst="rect">
            <a:avLst/>
          </a:prstGeom>
        </p:spPr>
      </p:pic>
      <p:sp>
        <p:nvSpPr>
          <p:cNvPr id="9" name="text-6">
            <a:extLst xmlns:a="http://schemas.openxmlformats.org/drawingml/2006/main">
              <a:ext uri="{FF2B5EF4-FFF2-40B4-BE49-F238E27FC236}">
                <a16:creationId xmlns:a16="http://schemas.microsoft.com/office/drawing/2014/main" id="{887677B7-1E8B-47A8-BF3E-79A13A80505B}"/>
              </a:ext>
            </a:extLst>
          </p:cNvPr>
          <p:cNvSpPr>
            <a:spLocks xmlns:a="http://schemas.openxmlformats.org/drawingml/2006/main" noGrp="1"/>
          </p:cNvSpPr>
          <p:nvPr/>
        </p:nvSpPr>
        <p:spPr>
          <a:xfrm xmlns:a="http://schemas.openxmlformats.org/drawingml/2006/main">
            <a:off x="8172450" y="1676400"/>
            <a:ext cx="333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B2F38"/>
                </a:solidFill>
                <a:latin typeface="Arial"/>
                <a:ea typeface="Arial"/>
                <a:cs typeface="Arial"/>
              </a:defRPr>
            </a:defPPr>
            <a:lvl1pPr algn="l">
              <a:defRPr sz="2325" b="1">
                <a:solidFill>
                  <a:srgbClr val="0B2F38"/>
                </a:solidFill>
                <a:latin typeface="Arial"/>
                <a:ea typeface="Arial"/>
                <a:cs typeface="Arial"/>
              </a:defRPr>
            </a:lvl1pPr>
            <a:lvl2pPr algn="l">
              <a:defRPr sz="2325" b="1">
                <a:solidFill>
                  <a:srgbClr val="0B2F38"/>
                </a:solidFill>
                <a:latin typeface="Arial"/>
                <a:ea typeface="Arial"/>
                <a:cs typeface="Arial"/>
              </a:defRPr>
            </a:lvl2pPr>
            <a:lvl3pPr algn="l">
              <a:defRPr sz="2325" b="1">
                <a:solidFill>
                  <a:srgbClr val="0B2F38"/>
                </a:solidFill>
                <a:latin typeface="Arial"/>
                <a:ea typeface="Arial"/>
                <a:cs typeface="Arial"/>
              </a:defRPr>
            </a:lvl3pPr>
            <a:lvl4pPr algn="l">
              <a:defRPr sz="2325" b="1">
                <a:solidFill>
                  <a:srgbClr val="0B2F38"/>
                </a:solidFill>
                <a:latin typeface="Arial"/>
                <a:ea typeface="Arial"/>
                <a:cs typeface="Arial"/>
              </a:defRPr>
            </a:lvl4pPr>
            <a:lvl5pPr algn="l">
              <a:defRPr sz="2325" b="1">
                <a:solidFill>
                  <a:srgbClr val="0B2F38"/>
                </a:solidFill>
                <a:latin typeface="Arial"/>
                <a:ea typeface="Arial"/>
                <a:cs typeface="Arial"/>
              </a:defRPr>
            </a:lvl5pPr>
            <a:lvl6pPr algn="l">
              <a:defRPr sz="2325" b="1">
                <a:solidFill>
                  <a:srgbClr val="0B2F38"/>
                </a:solidFill>
                <a:latin typeface="Arial"/>
                <a:ea typeface="Arial"/>
                <a:cs typeface="Arial"/>
              </a:defRPr>
            </a:lvl6pPr>
            <a:lvl7pPr algn="l">
              <a:defRPr sz="2325" b="1">
                <a:solidFill>
                  <a:srgbClr val="0B2F38"/>
                </a:solidFill>
                <a:latin typeface="Arial"/>
                <a:ea typeface="Arial"/>
                <a:cs typeface="Arial"/>
              </a:defRPr>
            </a:lvl7pPr>
            <a:lvl8pPr algn="l">
              <a:defRPr sz="2325" b="1">
                <a:solidFill>
                  <a:srgbClr val="0B2F38"/>
                </a:solidFill>
                <a:latin typeface="Arial"/>
                <a:ea typeface="Arial"/>
                <a:cs typeface="Arial"/>
              </a:defRPr>
            </a:lvl8pPr>
            <a:lvl9pPr algn="l">
              <a:defRPr sz="2325" b="1">
                <a:solidFill>
                  <a:srgbClr val="0B2F38"/>
                </a:solidFill>
                <a:latin typeface="Arial"/>
                <a:ea typeface="Arial"/>
                <a:cs typeface="Arial"/>
              </a:defRPr>
            </a:lvl9pPr>
          </a:lstStyle>
          <a:p xmlns:a="http://schemas.openxmlformats.org/drawingml/2006/main">
            <a:pPr algn="l">
              <a:defRPr sz="2325" b="1">
                <a:solidFill>
                  <a:srgbClr val="0B2F38"/>
                </a:solidFill>
                <a:latin typeface="Arial"/>
                <a:ea typeface="Arial"/>
                <a:cs typeface="Arial"/>
              </a:defRPr>
            </a:pPr>
            <a:r>
              <a:rPr sz="2325" b="1">
                <a:solidFill>
                  <a:srgbClr val="0B2F38"/>
                </a:solidFill>
                <a:latin typeface="Arial"/>
                <a:ea typeface="Arial"/>
                <a:cs typeface="Arial"/>
              </a:rPr>
              <a:t>Sichtungen / Crops</a:t>
            </a:r>
          </a:p>
        </p:txBody>
      </p:sp>
      <p:sp>
        <p:nvSpPr>
          <p:cNvPr id="10" name="text-7">
            <a:extLst xmlns:a="http://schemas.openxmlformats.org/drawingml/2006/main">
              <a:ext uri="{FF2B5EF4-FFF2-40B4-BE49-F238E27FC236}">
                <a16:creationId xmlns:a16="http://schemas.microsoft.com/office/drawing/2014/main" id="{7519D92F-F2EE-4C6E-976B-1CBBB851AA5E}"/>
              </a:ext>
            </a:extLst>
          </p:cNvPr>
          <p:cNvSpPr>
            <a:spLocks xmlns:a="http://schemas.openxmlformats.org/drawingml/2006/main" noGrp="1"/>
          </p:cNvSpPr>
          <p:nvPr/>
        </p:nvSpPr>
        <p:spPr>
          <a:xfrm xmlns:a="http://schemas.openxmlformats.org/drawingml/2006/main">
            <a:off x="8172450" y="2305050"/>
            <a:ext cx="33337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0646A"/>
                </a:solidFill>
                <a:latin typeface="Arial"/>
                <a:ea typeface="Arial"/>
                <a:cs typeface="Arial"/>
              </a:defRPr>
            </a:defPPr>
            <a:lvl1pPr algn="l">
              <a:defRPr sz="1875" b="0">
                <a:solidFill>
                  <a:srgbClr val="50646A"/>
                </a:solidFill>
                <a:latin typeface="Arial"/>
                <a:ea typeface="Arial"/>
                <a:cs typeface="Arial"/>
              </a:defRPr>
            </a:lvl1pPr>
            <a:lvl2pPr algn="l">
              <a:defRPr sz="1875" b="0">
                <a:solidFill>
                  <a:srgbClr val="50646A"/>
                </a:solidFill>
                <a:latin typeface="Arial"/>
                <a:ea typeface="Arial"/>
                <a:cs typeface="Arial"/>
              </a:defRPr>
            </a:lvl2pPr>
            <a:lvl3pPr algn="l">
              <a:defRPr sz="1875" b="0">
                <a:solidFill>
                  <a:srgbClr val="50646A"/>
                </a:solidFill>
                <a:latin typeface="Arial"/>
                <a:ea typeface="Arial"/>
                <a:cs typeface="Arial"/>
              </a:defRPr>
            </a:lvl3pPr>
            <a:lvl4pPr algn="l">
              <a:defRPr sz="1875" b="0">
                <a:solidFill>
                  <a:srgbClr val="50646A"/>
                </a:solidFill>
                <a:latin typeface="Arial"/>
                <a:ea typeface="Arial"/>
                <a:cs typeface="Arial"/>
              </a:defRPr>
            </a:lvl4pPr>
            <a:lvl5pPr algn="l">
              <a:defRPr sz="1875" b="0">
                <a:solidFill>
                  <a:srgbClr val="50646A"/>
                </a:solidFill>
                <a:latin typeface="Arial"/>
                <a:ea typeface="Arial"/>
                <a:cs typeface="Arial"/>
              </a:defRPr>
            </a:lvl5pPr>
            <a:lvl6pPr algn="l">
              <a:defRPr sz="1875" b="0">
                <a:solidFill>
                  <a:srgbClr val="50646A"/>
                </a:solidFill>
                <a:latin typeface="Arial"/>
                <a:ea typeface="Arial"/>
                <a:cs typeface="Arial"/>
              </a:defRPr>
            </a:lvl6pPr>
            <a:lvl7pPr algn="l">
              <a:defRPr sz="1875" b="0">
                <a:solidFill>
                  <a:srgbClr val="50646A"/>
                </a:solidFill>
                <a:latin typeface="Arial"/>
                <a:ea typeface="Arial"/>
                <a:cs typeface="Arial"/>
              </a:defRPr>
            </a:lvl7pPr>
            <a:lvl8pPr algn="l">
              <a:defRPr sz="1875" b="0">
                <a:solidFill>
                  <a:srgbClr val="50646A"/>
                </a:solidFill>
                <a:latin typeface="Arial"/>
                <a:ea typeface="Arial"/>
                <a:cs typeface="Arial"/>
              </a:defRPr>
            </a:lvl8pPr>
            <a:lvl9pPr algn="l">
              <a:defRPr sz="1875" b="0">
                <a:solidFill>
                  <a:srgbClr val="50646A"/>
                </a:solidFill>
                <a:latin typeface="Arial"/>
                <a:ea typeface="Arial"/>
                <a:cs typeface="Arial"/>
              </a:defRPr>
            </a:lvl9pPr>
          </a:lstStyle>
          <a:p xmlns:a="http://schemas.openxmlformats.org/drawingml/2006/main">
            <a:pPr algn="l">
              <a:defRPr sz="1875" b="0">
                <a:solidFill>
                  <a:srgbClr val="50646A"/>
                </a:solidFill>
                <a:latin typeface="Arial"/>
                <a:ea typeface="Arial"/>
                <a:cs typeface="Arial"/>
              </a:defRPr>
            </a:pPr>
            <a:r>
              <a:rPr sz="1875" b="0">
                <a:solidFill>
                  <a:srgbClr val="50646A"/>
                </a:solidFill>
                <a:latin typeface="Arial"/>
                <a:ea typeface="Arial"/>
                <a:cs typeface="Arial"/>
              </a:rPr>
              <a:t>Erkennung mit Ort und Zeit</a:t>
            </a:r>
          </a:p>
          <a:p xmlns:a="http://schemas.openxmlformats.org/drawingml/2006/main">
            <a:pPr algn="l">
              <a:defRPr sz="1875" b="0">
                <a:solidFill>
                  <a:srgbClr val="50646A"/>
                </a:solidFill>
                <a:latin typeface="Arial"/>
                <a:ea typeface="Arial"/>
                <a:cs typeface="Arial"/>
              </a:defRPr>
            </a:pPr>
            <a:r>
              <a:rPr sz="1875" b="0">
                <a:solidFill>
                  <a:srgbClr val="50646A"/>
                </a:solidFill>
                <a:latin typeface="Arial"/>
                <a:ea typeface="Arial"/>
                <a:cs typeface="Arial"/>
              </a:rPr>
              <a:t>Upload in die Datenbank</a:t>
            </a:r>
          </a:p>
          <a:p xmlns:a="http://schemas.openxmlformats.org/drawingml/2006/main">
            <a:pPr algn="l">
              <a:defRPr sz="1875" b="0">
                <a:solidFill>
                  <a:srgbClr val="50646A"/>
                </a:solidFill>
                <a:latin typeface="Arial"/>
                <a:ea typeface="Arial"/>
                <a:cs typeface="Arial"/>
              </a:defRPr>
            </a:pPr>
            <a:r>
              <a:rPr sz="1875" b="0">
                <a:solidFill>
                  <a:srgbClr val="50646A"/>
                </a:solidFill>
                <a:latin typeface="Arial"/>
                <a:ea typeface="Arial"/>
                <a:cs typeface="Arial"/>
              </a:rPr>
              <a:t>Prüfung im Inspector</a:t>
            </a:r>
          </a:p>
        </p:txBody>
      </p:sp>
      <p:pic>
        <p:nvPicPr>
          <p:cNvPr id="11" name="">
            <a:extLst xmlns:a="http://schemas.openxmlformats.org/drawingml/2006/main">
              <a:ext uri="{FF2B5EF4-FFF2-40B4-BE49-F238E27FC236}">
                <a16:creationId xmlns:a16="http://schemas.microsoft.com/office/drawing/2014/main" id="{1DAC9BBC-656D-406A-855E-888AEC1F62CA}"/>
              </a:ext>
            </a:extLst>
          </p:cNvPr>
          <p:cNvPicPr>
            <a:picLocks xmlns:a="http://schemas.openxmlformats.org/drawingml/2006/main" noChangeAspect="1"/>
          </p:cNvPicPr>
          <p:nvPr/>
        </p:nvPicPr>
        <p:blipFill>
          <a:blip xmlns:r="http://schemas.openxmlformats.org/officeDocument/2006/relationships" xmlns:a="http://schemas.openxmlformats.org/drawingml/2006/main" r:embed="Rbb6e83de185949ec"/>
          <a:stretch xmlns:a="http://schemas.openxmlformats.org/drawingml/2006/main"/>
        </p:blipFill>
        <p:spPr>
          <a:xfrm xmlns:a="http://schemas.openxmlformats.org/drawingml/2006/main">
            <a:off x="8172450" y="3962995"/>
            <a:ext cx="3333750" cy="1875234"/>
          </a:xfrm>
          <a:prstGeom xmlns:a="http://schemas.openxmlformats.org/drawingml/2006/main" prst="rect">
            <a:avLst/>
          </a:prstGeom>
        </p:spPr>
      </p:pic>
    </p:spTree>
    <p:extLst>
      <p:ext uri="{BB962C8B-B14F-4D97-AF65-F5344CB8AC3E}">
        <p14:creationId xmlns:p14="http://schemas.microsoft.com/office/powerpoint/2010/main" val="498148847"/>
      </p:ext>
    </p:extLst>
  </p:cSld>
</p:sld>
</file>

<file path=ppt/slides/slide14.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4" name="text-0">
            <a:extLst xmlns:a="http://schemas.openxmlformats.org/drawingml/2006/main">
              <a:ext uri="{FF2B5EF4-FFF2-40B4-BE49-F238E27FC236}">
                <a16:creationId xmlns:a16="http://schemas.microsoft.com/office/drawing/2014/main" id="{9C524766-975B-4597-A792-8C5A02A4434A}"/>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B2F38"/>
                </a:solidFill>
                <a:latin typeface="Arial"/>
                <a:ea typeface="Arial"/>
                <a:cs typeface="Arial"/>
              </a:defRPr>
            </a:defPPr>
            <a:lvl1pPr algn="l">
              <a:defRPr sz="3300" b="1">
                <a:solidFill>
                  <a:srgbClr val="0B2F38"/>
                </a:solidFill>
                <a:latin typeface="Arial"/>
                <a:ea typeface="Arial"/>
                <a:cs typeface="Arial"/>
              </a:defRPr>
            </a:lvl1pPr>
            <a:lvl2pPr algn="l">
              <a:defRPr sz="3300" b="1">
                <a:solidFill>
                  <a:srgbClr val="0B2F38"/>
                </a:solidFill>
                <a:latin typeface="Arial"/>
                <a:ea typeface="Arial"/>
                <a:cs typeface="Arial"/>
              </a:defRPr>
            </a:lvl2pPr>
            <a:lvl3pPr algn="l">
              <a:defRPr sz="3300" b="1">
                <a:solidFill>
                  <a:srgbClr val="0B2F38"/>
                </a:solidFill>
                <a:latin typeface="Arial"/>
                <a:ea typeface="Arial"/>
                <a:cs typeface="Arial"/>
              </a:defRPr>
            </a:lvl3pPr>
            <a:lvl4pPr algn="l">
              <a:defRPr sz="3300" b="1">
                <a:solidFill>
                  <a:srgbClr val="0B2F38"/>
                </a:solidFill>
                <a:latin typeface="Arial"/>
                <a:ea typeface="Arial"/>
                <a:cs typeface="Arial"/>
              </a:defRPr>
            </a:lvl4pPr>
            <a:lvl5pPr algn="l">
              <a:defRPr sz="3300" b="1">
                <a:solidFill>
                  <a:srgbClr val="0B2F38"/>
                </a:solidFill>
                <a:latin typeface="Arial"/>
                <a:ea typeface="Arial"/>
                <a:cs typeface="Arial"/>
              </a:defRPr>
            </a:lvl5pPr>
            <a:lvl6pPr algn="l">
              <a:defRPr sz="3300" b="1">
                <a:solidFill>
                  <a:srgbClr val="0B2F38"/>
                </a:solidFill>
                <a:latin typeface="Arial"/>
                <a:ea typeface="Arial"/>
                <a:cs typeface="Arial"/>
              </a:defRPr>
            </a:lvl6pPr>
            <a:lvl7pPr algn="l">
              <a:defRPr sz="3300" b="1">
                <a:solidFill>
                  <a:srgbClr val="0B2F38"/>
                </a:solidFill>
                <a:latin typeface="Arial"/>
                <a:ea typeface="Arial"/>
                <a:cs typeface="Arial"/>
              </a:defRPr>
            </a:lvl7pPr>
            <a:lvl8pPr algn="l">
              <a:defRPr sz="3300" b="1">
                <a:solidFill>
                  <a:srgbClr val="0B2F38"/>
                </a:solidFill>
                <a:latin typeface="Arial"/>
                <a:ea typeface="Arial"/>
                <a:cs typeface="Arial"/>
              </a:defRPr>
            </a:lvl8pPr>
            <a:lvl9pPr algn="l">
              <a:defRPr sz="3300" b="1">
                <a:solidFill>
                  <a:srgbClr val="0B2F38"/>
                </a:solidFill>
                <a:latin typeface="Arial"/>
                <a:ea typeface="Arial"/>
                <a:cs typeface="Arial"/>
              </a:defRPr>
            </a:lvl9pPr>
          </a:lstStyle>
          <a:p xmlns:a="http://schemas.openxmlformats.org/drawingml/2006/main">
            <a:pPr algn="l">
              <a:defRPr sz="3300" b="1">
                <a:solidFill>
                  <a:srgbClr val="0B2F38"/>
                </a:solidFill>
                <a:latin typeface="Arial"/>
                <a:ea typeface="Arial"/>
                <a:cs typeface="Arial"/>
              </a:defRPr>
            </a:pPr>
            <a:r>
              <a:rPr sz="3300" b="1">
                <a:solidFill>
                  <a:srgbClr val="0B2F38"/>
                </a:solidFill>
                <a:latin typeface="Arial"/>
                <a:ea typeface="Arial"/>
                <a:cs typeface="Arial"/>
              </a:rPr>
              <a:t>KI Aufgaben in youspeed.de</a:t>
            </a:r>
          </a:p>
        </p:txBody>
      </p:sp>
      <p:sp>
        <p:nvSpPr>
          <p:cNvPr id="2" name="text-1">
            <a:extLst xmlns:a="http://schemas.openxmlformats.org/drawingml/2006/main">
              <a:ext uri="{FF2B5EF4-FFF2-40B4-BE49-F238E27FC236}">
                <a16:creationId xmlns:a16="http://schemas.microsoft.com/office/drawing/2014/main" id="{5DFD5ACB-803B-4164-B183-461CB3837D08}"/>
              </a:ext>
            </a:extLst>
          </p:cNvPr>
          <p:cNvSpPr>
            <a:spLocks xmlns:a="http://schemas.openxmlformats.org/drawingml/2006/main" noGrp="1"/>
          </p:cNvSpPr>
          <p:nvPr/>
        </p:nvSpPr>
        <p:spPr>
          <a:xfrm xmlns:a="http://schemas.openxmlformats.org/drawingml/2006/main">
            <a:off x="11144250" y="6477000"/>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defRPr sz="1125" b="0">
                <a:solidFill>
                  <a:srgbClr val="50646A"/>
                </a:solidFill>
                <a:latin typeface="Arial"/>
                <a:ea typeface="Arial"/>
                <a:cs typeface="Arial"/>
              </a:defRPr>
            </a:lvl1pPr>
            <a:lvl2pPr algn="r">
              <a:defRPr sz="1125" b="0">
                <a:solidFill>
                  <a:srgbClr val="50646A"/>
                </a:solidFill>
                <a:latin typeface="Arial"/>
                <a:ea typeface="Arial"/>
                <a:cs typeface="Arial"/>
              </a:defRPr>
            </a:lvl2pPr>
            <a:lvl3pPr algn="r">
              <a:defRPr sz="1125" b="0">
                <a:solidFill>
                  <a:srgbClr val="50646A"/>
                </a:solidFill>
                <a:latin typeface="Arial"/>
                <a:ea typeface="Arial"/>
                <a:cs typeface="Arial"/>
              </a:defRPr>
            </a:lvl3pPr>
            <a:lvl4pPr algn="r">
              <a:defRPr sz="1125" b="0">
                <a:solidFill>
                  <a:srgbClr val="50646A"/>
                </a:solidFill>
                <a:latin typeface="Arial"/>
                <a:ea typeface="Arial"/>
                <a:cs typeface="Arial"/>
              </a:defRPr>
            </a:lvl4pPr>
            <a:lvl5pPr algn="r">
              <a:defRPr sz="1125" b="0">
                <a:solidFill>
                  <a:srgbClr val="50646A"/>
                </a:solidFill>
                <a:latin typeface="Arial"/>
                <a:ea typeface="Arial"/>
                <a:cs typeface="Arial"/>
              </a:defRPr>
            </a:lvl5pPr>
            <a:lvl6pPr algn="r">
              <a:defRPr sz="1125" b="0">
                <a:solidFill>
                  <a:srgbClr val="50646A"/>
                </a:solidFill>
                <a:latin typeface="Arial"/>
                <a:ea typeface="Arial"/>
                <a:cs typeface="Arial"/>
              </a:defRPr>
            </a:lvl6pPr>
            <a:lvl7pPr algn="r">
              <a:defRPr sz="1125" b="0">
                <a:solidFill>
                  <a:srgbClr val="50646A"/>
                </a:solidFill>
                <a:latin typeface="Arial"/>
                <a:ea typeface="Arial"/>
                <a:cs typeface="Arial"/>
              </a:defRPr>
            </a:lvl7pPr>
            <a:lvl8pPr algn="r">
              <a:defRPr sz="1125" b="0">
                <a:solidFill>
                  <a:srgbClr val="50646A"/>
                </a:solidFill>
                <a:latin typeface="Arial"/>
                <a:ea typeface="Arial"/>
                <a:cs typeface="Arial"/>
              </a:defRPr>
            </a:lvl8pPr>
            <a:lvl9pPr algn="r">
              <a:defRPr sz="1125" b="0">
                <a:solidFill>
                  <a:srgbClr val="50646A"/>
                </a:solidFill>
                <a:latin typeface="Arial"/>
                <a:ea typeface="Arial"/>
                <a:cs typeface="Arial"/>
              </a:defRPr>
            </a:lvl9pPr>
          </a:lstStyle>
          <a:p xmlns:a="http://schemas.openxmlformats.org/drawingml/2006/main">
            <a:pPr algn="r">
              <a:defRPr sz="1125" b="0">
                <a:solidFill>
                  <a:srgbClr val="50646A"/>
                </a:solidFill>
                <a:latin typeface="Arial"/>
                <a:ea typeface="Arial"/>
                <a:cs typeface="Arial"/>
              </a:defRPr>
            </a:pPr>
            <a:r>
              <a:rPr sz="1125" b="0">
                <a:solidFill>
                  <a:srgbClr val="50646A"/>
                </a:solidFill>
                <a:latin typeface="Arial"/>
                <a:ea typeface="Arial"/>
                <a:cs typeface="Arial"/>
              </a:rPr>
              <a:t>14</a:t>
            </a:r>
          </a:p>
        </p:txBody>
      </p:sp>
      <p:graphicFrame>
        <p:nvGraphicFramePr>
          <p:cNvPr id="3" name="">
            <a:extLst xmlns:a="http://schemas.openxmlformats.org/drawingml/2006/main">
              <a:ext uri="{FF2B5EF4-FFF2-40B4-BE49-F238E27FC236}">
                <a16:creationId xmlns:a16="http://schemas.microsoft.com/office/drawing/2014/main" id="{62ACF654-FC1F-4F0F-90D5-0332695FE588}"/>
              </a:ext>
            </a:extLst>
          </p:cNvPr>
          <p:cNvGraphicFramePr/>
          <p:nvPr/>
        </p:nvGraphicFramePr>
        <p:xfrm>
          <a:off xmlns:a="http://schemas.openxmlformats.org/drawingml/2006/main" x="609600" y="1714500"/>
          <a:ext xmlns:a="http://schemas.openxmlformats.org/drawingml/2006/main" cx="10972800" cy="4381500"/>
        </p:xfrm>
        <a:graphic xmlns:a="http://schemas.openxmlformats.org/drawingml/2006/main">
          <a:graphicData uri="http://schemas.openxmlformats.org/drawingml/2006/table">
            <a:tbl>
              <a:tblPr/>
              <a:tblGrid>
                <a:gridCol w="2524125"/>
                <a:gridCol w="3952875"/>
                <a:gridCol w="4495800"/>
              </a:tblGrid>
              <a:tr h="476250">
                <a:tc>
                  <a:txBody>
                    <a:bodyPr lIns="76200" tIns="76200" rIns="76200" bIns="76200"/>
                    <a:lstStyle/>
                    <a:p>
                      <a:r>
                        <a:rPr sz="1875" b="1">
                          <a:solidFill>
                            <a:srgbClr val="FFFFFF"/>
                          </a:solidFill>
                          <a:latin typeface="Arial"/>
                          <a:ea typeface="Arial"/>
                          <a:cs typeface="Arial"/>
                        </a:rPr>
                        <a:t>Aufgabe</a:t>
                      </a:r>
                    </a:p>
                  </a:txBody>
                  <a:tcPr marL="91440" marR="91440" marT="45720" marB="45720" anchor="ctr">
                    <a:lnL w="9525">
                      <a:solidFill>
                        <a:srgbClr val="C9D3D2"/>
                      </a:solidFill>
                    </a:lnL>
                    <a:lnR w="9525">
                      <a:solidFill>
                        <a:srgbClr val="C9D3D2"/>
                      </a:solidFill>
                    </a:lnR>
                    <a:lnT w="9525">
                      <a:solidFill>
                        <a:srgbClr val="C9D3D2"/>
                      </a:solidFill>
                    </a:lnT>
                    <a:lnB w="9525">
                      <a:solidFill>
                        <a:srgbClr val="C9D3D2"/>
                      </a:solidFill>
                    </a:lnB>
                    <a:solidFill>
                      <a:srgbClr val="0B2F38"/>
                    </a:solidFill>
                  </a:tcPr>
                </a:tc>
                <a:tc>
                  <a:txBody>
                    <a:bodyPr lIns="76200" tIns="76200" rIns="76200" bIns="76200"/>
                    <a:lstStyle/>
                    <a:p>
                      <a:r>
                        <a:rPr sz="1875" b="1">
                          <a:solidFill>
                            <a:srgbClr val="FFFFFF"/>
                          </a:solidFill>
                          <a:latin typeface="Arial"/>
                          <a:ea typeface="Arial"/>
                          <a:cs typeface="Arial"/>
                        </a:rPr>
                        <a:t>Ein- und Ausgabe</a:t>
                      </a:r>
                    </a:p>
                  </a:txBody>
                  <a:tcPr marL="91440" marR="91440" marT="45720" marB="45720" anchor="ctr">
                    <a:lnR w="9525">
                      <a:solidFill>
                        <a:srgbClr val="C9D3D2"/>
                      </a:solidFill>
                    </a:lnR>
                    <a:lnT w="9525">
                      <a:solidFill>
                        <a:srgbClr val="C9D3D2"/>
                      </a:solidFill>
                    </a:lnT>
                    <a:lnB w="9525">
                      <a:solidFill>
                        <a:srgbClr val="C9D3D2"/>
                      </a:solidFill>
                    </a:lnB>
                    <a:solidFill>
                      <a:srgbClr val="0B2F38"/>
                    </a:solidFill>
                  </a:tcPr>
                </a:tc>
                <a:tc>
                  <a:txBody>
                    <a:bodyPr lIns="76200" tIns="76200" rIns="76200" bIns="76200"/>
                    <a:lstStyle/>
                    <a:p>
                      <a:r>
                        <a:rPr sz="1875" b="1">
                          <a:solidFill>
                            <a:srgbClr val="FFFFFF"/>
                          </a:solidFill>
                          <a:latin typeface="Arial"/>
                          <a:ea typeface="Arial"/>
                          <a:cs typeface="Arial"/>
                        </a:rPr>
                        <a:t>Im Projekt</a:t>
                      </a:r>
                    </a:p>
                  </a:txBody>
                  <a:tcPr marL="91440" marR="91440" marT="45720" marB="45720" anchor="ctr">
                    <a:lnR w="9525">
                      <a:solidFill>
                        <a:srgbClr val="C9D3D2"/>
                      </a:solidFill>
                    </a:lnR>
                    <a:lnT w="9525">
                      <a:solidFill>
                        <a:srgbClr val="C9D3D2"/>
                      </a:solidFill>
                    </a:lnT>
                    <a:lnB w="9525">
                      <a:solidFill>
                        <a:srgbClr val="C9D3D2"/>
                      </a:solidFill>
                    </a:lnB>
                    <a:solidFill>
                      <a:srgbClr val="0B2F38"/>
                    </a:solidFill>
                  </a:tcPr>
                </a:tc>
              </a:tr>
              <a:tr h="781050">
                <a:tc>
                  <a:txBody>
                    <a:bodyPr lIns="76200" tIns="76200" rIns="76200" bIns="76200"/>
                    <a:lstStyle/>
                    <a:p>
                      <a:r>
                        <a:rPr sz="1725" b="0">
                          <a:solidFill>
                            <a:srgbClr val="0B2F38"/>
                          </a:solidFill>
                          <a:latin typeface="Arial"/>
                          <a:ea typeface="Arial"/>
                          <a:cs typeface="Arial"/>
                        </a:rPr>
                        <a:t>Segmentierung</a:t>
                      </a:r>
                    </a:p>
                  </a:txBody>
                  <a:tcPr marL="91440" marR="91440" marT="45720" marB="45720" anchor="ctr">
                    <a:lnL w="9525">
                      <a:solidFill>
                        <a:srgbClr val="C9D3D2"/>
                      </a:solidFill>
                    </a:lnL>
                    <a:lnR w="9525">
                      <a:solidFill>
                        <a:srgbClr val="C9D3D2"/>
                      </a:solidFill>
                    </a:lnR>
                    <a:lnB w="9525">
                      <a:solidFill>
                        <a:srgbClr val="C9D3D2"/>
                      </a:solidFill>
                    </a:lnB>
                    <a:solidFill>
                      <a:srgbClr val="F4F2EB"/>
                    </a:solidFill>
                  </a:tcPr>
                </a:tc>
                <a:tc>
                  <a:txBody>
                    <a:bodyPr lIns="76200" tIns="76200" rIns="76200" bIns="76200"/>
                    <a:lstStyle/>
                    <a:p>
                      <a:r>
                        <a:rPr sz="1725" b="0">
                          <a:solidFill>
                            <a:srgbClr val="0B2F38"/>
                          </a:solidFill>
                          <a:latin typeface="Arial"/>
                          <a:ea typeface="Arial"/>
                          <a:cs typeface="Arial"/>
                        </a:rPr>
                        <a:t>Bild → Pixel- oder Objektmaske</a:t>
                      </a:r>
                    </a:p>
                  </a:txBody>
                  <a:tcPr marL="91440" marR="91440" marT="45720" marB="45720" anchor="ctr">
                    <a:lnR w="9525">
                      <a:solidFill>
                        <a:srgbClr val="C9D3D2"/>
                      </a:solidFill>
                    </a:lnR>
                    <a:lnB w="9525">
                      <a:solidFill>
                        <a:srgbClr val="C9D3D2"/>
                      </a:solidFill>
                    </a:lnB>
                    <a:solidFill>
                      <a:srgbClr val="F4F2EB"/>
                    </a:solidFill>
                  </a:tcPr>
                </a:tc>
                <a:tc>
                  <a:txBody>
                    <a:bodyPr lIns="76200" tIns="76200" rIns="76200" bIns="76200"/>
                    <a:lstStyle/>
                    <a:p>
                      <a:r>
                        <a:rPr sz="1725" b="0">
                          <a:solidFill>
                            <a:srgbClr val="0B2F38"/>
                          </a:solidFill>
                          <a:latin typeface="Arial"/>
                          <a:ea typeface="Arial"/>
                          <a:cs typeface="Arial"/>
                        </a:rPr>
                        <a:t>Spätere Erweiterung; aktuelle Zeichenlokalisierung liefert Boxen</a:t>
                      </a:r>
                    </a:p>
                  </a:txBody>
                  <a:tcPr marL="91440" marR="91440" marT="45720" marB="45720" anchor="ctr">
                    <a:lnR w="9525">
                      <a:solidFill>
                        <a:srgbClr val="C9D3D2"/>
                      </a:solidFill>
                    </a:lnR>
                    <a:lnB w="9525">
                      <a:solidFill>
                        <a:srgbClr val="C9D3D2"/>
                      </a:solidFill>
                    </a:lnB>
                    <a:solidFill>
                      <a:srgbClr val="F4F2EB"/>
                    </a:solidFill>
                  </a:tcPr>
                </a:tc>
              </a:tr>
              <a:tr h="781050">
                <a:tc>
                  <a:txBody>
                    <a:bodyPr lIns="76200" tIns="76200" rIns="76200" bIns="76200"/>
                    <a:lstStyle/>
                    <a:p>
                      <a:r>
                        <a:rPr sz="1725" b="0">
                          <a:solidFill>
                            <a:srgbClr val="0B2F38"/>
                          </a:solidFill>
                          <a:latin typeface="Arial"/>
                          <a:ea typeface="Arial"/>
                          <a:cs typeface="Arial"/>
                        </a:rPr>
                        <a:t>Zeichenklassifikation</a:t>
                      </a:r>
                    </a:p>
                  </a:txBody>
                  <a:tcPr marL="91440" marR="91440" marT="45720" marB="45720" anchor="ctr">
                    <a:lnL w="9525">
                      <a:solidFill>
                        <a:srgbClr val="C9D3D2"/>
                      </a:solidFill>
                    </a:lnL>
                    <a:lnR w="9525">
                      <a:solidFill>
                        <a:srgbClr val="C9D3D2"/>
                      </a:solidFill>
                    </a:lnR>
                    <a:lnB w="9525">
                      <a:solidFill>
                        <a:srgbClr val="C9D3D2"/>
                      </a:solidFill>
                    </a:lnB>
                    <a:solidFill>
                      <a:srgbClr val="F4F2EB"/>
                    </a:solidFill>
                  </a:tcPr>
                </a:tc>
                <a:tc>
                  <a:txBody>
                    <a:bodyPr lIns="76200" tIns="76200" rIns="76200" bIns="76200"/>
                    <a:lstStyle/>
                    <a:p>
                      <a:r>
                        <a:rPr sz="1725" b="0">
                          <a:solidFill>
                            <a:srgbClr val="0B2F38"/>
                          </a:solidFill>
                          <a:latin typeface="Arial"/>
                          <a:ea typeface="Arial"/>
                          <a:cs typeface="Arial"/>
                        </a:rPr>
                        <a:t>Ausschnitt → nationale Zeichenklasse</a:t>
                      </a:r>
                    </a:p>
                  </a:txBody>
                  <a:tcPr marL="91440" marR="91440" marT="45720" marB="45720" anchor="ctr">
                    <a:lnR w="9525">
                      <a:solidFill>
                        <a:srgbClr val="C9D3D2"/>
                      </a:solidFill>
                    </a:lnR>
                    <a:lnB w="9525">
                      <a:solidFill>
                        <a:srgbClr val="C9D3D2"/>
                      </a:solidFill>
                    </a:lnB>
                    <a:solidFill>
                      <a:srgbClr val="F4F2EB"/>
                    </a:solidFill>
                  </a:tcPr>
                </a:tc>
                <a:tc>
                  <a:txBody>
                    <a:bodyPr lIns="76200" tIns="76200" rIns="76200" bIns="76200"/>
                    <a:lstStyle/>
                    <a:p>
                      <a:r>
                        <a:rPr sz="1725" b="0">
                          <a:solidFill>
                            <a:srgbClr val="0B2F38"/>
                          </a:solidFill>
                          <a:latin typeface="Arial"/>
                          <a:ea typeface="Arial"/>
                          <a:cs typeface="Arial"/>
                        </a:rPr>
                        <a:t>DE, FR, BE, NL, CH; Gerät und Server</a:t>
                      </a:r>
                    </a:p>
                  </a:txBody>
                  <a:tcPr marL="91440" marR="91440" marT="45720" marB="45720" anchor="ctr">
                    <a:lnR w="9525">
                      <a:solidFill>
                        <a:srgbClr val="C9D3D2"/>
                      </a:solidFill>
                    </a:lnR>
                    <a:lnB w="9525">
                      <a:solidFill>
                        <a:srgbClr val="C9D3D2"/>
                      </a:solidFill>
                    </a:lnB>
                    <a:solidFill>
                      <a:srgbClr val="F4F2EB"/>
                    </a:solidFill>
                  </a:tcPr>
                </a:tc>
              </a:tr>
              <a:tr h="781050">
                <a:tc>
                  <a:txBody>
                    <a:bodyPr lIns="76200" tIns="76200" rIns="76200" bIns="76200"/>
                    <a:lstStyle/>
                    <a:p>
                      <a:r>
                        <a:rPr sz="1725" b="0">
                          <a:solidFill>
                            <a:srgbClr val="0B2F38"/>
                          </a:solidFill>
                          <a:latin typeface="Arial"/>
                          <a:ea typeface="Arial"/>
                          <a:cs typeface="Arial"/>
                        </a:rPr>
                        <a:t>Spurerkennung</a:t>
                      </a:r>
                    </a:p>
                  </a:txBody>
                  <a:tcPr marL="91440" marR="91440" marT="45720" marB="45720" anchor="ctr">
                    <a:lnL w="9525">
                      <a:solidFill>
                        <a:srgbClr val="C9D3D2"/>
                      </a:solidFill>
                    </a:lnL>
                    <a:lnR w="9525">
                      <a:solidFill>
                        <a:srgbClr val="C9D3D2"/>
                      </a:solidFill>
                    </a:lnR>
                    <a:lnB w="9525">
                      <a:solidFill>
                        <a:srgbClr val="C9D3D2"/>
                      </a:solidFill>
                    </a:lnB>
                    <a:solidFill>
                      <a:srgbClr val="F4F2EB"/>
                    </a:solidFill>
                  </a:tcPr>
                </a:tc>
                <a:tc>
                  <a:txBody>
                    <a:bodyPr lIns="76200" tIns="76200" rIns="76200" bIns="76200"/>
                    <a:lstStyle/>
                    <a:p>
                      <a:r>
                        <a:rPr sz="1725" b="0">
                          <a:solidFill>
                            <a:srgbClr val="0B2F38"/>
                          </a:solidFill>
                          <a:latin typeface="Arial"/>
                          <a:ea typeface="Arial"/>
                          <a:cs typeface="Arial"/>
                        </a:rPr>
                        <a:t>Straßenbild → Markierungspfad</a:t>
                      </a:r>
                    </a:p>
                  </a:txBody>
                  <a:tcPr marL="91440" marR="91440" marT="45720" marB="45720" anchor="ctr">
                    <a:lnR w="9525">
                      <a:solidFill>
                        <a:srgbClr val="C9D3D2"/>
                      </a:solidFill>
                    </a:lnR>
                    <a:lnB w="9525">
                      <a:solidFill>
                        <a:srgbClr val="C9D3D2"/>
                      </a:solidFill>
                    </a:lnB>
                    <a:solidFill>
                      <a:srgbClr val="F4F2EB"/>
                    </a:solidFill>
                  </a:tcPr>
                </a:tc>
                <a:tc>
                  <a:txBody>
                    <a:bodyPr lIns="76200" tIns="76200" rIns="76200" bIns="76200"/>
                    <a:lstStyle/>
                    <a:p>
                      <a:r>
                        <a:rPr sz="1725" b="0">
                          <a:solidFill>
                            <a:srgbClr val="0B2F38"/>
                          </a:solidFill>
                          <a:latin typeface="Arial"/>
                          <a:ea typeface="Arial"/>
                          <a:cs typeface="Arial"/>
                        </a:rPr>
                        <a:t>Native CV-Basis; Lernmodell im Projekt verbessern</a:t>
                      </a:r>
                    </a:p>
                  </a:txBody>
                  <a:tcPr marL="91440" marR="91440" marT="45720" marB="45720" anchor="ctr">
                    <a:lnR w="9525">
                      <a:solidFill>
                        <a:srgbClr val="C9D3D2"/>
                      </a:solidFill>
                    </a:lnR>
                    <a:lnB w="9525">
                      <a:solidFill>
                        <a:srgbClr val="C9D3D2"/>
                      </a:solidFill>
                    </a:lnB>
                    <a:solidFill>
                      <a:srgbClr val="F4F2EB"/>
                    </a:solidFill>
                  </a:tcPr>
                </a:tc>
              </a:tr>
              <a:tr h="781050">
                <a:tc>
                  <a:txBody>
                    <a:bodyPr lIns="76200" tIns="76200" rIns="76200" bIns="76200"/>
                    <a:lstStyle/>
                    <a:p>
                      <a:r>
                        <a:rPr sz="1725" b="0">
                          <a:solidFill>
                            <a:srgbClr val="0B2F38"/>
                          </a:solidFill>
                          <a:latin typeface="Arial"/>
                          <a:ea typeface="Arial"/>
                          <a:cs typeface="Arial"/>
                        </a:rPr>
                        <a:t>OCR</a:t>
                      </a:r>
                    </a:p>
                  </a:txBody>
                  <a:tcPr marL="91440" marR="91440" marT="45720" marB="45720" anchor="ctr">
                    <a:lnL w="9525">
                      <a:solidFill>
                        <a:srgbClr val="C9D3D2"/>
                      </a:solidFill>
                    </a:lnL>
                    <a:lnR w="9525">
                      <a:solidFill>
                        <a:srgbClr val="C9D3D2"/>
                      </a:solidFill>
                    </a:lnR>
                    <a:lnB w="9525">
                      <a:solidFill>
                        <a:srgbClr val="C9D3D2"/>
                      </a:solidFill>
                    </a:lnB>
                    <a:solidFill>
                      <a:srgbClr val="F4F2EB"/>
                    </a:solidFill>
                  </a:tcPr>
                </a:tc>
                <a:tc>
                  <a:txBody>
                    <a:bodyPr lIns="76200" tIns="76200" rIns="76200" bIns="76200"/>
                    <a:lstStyle/>
                    <a:p>
                      <a:r>
                        <a:rPr sz="1725" b="0">
                          <a:solidFill>
                            <a:srgbClr val="0B2F38"/>
                          </a:solidFill>
                          <a:latin typeface="Arial"/>
                          <a:ea typeface="Arial"/>
                          <a:cs typeface="Arial"/>
                        </a:rPr>
                        <a:t>Textregion → Text</a:t>
                      </a:r>
                    </a:p>
                  </a:txBody>
                  <a:tcPr marL="91440" marR="91440" marT="45720" marB="45720" anchor="ctr">
                    <a:lnR w="9525">
                      <a:solidFill>
                        <a:srgbClr val="C9D3D2"/>
                      </a:solidFill>
                    </a:lnR>
                    <a:lnB w="9525">
                      <a:solidFill>
                        <a:srgbClr val="C9D3D2"/>
                      </a:solidFill>
                    </a:lnB>
                    <a:solidFill>
                      <a:srgbClr val="F4F2EB"/>
                    </a:solidFill>
                  </a:tcPr>
                </a:tc>
                <a:tc>
                  <a:txBody>
                    <a:bodyPr lIns="76200" tIns="76200" rIns="76200" bIns="76200"/>
                    <a:lstStyle/>
                    <a:p>
                      <a:r>
                        <a:rPr sz="1725" b="0">
                          <a:solidFill>
                            <a:srgbClr val="0B2F38"/>
                          </a:solidFill>
                          <a:latin typeface="Arial"/>
                          <a:ea typeface="Arial"/>
                          <a:cs typeface="Arial"/>
                        </a:rPr>
                        <a:t>Apple Vision / ML Kit; PP-OCRv6 auf dem Server</a:t>
                      </a:r>
                    </a:p>
                  </a:txBody>
                  <a:tcPr marL="91440" marR="91440" marT="45720" marB="45720" anchor="ctr">
                    <a:lnR w="9525">
                      <a:solidFill>
                        <a:srgbClr val="C9D3D2"/>
                      </a:solidFill>
                    </a:lnR>
                    <a:lnB w="9525">
                      <a:solidFill>
                        <a:srgbClr val="C9D3D2"/>
                      </a:solidFill>
                    </a:lnB>
                    <a:solidFill>
                      <a:srgbClr val="F4F2EB"/>
                    </a:solidFill>
                  </a:tcPr>
                </a:tc>
              </a:tr>
              <a:tr h="781050">
                <a:tc>
                  <a:txBody>
                    <a:bodyPr lIns="76200" tIns="76200" rIns="76200" bIns="76200"/>
                    <a:lstStyle/>
                    <a:p>
                      <a:r>
                        <a:rPr sz="1725" b="0">
                          <a:solidFill>
                            <a:srgbClr val="0B2F38"/>
                          </a:solidFill>
                          <a:latin typeface="Arial"/>
                          <a:ea typeface="Arial"/>
                          <a:cs typeface="Arial"/>
                        </a:rPr>
                        <a:t>Spracherkennung</a:t>
                      </a:r>
                    </a:p>
                  </a:txBody>
                  <a:tcPr marL="91440" marR="91440" marT="45720" marB="45720" anchor="ctr">
                    <a:lnL w="9525">
                      <a:solidFill>
                        <a:srgbClr val="C9D3D2"/>
                      </a:solidFill>
                    </a:lnL>
                    <a:lnR w="9525">
                      <a:solidFill>
                        <a:srgbClr val="C9D3D2"/>
                      </a:solidFill>
                    </a:lnR>
                    <a:lnB w="9525">
                      <a:solidFill>
                        <a:srgbClr val="C9D3D2"/>
                      </a:solidFill>
                    </a:lnB>
                    <a:solidFill>
                      <a:srgbClr val="F4F2EB"/>
                    </a:solidFill>
                  </a:tcPr>
                </a:tc>
                <a:tc>
                  <a:txBody>
                    <a:bodyPr lIns="76200" tIns="76200" rIns="76200" bIns="76200"/>
                    <a:lstStyle/>
                    <a:p>
                      <a:r>
                        <a:rPr sz="1725" b="0">
                          <a:solidFill>
                            <a:srgbClr val="0B2F38"/>
                          </a:solidFill>
                          <a:latin typeface="Arial"/>
                          <a:ea typeface="Arial"/>
                          <a:cs typeface="Arial"/>
                        </a:rPr>
                        <a:t>Audio → Text und Nutzerkorrektur</a:t>
                      </a:r>
                    </a:p>
                  </a:txBody>
                  <a:tcPr marL="91440" marR="91440" marT="45720" marB="45720" anchor="ctr">
                    <a:lnR w="9525">
                      <a:solidFill>
                        <a:srgbClr val="C9D3D2"/>
                      </a:solidFill>
                    </a:lnR>
                    <a:lnB w="9525">
                      <a:solidFill>
                        <a:srgbClr val="C9D3D2"/>
                      </a:solidFill>
                    </a:lnB>
                    <a:solidFill>
                      <a:srgbClr val="F4F2EB"/>
                    </a:solidFill>
                  </a:tcPr>
                </a:tc>
                <a:tc>
                  <a:txBody>
                    <a:bodyPr lIns="76200" tIns="76200" rIns="76200" bIns="76200"/>
                    <a:lstStyle/>
                    <a:p>
                      <a:r>
                        <a:rPr sz="1725" b="0">
                          <a:solidFill>
                            <a:srgbClr val="0B2F38"/>
                          </a:solidFill>
                          <a:latin typeface="Arial"/>
                          <a:ea typeface="Arial"/>
                          <a:cs typeface="Arial"/>
                        </a:rPr>
                        <a:t>Apple Speech (iPhone) / Vosk (Android)</a:t>
                      </a:r>
                    </a:p>
                  </a:txBody>
                  <a:tcPr marL="91440" marR="91440" marT="45720" marB="45720" anchor="ctr">
                    <a:lnR w="9525">
                      <a:solidFill>
                        <a:srgbClr val="C9D3D2"/>
                      </a:solidFill>
                    </a:lnR>
                    <a:lnB w="9525">
                      <a:solidFill>
                        <a:srgbClr val="C9D3D2"/>
                      </a:solidFill>
                    </a:lnB>
                    <a:solidFill>
                      <a:srgbClr val="F4F2EB"/>
                    </a:solidFill>
                  </a:tcPr>
                </a:tc>
              </a:tr>
            </a:tbl>
          </a:graphicData>
        </a:graphic>
      </p:graphicFrame>
    </p:spTree>
    <p:extLst>
      <p:ext uri="{BB962C8B-B14F-4D97-AF65-F5344CB8AC3E}">
        <p14:creationId xmlns:p14="http://schemas.microsoft.com/office/powerpoint/2010/main" val="1455770333"/>
      </p:ext>
    </p:extLst>
  </p:cSld>
</p:sld>
</file>

<file path=ppt/slides/slide15.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E32FBC0C-11F2-4F49-AF4E-58DDED225BB4}"/>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B2F38"/>
                </a:solidFill>
                <a:latin typeface="Arial"/>
                <a:ea typeface="Arial"/>
                <a:cs typeface="Arial"/>
              </a:defRPr>
            </a:defPPr>
            <a:lvl1pPr algn="l">
              <a:defRPr sz="3300" b="1">
                <a:solidFill>
                  <a:srgbClr val="0B2F38"/>
                </a:solidFill>
                <a:latin typeface="Arial"/>
                <a:ea typeface="Arial"/>
                <a:cs typeface="Arial"/>
              </a:defRPr>
            </a:lvl1pPr>
            <a:lvl2pPr algn="l">
              <a:defRPr sz="3300" b="1">
                <a:solidFill>
                  <a:srgbClr val="0B2F38"/>
                </a:solidFill>
                <a:latin typeface="Arial"/>
                <a:ea typeface="Arial"/>
                <a:cs typeface="Arial"/>
              </a:defRPr>
            </a:lvl2pPr>
            <a:lvl3pPr algn="l">
              <a:defRPr sz="3300" b="1">
                <a:solidFill>
                  <a:srgbClr val="0B2F38"/>
                </a:solidFill>
                <a:latin typeface="Arial"/>
                <a:ea typeface="Arial"/>
                <a:cs typeface="Arial"/>
              </a:defRPr>
            </a:lvl3pPr>
            <a:lvl4pPr algn="l">
              <a:defRPr sz="3300" b="1">
                <a:solidFill>
                  <a:srgbClr val="0B2F38"/>
                </a:solidFill>
                <a:latin typeface="Arial"/>
                <a:ea typeface="Arial"/>
                <a:cs typeface="Arial"/>
              </a:defRPr>
            </a:lvl4pPr>
            <a:lvl5pPr algn="l">
              <a:defRPr sz="3300" b="1">
                <a:solidFill>
                  <a:srgbClr val="0B2F38"/>
                </a:solidFill>
                <a:latin typeface="Arial"/>
                <a:ea typeface="Arial"/>
                <a:cs typeface="Arial"/>
              </a:defRPr>
            </a:lvl5pPr>
            <a:lvl6pPr algn="l">
              <a:defRPr sz="3300" b="1">
                <a:solidFill>
                  <a:srgbClr val="0B2F38"/>
                </a:solidFill>
                <a:latin typeface="Arial"/>
                <a:ea typeface="Arial"/>
                <a:cs typeface="Arial"/>
              </a:defRPr>
            </a:lvl6pPr>
            <a:lvl7pPr algn="l">
              <a:defRPr sz="3300" b="1">
                <a:solidFill>
                  <a:srgbClr val="0B2F38"/>
                </a:solidFill>
                <a:latin typeface="Arial"/>
                <a:ea typeface="Arial"/>
                <a:cs typeface="Arial"/>
              </a:defRPr>
            </a:lvl7pPr>
            <a:lvl8pPr algn="l">
              <a:defRPr sz="3300" b="1">
                <a:solidFill>
                  <a:srgbClr val="0B2F38"/>
                </a:solidFill>
                <a:latin typeface="Arial"/>
                <a:ea typeface="Arial"/>
                <a:cs typeface="Arial"/>
              </a:defRPr>
            </a:lvl8pPr>
            <a:lvl9pPr algn="l">
              <a:defRPr sz="3300" b="1">
                <a:solidFill>
                  <a:srgbClr val="0B2F38"/>
                </a:solidFill>
                <a:latin typeface="Arial"/>
                <a:ea typeface="Arial"/>
                <a:cs typeface="Arial"/>
              </a:defRPr>
            </a:lvl9pPr>
          </a:lstStyle>
          <a:p xmlns:a="http://schemas.openxmlformats.org/drawingml/2006/main">
            <a:pPr algn="l">
              <a:defRPr sz="3300" b="1">
                <a:solidFill>
                  <a:srgbClr val="0B2F38"/>
                </a:solidFill>
                <a:latin typeface="Arial"/>
                <a:ea typeface="Arial"/>
                <a:cs typeface="Arial"/>
              </a:defRPr>
            </a:pPr>
            <a:r>
              <a:rPr sz="3300" b="1">
                <a:solidFill>
                  <a:srgbClr val="0B2F38"/>
                </a:solidFill>
                <a:latin typeface="Arial"/>
                <a:ea typeface="Arial"/>
                <a:cs typeface="Arial"/>
              </a:rPr>
              <a:t>Zeichen finden: Detektion und Segmentierung</a:t>
            </a:r>
          </a:p>
        </p:txBody>
      </p:sp>
      <p:sp>
        <p:nvSpPr>
          <p:cNvPr id="2" name="text-1">
            <a:extLst xmlns:a="http://schemas.openxmlformats.org/drawingml/2006/main">
              <a:ext uri="{FF2B5EF4-FFF2-40B4-BE49-F238E27FC236}">
                <a16:creationId xmlns:a16="http://schemas.microsoft.com/office/drawing/2014/main" id="{84560516-F3BB-4C1B-A6BD-122360675F49}"/>
              </a:ext>
            </a:extLst>
          </p:cNvPr>
          <p:cNvSpPr>
            <a:spLocks xmlns:a="http://schemas.openxmlformats.org/drawingml/2006/main" noGrp="1"/>
          </p:cNvSpPr>
          <p:nvPr/>
        </p:nvSpPr>
        <p:spPr>
          <a:xfrm xmlns:a="http://schemas.openxmlformats.org/drawingml/2006/main">
            <a:off x="11144250" y="6477000"/>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defRPr sz="1125" b="0">
                <a:solidFill>
                  <a:srgbClr val="50646A"/>
                </a:solidFill>
                <a:latin typeface="Arial"/>
                <a:ea typeface="Arial"/>
                <a:cs typeface="Arial"/>
              </a:defRPr>
            </a:lvl1pPr>
            <a:lvl2pPr algn="r">
              <a:defRPr sz="1125" b="0">
                <a:solidFill>
                  <a:srgbClr val="50646A"/>
                </a:solidFill>
                <a:latin typeface="Arial"/>
                <a:ea typeface="Arial"/>
                <a:cs typeface="Arial"/>
              </a:defRPr>
            </a:lvl2pPr>
            <a:lvl3pPr algn="r">
              <a:defRPr sz="1125" b="0">
                <a:solidFill>
                  <a:srgbClr val="50646A"/>
                </a:solidFill>
                <a:latin typeface="Arial"/>
                <a:ea typeface="Arial"/>
                <a:cs typeface="Arial"/>
              </a:defRPr>
            </a:lvl3pPr>
            <a:lvl4pPr algn="r">
              <a:defRPr sz="1125" b="0">
                <a:solidFill>
                  <a:srgbClr val="50646A"/>
                </a:solidFill>
                <a:latin typeface="Arial"/>
                <a:ea typeface="Arial"/>
                <a:cs typeface="Arial"/>
              </a:defRPr>
            </a:lvl4pPr>
            <a:lvl5pPr algn="r">
              <a:defRPr sz="1125" b="0">
                <a:solidFill>
                  <a:srgbClr val="50646A"/>
                </a:solidFill>
                <a:latin typeface="Arial"/>
                <a:ea typeface="Arial"/>
                <a:cs typeface="Arial"/>
              </a:defRPr>
            </a:lvl5pPr>
            <a:lvl6pPr algn="r">
              <a:defRPr sz="1125" b="0">
                <a:solidFill>
                  <a:srgbClr val="50646A"/>
                </a:solidFill>
                <a:latin typeface="Arial"/>
                <a:ea typeface="Arial"/>
                <a:cs typeface="Arial"/>
              </a:defRPr>
            </a:lvl6pPr>
            <a:lvl7pPr algn="r">
              <a:defRPr sz="1125" b="0">
                <a:solidFill>
                  <a:srgbClr val="50646A"/>
                </a:solidFill>
                <a:latin typeface="Arial"/>
                <a:ea typeface="Arial"/>
                <a:cs typeface="Arial"/>
              </a:defRPr>
            </a:lvl7pPr>
            <a:lvl8pPr algn="r">
              <a:defRPr sz="1125" b="0">
                <a:solidFill>
                  <a:srgbClr val="50646A"/>
                </a:solidFill>
                <a:latin typeface="Arial"/>
                <a:ea typeface="Arial"/>
                <a:cs typeface="Arial"/>
              </a:defRPr>
            </a:lvl8pPr>
            <a:lvl9pPr algn="r">
              <a:defRPr sz="1125" b="0">
                <a:solidFill>
                  <a:srgbClr val="50646A"/>
                </a:solidFill>
                <a:latin typeface="Arial"/>
                <a:ea typeface="Arial"/>
                <a:cs typeface="Arial"/>
              </a:defRPr>
            </a:lvl9pPr>
          </a:lstStyle>
          <a:p xmlns:a="http://schemas.openxmlformats.org/drawingml/2006/main">
            <a:pPr algn="r">
              <a:defRPr sz="1125" b="0">
                <a:solidFill>
                  <a:srgbClr val="50646A"/>
                </a:solidFill>
                <a:latin typeface="Arial"/>
                <a:ea typeface="Arial"/>
                <a:cs typeface="Arial"/>
              </a:defRPr>
            </a:pPr>
            <a:r>
              <a:rPr sz="1125" b="0">
                <a:solidFill>
                  <a:srgbClr val="50646A"/>
                </a:solidFill>
                <a:latin typeface="Arial"/>
                <a:ea typeface="Arial"/>
                <a:cs typeface="Arial"/>
              </a:rPr>
              <a:t>15</a:t>
            </a:r>
          </a:p>
        </p:txBody>
      </p:sp>
      <p:pic>
        <p:nvPicPr>
          <p:cNvPr id="3" name="">
            <a:extLst xmlns:a="http://schemas.openxmlformats.org/drawingml/2006/main">
              <a:ext uri="{FF2B5EF4-FFF2-40B4-BE49-F238E27FC236}">
                <a16:creationId xmlns:a16="http://schemas.microsoft.com/office/drawing/2014/main" id="{D55F1222-D2D1-485A-AA77-996503305843}"/>
              </a:ext>
            </a:extLst>
          </p:cNvPr>
          <p:cNvPicPr>
            <a:picLocks xmlns:a="http://schemas.openxmlformats.org/drawingml/2006/main" noChangeAspect="1"/>
          </p:cNvPicPr>
          <p:nvPr/>
        </p:nvPicPr>
        <p:blipFill>
          <a:blip xmlns:r="http://schemas.openxmlformats.org/officeDocument/2006/relationships" xmlns:a="http://schemas.openxmlformats.org/drawingml/2006/main" r:embed="R15a5f17268f44dad"/>
          <a:stretch xmlns:a="http://schemas.openxmlformats.org/drawingml/2006/main"/>
        </p:blipFill>
        <p:spPr>
          <a:xfrm xmlns:a="http://schemas.openxmlformats.org/drawingml/2006/main">
            <a:off x="1159933" y="1524000"/>
            <a:ext cx="6519333" cy="3667125"/>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01CC05F6-C1F0-476D-86D2-6B7D4D6174DA}"/>
              </a:ext>
            </a:extLst>
          </p:cNvPr>
          <p:cNvPicPr>
            <a:picLocks xmlns:a="http://schemas.openxmlformats.org/drawingml/2006/main" noChangeAspect="1"/>
          </p:cNvPicPr>
          <p:nvPr/>
        </p:nvPicPr>
        <p:blipFill>
          <a:blip xmlns:r="http://schemas.openxmlformats.org/officeDocument/2006/relationships" xmlns:a="http://schemas.openxmlformats.org/drawingml/2006/main" r:embed="Rcf50d65696e24fda"/>
          <a:stretch xmlns:a="http://schemas.openxmlformats.org/drawingml/2006/main"/>
        </p:blipFill>
        <p:spPr>
          <a:xfrm xmlns:a="http://schemas.openxmlformats.org/drawingml/2006/main">
            <a:off x="8810625" y="2197168"/>
            <a:ext cx="2333625" cy="1558789"/>
          </a:xfrm>
          <a:prstGeom xmlns:a="http://schemas.openxmlformats.org/drawingml/2006/main" prst="rect">
            <a:avLst/>
          </a:prstGeom>
        </p:spPr>
      </p:pic>
      <p:sp>
        <p:nvSpPr>
          <p:cNvPr id="5" name="text-2">
            <a:extLst xmlns:a="http://schemas.openxmlformats.org/drawingml/2006/main">
              <a:ext uri="{FF2B5EF4-FFF2-40B4-BE49-F238E27FC236}">
                <a16:creationId xmlns:a16="http://schemas.microsoft.com/office/drawing/2014/main" id="{DE06D721-99F3-4979-B595-E8DEE324C28B}"/>
              </a:ext>
            </a:extLst>
          </p:cNvPr>
          <p:cNvSpPr>
            <a:spLocks xmlns:a="http://schemas.openxmlformats.org/drawingml/2006/main" noGrp="1"/>
          </p:cNvSpPr>
          <p:nvPr/>
        </p:nvSpPr>
        <p:spPr>
          <a:xfrm xmlns:a="http://schemas.openxmlformats.org/drawingml/2006/main">
            <a:off x="609600" y="52197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B2F38"/>
                </a:solidFill>
                <a:latin typeface="Arial"/>
                <a:ea typeface="Arial"/>
                <a:cs typeface="Arial"/>
              </a:defRPr>
            </a:defPPr>
            <a:lvl1pPr algn="l">
              <a:defRPr sz="1800" b="0">
                <a:solidFill>
                  <a:srgbClr val="0B2F38"/>
                </a:solidFill>
                <a:latin typeface="Arial"/>
                <a:ea typeface="Arial"/>
                <a:cs typeface="Arial"/>
              </a:defRPr>
            </a:lvl1pPr>
            <a:lvl2pPr algn="l">
              <a:defRPr sz="1800" b="0">
                <a:solidFill>
                  <a:srgbClr val="0B2F38"/>
                </a:solidFill>
                <a:latin typeface="Arial"/>
                <a:ea typeface="Arial"/>
                <a:cs typeface="Arial"/>
              </a:defRPr>
            </a:lvl2pPr>
            <a:lvl3pPr algn="l">
              <a:defRPr sz="1800" b="0">
                <a:solidFill>
                  <a:srgbClr val="0B2F38"/>
                </a:solidFill>
                <a:latin typeface="Arial"/>
                <a:ea typeface="Arial"/>
                <a:cs typeface="Arial"/>
              </a:defRPr>
            </a:lvl3pPr>
            <a:lvl4pPr algn="l">
              <a:defRPr sz="1800" b="0">
                <a:solidFill>
                  <a:srgbClr val="0B2F38"/>
                </a:solidFill>
                <a:latin typeface="Arial"/>
                <a:ea typeface="Arial"/>
                <a:cs typeface="Arial"/>
              </a:defRPr>
            </a:lvl4pPr>
            <a:lvl5pPr algn="l">
              <a:defRPr sz="1800" b="0">
                <a:solidFill>
                  <a:srgbClr val="0B2F38"/>
                </a:solidFill>
                <a:latin typeface="Arial"/>
                <a:ea typeface="Arial"/>
                <a:cs typeface="Arial"/>
              </a:defRPr>
            </a:lvl5pPr>
            <a:lvl6pPr algn="l">
              <a:defRPr sz="1800" b="0">
                <a:solidFill>
                  <a:srgbClr val="0B2F38"/>
                </a:solidFill>
                <a:latin typeface="Arial"/>
                <a:ea typeface="Arial"/>
                <a:cs typeface="Arial"/>
              </a:defRPr>
            </a:lvl6pPr>
            <a:lvl7pPr algn="l">
              <a:defRPr sz="1800" b="0">
                <a:solidFill>
                  <a:srgbClr val="0B2F38"/>
                </a:solidFill>
                <a:latin typeface="Arial"/>
                <a:ea typeface="Arial"/>
                <a:cs typeface="Arial"/>
              </a:defRPr>
            </a:lvl7pPr>
            <a:lvl8pPr algn="l">
              <a:defRPr sz="1800" b="0">
                <a:solidFill>
                  <a:srgbClr val="0B2F38"/>
                </a:solidFill>
                <a:latin typeface="Arial"/>
                <a:ea typeface="Arial"/>
                <a:cs typeface="Arial"/>
              </a:defRPr>
            </a:lvl8pPr>
            <a:lvl9pPr algn="l">
              <a:defRPr sz="1800" b="0">
                <a:solidFill>
                  <a:srgbClr val="0B2F38"/>
                </a:solidFill>
                <a:latin typeface="Arial"/>
                <a:ea typeface="Arial"/>
                <a:cs typeface="Arial"/>
              </a:defRPr>
            </a:lvl9pPr>
          </a:lstStyle>
          <a:p xmlns:a="http://schemas.openxmlformats.org/drawingml/2006/main">
            <a:pPr algn="l">
              <a:defRPr sz="1800" b="0">
                <a:solidFill>
                  <a:srgbClr val="0B2F38"/>
                </a:solidFill>
                <a:latin typeface="Arial"/>
                <a:ea typeface="Arial"/>
                <a:cs typeface="Arial"/>
              </a:defRPr>
            </a:pPr>
            <a:r>
              <a:rPr sz="1800" b="0">
                <a:solidFill>
                  <a:srgbClr val="0B2F38"/>
                </a:solidFill>
                <a:latin typeface="Arial"/>
                <a:ea typeface="Arial"/>
                <a:cs typeface="Arial"/>
              </a:rPr>
              <a:t>Detektion: Wo liegt ein Zeichen? → Begrenzungsrahmen</a:t>
            </a:r>
          </a:p>
        </p:txBody>
      </p:sp>
      <p:sp>
        <p:nvSpPr>
          <p:cNvPr id="6" name="text-3">
            <a:extLst xmlns:a="http://schemas.openxmlformats.org/drawingml/2006/main">
              <a:ext uri="{FF2B5EF4-FFF2-40B4-BE49-F238E27FC236}">
                <a16:creationId xmlns:a16="http://schemas.microsoft.com/office/drawing/2014/main" id="{BC9B6892-0E2D-448A-9C21-A014249037AC}"/>
              </a:ext>
            </a:extLst>
          </p:cNvPr>
          <p:cNvSpPr>
            <a:spLocks xmlns:a="http://schemas.openxmlformats.org/drawingml/2006/main" noGrp="1"/>
          </p:cNvSpPr>
          <p:nvPr/>
        </p:nvSpPr>
        <p:spPr>
          <a:xfrm xmlns:a="http://schemas.openxmlformats.org/drawingml/2006/main">
            <a:off x="609600" y="56388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B2F38"/>
                </a:solidFill>
                <a:latin typeface="Arial"/>
                <a:ea typeface="Arial"/>
                <a:cs typeface="Arial"/>
              </a:defRPr>
            </a:defPPr>
            <a:lvl1pPr algn="l">
              <a:defRPr sz="1800" b="0">
                <a:solidFill>
                  <a:srgbClr val="0B2F38"/>
                </a:solidFill>
                <a:latin typeface="Arial"/>
                <a:ea typeface="Arial"/>
                <a:cs typeface="Arial"/>
              </a:defRPr>
            </a:lvl1pPr>
            <a:lvl2pPr algn="l">
              <a:defRPr sz="1800" b="0">
                <a:solidFill>
                  <a:srgbClr val="0B2F38"/>
                </a:solidFill>
                <a:latin typeface="Arial"/>
                <a:ea typeface="Arial"/>
                <a:cs typeface="Arial"/>
              </a:defRPr>
            </a:lvl2pPr>
            <a:lvl3pPr algn="l">
              <a:defRPr sz="1800" b="0">
                <a:solidFill>
                  <a:srgbClr val="0B2F38"/>
                </a:solidFill>
                <a:latin typeface="Arial"/>
                <a:ea typeface="Arial"/>
                <a:cs typeface="Arial"/>
              </a:defRPr>
            </a:lvl3pPr>
            <a:lvl4pPr algn="l">
              <a:defRPr sz="1800" b="0">
                <a:solidFill>
                  <a:srgbClr val="0B2F38"/>
                </a:solidFill>
                <a:latin typeface="Arial"/>
                <a:ea typeface="Arial"/>
                <a:cs typeface="Arial"/>
              </a:defRPr>
            </a:lvl4pPr>
            <a:lvl5pPr algn="l">
              <a:defRPr sz="1800" b="0">
                <a:solidFill>
                  <a:srgbClr val="0B2F38"/>
                </a:solidFill>
                <a:latin typeface="Arial"/>
                <a:ea typeface="Arial"/>
                <a:cs typeface="Arial"/>
              </a:defRPr>
            </a:lvl5pPr>
            <a:lvl6pPr algn="l">
              <a:defRPr sz="1800" b="0">
                <a:solidFill>
                  <a:srgbClr val="0B2F38"/>
                </a:solidFill>
                <a:latin typeface="Arial"/>
                <a:ea typeface="Arial"/>
                <a:cs typeface="Arial"/>
              </a:defRPr>
            </a:lvl6pPr>
            <a:lvl7pPr algn="l">
              <a:defRPr sz="1800" b="0">
                <a:solidFill>
                  <a:srgbClr val="0B2F38"/>
                </a:solidFill>
                <a:latin typeface="Arial"/>
                <a:ea typeface="Arial"/>
                <a:cs typeface="Arial"/>
              </a:defRPr>
            </a:lvl7pPr>
            <a:lvl8pPr algn="l">
              <a:defRPr sz="1800" b="0">
                <a:solidFill>
                  <a:srgbClr val="0B2F38"/>
                </a:solidFill>
                <a:latin typeface="Arial"/>
                <a:ea typeface="Arial"/>
                <a:cs typeface="Arial"/>
              </a:defRPr>
            </a:lvl8pPr>
            <a:lvl9pPr algn="l">
              <a:defRPr sz="1800" b="0">
                <a:solidFill>
                  <a:srgbClr val="0B2F38"/>
                </a:solidFill>
                <a:latin typeface="Arial"/>
                <a:ea typeface="Arial"/>
                <a:cs typeface="Arial"/>
              </a:defRPr>
            </a:lvl9pPr>
          </a:lstStyle>
          <a:p xmlns:a="http://schemas.openxmlformats.org/drawingml/2006/main">
            <a:pPr algn="l">
              <a:defRPr sz="1800" b="0">
                <a:solidFill>
                  <a:srgbClr val="0B2F38"/>
                </a:solidFill>
                <a:latin typeface="Arial"/>
                <a:ea typeface="Arial"/>
                <a:cs typeface="Arial"/>
              </a:defRPr>
            </a:pPr>
            <a:r>
              <a:rPr sz="1800" b="0">
                <a:solidFill>
                  <a:srgbClr val="0B2F38"/>
                </a:solidFill>
                <a:latin typeface="Arial"/>
                <a:ea typeface="Arial"/>
                <a:cs typeface="Arial"/>
              </a:rPr>
              <a:t>Segmentierung: Welche Pixel gehören dazu? → Maske</a:t>
            </a:r>
          </a:p>
        </p:txBody>
      </p:sp>
      <p:sp>
        <p:nvSpPr>
          <p:cNvPr id="7" name="text-4">
            <a:extLst xmlns:a="http://schemas.openxmlformats.org/drawingml/2006/main">
              <a:ext uri="{FF2B5EF4-FFF2-40B4-BE49-F238E27FC236}">
                <a16:creationId xmlns:a16="http://schemas.microsoft.com/office/drawing/2014/main" id="{7C884AC6-3024-4F2C-9BF9-8202F9F8EA95}"/>
              </a:ext>
            </a:extLst>
          </p:cNvPr>
          <p:cNvSpPr>
            <a:spLocks xmlns:a="http://schemas.openxmlformats.org/drawingml/2006/main" noGrp="1"/>
          </p:cNvSpPr>
          <p:nvPr/>
        </p:nvSpPr>
        <p:spPr>
          <a:xfrm xmlns:a="http://schemas.openxmlformats.org/drawingml/2006/main">
            <a:off x="609600" y="60579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B2F38"/>
                </a:solidFill>
                <a:latin typeface="Arial"/>
                <a:ea typeface="Arial"/>
                <a:cs typeface="Arial"/>
              </a:defRPr>
            </a:defPPr>
            <a:lvl1pPr algn="l">
              <a:defRPr sz="1800" b="0">
                <a:solidFill>
                  <a:srgbClr val="0B2F38"/>
                </a:solidFill>
                <a:latin typeface="Arial"/>
                <a:ea typeface="Arial"/>
                <a:cs typeface="Arial"/>
              </a:defRPr>
            </a:lvl1pPr>
            <a:lvl2pPr algn="l">
              <a:defRPr sz="1800" b="0">
                <a:solidFill>
                  <a:srgbClr val="0B2F38"/>
                </a:solidFill>
                <a:latin typeface="Arial"/>
                <a:ea typeface="Arial"/>
                <a:cs typeface="Arial"/>
              </a:defRPr>
            </a:lvl2pPr>
            <a:lvl3pPr algn="l">
              <a:defRPr sz="1800" b="0">
                <a:solidFill>
                  <a:srgbClr val="0B2F38"/>
                </a:solidFill>
                <a:latin typeface="Arial"/>
                <a:ea typeface="Arial"/>
                <a:cs typeface="Arial"/>
              </a:defRPr>
            </a:lvl3pPr>
            <a:lvl4pPr algn="l">
              <a:defRPr sz="1800" b="0">
                <a:solidFill>
                  <a:srgbClr val="0B2F38"/>
                </a:solidFill>
                <a:latin typeface="Arial"/>
                <a:ea typeface="Arial"/>
                <a:cs typeface="Arial"/>
              </a:defRPr>
            </a:lvl4pPr>
            <a:lvl5pPr algn="l">
              <a:defRPr sz="1800" b="0">
                <a:solidFill>
                  <a:srgbClr val="0B2F38"/>
                </a:solidFill>
                <a:latin typeface="Arial"/>
                <a:ea typeface="Arial"/>
                <a:cs typeface="Arial"/>
              </a:defRPr>
            </a:lvl5pPr>
            <a:lvl6pPr algn="l">
              <a:defRPr sz="1800" b="0">
                <a:solidFill>
                  <a:srgbClr val="0B2F38"/>
                </a:solidFill>
                <a:latin typeface="Arial"/>
                <a:ea typeface="Arial"/>
                <a:cs typeface="Arial"/>
              </a:defRPr>
            </a:lvl6pPr>
            <a:lvl7pPr algn="l">
              <a:defRPr sz="1800" b="0">
                <a:solidFill>
                  <a:srgbClr val="0B2F38"/>
                </a:solidFill>
                <a:latin typeface="Arial"/>
                <a:ea typeface="Arial"/>
                <a:cs typeface="Arial"/>
              </a:defRPr>
            </a:lvl7pPr>
            <a:lvl8pPr algn="l">
              <a:defRPr sz="1800" b="0">
                <a:solidFill>
                  <a:srgbClr val="0B2F38"/>
                </a:solidFill>
                <a:latin typeface="Arial"/>
                <a:ea typeface="Arial"/>
                <a:cs typeface="Arial"/>
              </a:defRPr>
            </a:lvl8pPr>
            <a:lvl9pPr algn="l">
              <a:defRPr sz="1800" b="0">
                <a:solidFill>
                  <a:srgbClr val="0B2F38"/>
                </a:solidFill>
                <a:latin typeface="Arial"/>
                <a:ea typeface="Arial"/>
                <a:cs typeface="Arial"/>
              </a:defRPr>
            </a:lvl9pPr>
          </a:lstStyle>
          <a:p xmlns:a="http://schemas.openxmlformats.org/drawingml/2006/main">
            <a:pPr algn="l">
              <a:defRPr sz="1800" b="0">
                <a:solidFill>
                  <a:srgbClr val="0B2F38"/>
                </a:solidFill>
                <a:latin typeface="Arial"/>
                <a:ea typeface="Arial"/>
                <a:cs typeface="Arial"/>
              </a:defRPr>
            </a:pPr>
            <a:r>
              <a:rPr sz="1800" b="0">
                <a:solidFill>
                  <a:srgbClr val="0B2F38"/>
                </a:solidFill>
                <a:latin typeface="Arial"/>
                <a:ea typeface="Arial"/>
                <a:cs typeface="Arial"/>
              </a:rPr>
              <a:t>Box-Labels starten sofort; Masken brauchen zusätzliche Annotation</a:t>
            </a:r>
          </a:p>
        </p:txBody>
      </p:sp>
    </p:spTree>
    <p:extLst>
      <p:ext uri="{BB962C8B-B14F-4D97-AF65-F5344CB8AC3E}">
        <p14:creationId xmlns:p14="http://schemas.microsoft.com/office/powerpoint/2010/main" val="1992381306"/>
      </p:ext>
    </p:extLst>
  </p:cSld>
</p:sld>
</file>

<file path=ppt/slides/slide16.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3" name="text-0">
            <a:extLst xmlns:a="http://schemas.openxmlformats.org/drawingml/2006/main">
              <a:ext uri="{FF2B5EF4-FFF2-40B4-BE49-F238E27FC236}">
                <a16:creationId xmlns:a16="http://schemas.microsoft.com/office/drawing/2014/main" id="{8323FE3B-B957-4684-806E-AC0724662060}"/>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B2F38"/>
                </a:solidFill>
                <a:latin typeface="Arial"/>
                <a:ea typeface="Arial"/>
                <a:cs typeface="Arial"/>
              </a:defRPr>
            </a:defPPr>
            <a:lvl1pPr algn="l">
              <a:defRPr sz="3300" b="1">
                <a:solidFill>
                  <a:srgbClr val="0B2F38"/>
                </a:solidFill>
                <a:latin typeface="Arial"/>
                <a:ea typeface="Arial"/>
                <a:cs typeface="Arial"/>
              </a:defRPr>
            </a:lvl1pPr>
            <a:lvl2pPr algn="l">
              <a:defRPr sz="3300" b="1">
                <a:solidFill>
                  <a:srgbClr val="0B2F38"/>
                </a:solidFill>
                <a:latin typeface="Arial"/>
                <a:ea typeface="Arial"/>
                <a:cs typeface="Arial"/>
              </a:defRPr>
            </a:lvl2pPr>
            <a:lvl3pPr algn="l">
              <a:defRPr sz="3300" b="1">
                <a:solidFill>
                  <a:srgbClr val="0B2F38"/>
                </a:solidFill>
                <a:latin typeface="Arial"/>
                <a:ea typeface="Arial"/>
                <a:cs typeface="Arial"/>
              </a:defRPr>
            </a:lvl3pPr>
            <a:lvl4pPr algn="l">
              <a:defRPr sz="3300" b="1">
                <a:solidFill>
                  <a:srgbClr val="0B2F38"/>
                </a:solidFill>
                <a:latin typeface="Arial"/>
                <a:ea typeface="Arial"/>
                <a:cs typeface="Arial"/>
              </a:defRPr>
            </a:lvl4pPr>
            <a:lvl5pPr algn="l">
              <a:defRPr sz="3300" b="1">
                <a:solidFill>
                  <a:srgbClr val="0B2F38"/>
                </a:solidFill>
                <a:latin typeface="Arial"/>
                <a:ea typeface="Arial"/>
                <a:cs typeface="Arial"/>
              </a:defRPr>
            </a:lvl5pPr>
            <a:lvl6pPr algn="l">
              <a:defRPr sz="3300" b="1">
                <a:solidFill>
                  <a:srgbClr val="0B2F38"/>
                </a:solidFill>
                <a:latin typeface="Arial"/>
                <a:ea typeface="Arial"/>
                <a:cs typeface="Arial"/>
              </a:defRPr>
            </a:lvl6pPr>
            <a:lvl7pPr algn="l">
              <a:defRPr sz="3300" b="1">
                <a:solidFill>
                  <a:srgbClr val="0B2F38"/>
                </a:solidFill>
                <a:latin typeface="Arial"/>
                <a:ea typeface="Arial"/>
                <a:cs typeface="Arial"/>
              </a:defRPr>
            </a:lvl7pPr>
            <a:lvl8pPr algn="l">
              <a:defRPr sz="3300" b="1">
                <a:solidFill>
                  <a:srgbClr val="0B2F38"/>
                </a:solidFill>
                <a:latin typeface="Arial"/>
                <a:ea typeface="Arial"/>
                <a:cs typeface="Arial"/>
              </a:defRPr>
            </a:lvl8pPr>
            <a:lvl9pPr algn="l">
              <a:defRPr sz="3300" b="1">
                <a:solidFill>
                  <a:srgbClr val="0B2F38"/>
                </a:solidFill>
                <a:latin typeface="Arial"/>
                <a:ea typeface="Arial"/>
                <a:cs typeface="Arial"/>
              </a:defRPr>
            </a:lvl9pPr>
          </a:lstStyle>
          <a:p xmlns:a="http://schemas.openxmlformats.org/drawingml/2006/main">
            <a:pPr algn="l">
              <a:defRPr sz="3300" b="1">
                <a:solidFill>
                  <a:srgbClr val="0B2F38"/>
                </a:solidFill>
                <a:latin typeface="Arial"/>
                <a:ea typeface="Arial"/>
                <a:cs typeface="Arial"/>
              </a:defRPr>
            </a:pPr>
            <a:r>
              <a:rPr sz="3300" b="1">
                <a:solidFill>
                  <a:srgbClr val="0B2F38"/>
                </a:solidFill>
                <a:latin typeface="Arial"/>
                <a:ea typeface="Arial"/>
                <a:cs typeface="Arial"/>
              </a:rPr>
              <a:t>Verkehrszeichen pro Land klassifizieren</a:t>
            </a:r>
          </a:p>
        </p:txBody>
      </p:sp>
      <p:sp>
        <p:nvSpPr>
          <p:cNvPr id="2" name="text-1">
            <a:extLst xmlns:a="http://schemas.openxmlformats.org/drawingml/2006/main">
              <a:ext uri="{FF2B5EF4-FFF2-40B4-BE49-F238E27FC236}">
                <a16:creationId xmlns:a16="http://schemas.microsoft.com/office/drawing/2014/main" id="{D675BB7F-A127-4A10-A346-A5FAC4010179}"/>
              </a:ext>
            </a:extLst>
          </p:cNvPr>
          <p:cNvSpPr>
            <a:spLocks xmlns:a="http://schemas.openxmlformats.org/drawingml/2006/main" noGrp="1"/>
          </p:cNvSpPr>
          <p:nvPr/>
        </p:nvSpPr>
        <p:spPr>
          <a:xfrm xmlns:a="http://schemas.openxmlformats.org/drawingml/2006/main">
            <a:off x="11144250" y="6477000"/>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defRPr sz="1125" b="0">
                <a:solidFill>
                  <a:srgbClr val="50646A"/>
                </a:solidFill>
                <a:latin typeface="Arial"/>
                <a:ea typeface="Arial"/>
                <a:cs typeface="Arial"/>
              </a:defRPr>
            </a:lvl1pPr>
            <a:lvl2pPr algn="r">
              <a:defRPr sz="1125" b="0">
                <a:solidFill>
                  <a:srgbClr val="50646A"/>
                </a:solidFill>
                <a:latin typeface="Arial"/>
                <a:ea typeface="Arial"/>
                <a:cs typeface="Arial"/>
              </a:defRPr>
            </a:lvl2pPr>
            <a:lvl3pPr algn="r">
              <a:defRPr sz="1125" b="0">
                <a:solidFill>
                  <a:srgbClr val="50646A"/>
                </a:solidFill>
                <a:latin typeface="Arial"/>
                <a:ea typeface="Arial"/>
                <a:cs typeface="Arial"/>
              </a:defRPr>
            </a:lvl3pPr>
            <a:lvl4pPr algn="r">
              <a:defRPr sz="1125" b="0">
                <a:solidFill>
                  <a:srgbClr val="50646A"/>
                </a:solidFill>
                <a:latin typeface="Arial"/>
                <a:ea typeface="Arial"/>
                <a:cs typeface="Arial"/>
              </a:defRPr>
            </a:lvl4pPr>
            <a:lvl5pPr algn="r">
              <a:defRPr sz="1125" b="0">
                <a:solidFill>
                  <a:srgbClr val="50646A"/>
                </a:solidFill>
                <a:latin typeface="Arial"/>
                <a:ea typeface="Arial"/>
                <a:cs typeface="Arial"/>
              </a:defRPr>
            </a:lvl5pPr>
            <a:lvl6pPr algn="r">
              <a:defRPr sz="1125" b="0">
                <a:solidFill>
                  <a:srgbClr val="50646A"/>
                </a:solidFill>
                <a:latin typeface="Arial"/>
                <a:ea typeface="Arial"/>
                <a:cs typeface="Arial"/>
              </a:defRPr>
            </a:lvl6pPr>
            <a:lvl7pPr algn="r">
              <a:defRPr sz="1125" b="0">
                <a:solidFill>
                  <a:srgbClr val="50646A"/>
                </a:solidFill>
                <a:latin typeface="Arial"/>
                <a:ea typeface="Arial"/>
                <a:cs typeface="Arial"/>
              </a:defRPr>
            </a:lvl7pPr>
            <a:lvl8pPr algn="r">
              <a:defRPr sz="1125" b="0">
                <a:solidFill>
                  <a:srgbClr val="50646A"/>
                </a:solidFill>
                <a:latin typeface="Arial"/>
                <a:ea typeface="Arial"/>
                <a:cs typeface="Arial"/>
              </a:defRPr>
            </a:lvl8pPr>
            <a:lvl9pPr algn="r">
              <a:defRPr sz="1125" b="0">
                <a:solidFill>
                  <a:srgbClr val="50646A"/>
                </a:solidFill>
                <a:latin typeface="Arial"/>
                <a:ea typeface="Arial"/>
                <a:cs typeface="Arial"/>
              </a:defRPr>
            </a:lvl9pPr>
          </a:lstStyle>
          <a:p xmlns:a="http://schemas.openxmlformats.org/drawingml/2006/main">
            <a:pPr algn="r">
              <a:defRPr sz="1125" b="0">
                <a:solidFill>
                  <a:srgbClr val="50646A"/>
                </a:solidFill>
                <a:latin typeface="Arial"/>
                <a:ea typeface="Arial"/>
                <a:cs typeface="Arial"/>
              </a:defRPr>
            </a:pPr>
            <a:r>
              <a:rPr sz="1125" b="0">
                <a:solidFill>
                  <a:srgbClr val="50646A"/>
                </a:solidFill>
                <a:latin typeface="Arial"/>
                <a:ea typeface="Arial"/>
                <a:cs typeface="Arial"/>
              </a:rPr>
              <a:t>16</a:t>
            </a:r>
          </a:p>
        </p:txBody>
      </p:sp>
      <p:pic>
        <p:nvPicPr>
          <p:cNvPr id="3" name="">
            <a:extLst xmlns:a="http://schemas.openxmlformats.org/drawingml/2006/main">
              <a:ext uri="{FF2B5EF4-FFF2-40B4-BE49-F238E27FC236}">
                <a16:creationId xmlns:a16="http://schemas.microsoft.com/office/drawing/2014/main" id="{9D219499-DBE1-4673-9B4C-15C66C98B3D6}"/>
              </a:ext>
            </a:extLst>
          </p:cNvPr>
          <p:cNvPicPr>
            <a:picLocks xmlns:a="http://schemas.openxmlformats.org/drawingml/2006/main" noChangeAspect="1"/>
          </p:cNvPicPr>
          <p:nvPr/>
        </p:nvPicPr>
        <p:blipFill>
          <a:blip xmlns:r="http://schemas.openxmlformats.org/officeDocument/2006/relationships" xmlns:a="http://schemas.openxmlformats.org/drawingml/2006/main" r:embed="R4727aadbdc804f5f"/>
          <a:stretch xmlns:a="http://schemas.openxmlformats.org/drawingml/2006/main"/>
        </p:blipFill>
        <p:spPr>
          <a:xfrm xmlns:a="http://schemas.openxmlformats.org/drawingml/2006/main">
            <a:off x="914400" y="1732062"/>
            <a:ext cx="2286000" cy="1526977"/>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49393DB6-4031-40E0-A183-A58799107801}"/>
              </a:ext>
            </a:extLst>
          </p:cNvPr>
          <p:cNvPicPr>
            <a:picLocks xmlns:a="http://schemas.openxmlformats.org/drawingml/2006/main" noChangeAspect="1"/>
          </p:cNvPicPr>
          <p:nvPr/>
        </p:nvPicPr>
        <p:blipFill>
          <a:blip xmlns:r="http://schemas.openxmlformats.org/officeDocument/2006/relationships" xmlns:a="http://schemas.openxmlformats.org/drawingml/2006/main" r:embed="R368ca7da472d4e62"/>
          <a:stretch xmlns:a="http://schemas.openxmlformats.org/drawingml/2006/main"/>
        </p:blipFill>
        <p:spPr>
          <a:xfrm xmlns:a="http://schemas.openxmlformats.org/drawingml/2006/main">
            <a:off x="4200525" y="1732062"/>
            <a:ext cx="2286000" cy="1526977"/>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3A1C093D-5533-4755-881D-010784DBA229}"/>
              </a:ext>
            </a:extLst>
          </p:cNvPr>
          <p:cNvPicPr>
            <a:picLocks xmlns:a="http://schemas.openxmlformats.org/drawingml/2006/main" noChangeAspect="1"/>
          </p:cNvPicPr>
          <p:nvPr/>
        </p:nvPicPr>
        <p:blipFill>
          <a:blip xmlns:r="http://schemas.openxmlformats.org/officeDocument/2006/relationships" xmlns:a="http://schemas.openxmlformats.org/drawingml/2006/main" r:embed="Rbe69fbc0ed1c4a7b"/>
          <a:stretch xmlns:a="http://schemas.openxmlformats.org/drawingml/2006/main"/>
        </p:blipFill>
        <p:spPr>
          <a:xfrm xmlns:a="http://schemas.openxmlformats.org/drawingml/2006/main">
            <a:off x="8812575" y="1562100"/>
            <a:ext cx="948600" cy="1943100"/>
          </a:xfrm>
          <a:prstGeom xmlns:a="http://schemas.openxmlformats.org/drawingml/2006/main" prst="rect">
            <a:avLst/>
          </a:prstGeom>
        </p:spPr>
      </p:pic>
      <p:sp>
        <p:nvSpPr>
          <p:cNvPr id="6" name="text-2">
            <a:extLst xmlns:a="http://schemas.openxmlformats.org/drawingml/2006/main">
              <a:ext uri="{FF2B5EF4-FFF2-40B4-BE49-F238E27FC236}">
                <a16:creationId xmlns:a16="http://schemas.microsoft.com/office/drawing/2014/main" id="{671BFB9B-338E-48F1-97C9-F0531588100D}"/>
              </a:ext>
            </a:extLst>
          </p:cNvPr>
          <p:cNvSpPr>
            <a:spLocks xmlns:a="http://schemas.openxmlformats.org/drawingml/2006/main" noGrp="1"/>
          </p:cNvSpPr>
          <p:nvPr/>
        </p:nvSpPr>
        <p:spPr>
          <a:xfrm xmlns:a="http://schemas.openxmlformats.org/drawingml/2006/main">
            <a:off x="609600" y="3562350"/>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defRPr sz="1875" b="0">
                <a:solidFill>
                  <a:srgbClr val="0B2F38"/>
                </a:solidFill>
                <a:latin typeface="Arial"/>
                <a:ea typeface="Arial"/>
                <a:cs typeface="Arial"/>
              </a:defRPr>
            </a:lvl1pPr>
            <a:lvl2pPr algn="l">
              <a:defRPr sz="1875" b="0">
                <a:solidFill>
                  <a:srgbClr val="0B2F38"/>
                </a:solidFill>
                <a:latin typeface="Arial"/>
                <a:ea typeface="Arial"/>
                <a:cs typeface="Arial"/>
              </a:defRPr>
            </a:lvl2pPr>
            <a:lvl3pPr algn="l">
              <a:defRPr sz="1875" b="0">
                <a:solidFill>
                  <a:srgbClr val="0B2F38"/>
                </a:solidFill>
                <a:latin typeface="Arial"/>
                <a:ea typeface="Arial"/>
                <a:cs typeface="Arial"/>
              </a:defRPr>
            </a:lvl3pPr>
            <a:lvl4pPr algn="l">
              <a:defRPr sz="1875" b="0">
                <a:solidFill>
                  <a:srgbClr val="0B2F38"/>
                </a:solidFill>
                <a:latin typeface="Arial"/>
                <a:ea typeface="Arial"/>
                <a:cs typeface="Arial"/>
              </a:defRPr>
            </a:lvl4pPr>
            <a:lvl5pPr algn="l">
              <a:defRPr sz="1875" b="0">
                <a:solidFill>
                  <a:srgbClr val="0B2F38"/>
                </a:solidFill>
                <a:latin typeface="Arial"/>
                <a:ea typeface="Arial"/>
                <a:cs typeface="Arial"/>
              </a:defRPr>
            </a:lvl5pPr>
            <a:lvl6pPr algn="l">
              <a:defRPr sz="1875" b="0">
                <a:solidFill>
                  <a:srgbClr val="0B2F38"/>
                </a:solidFill>
                <a:latin typeface="Arial"/>
                <a:ea typeface="Arial"/>
                <a:cs typeface="Arial"/>
              </a:defRPr>
            </a:lvl6pPr>
            <a:lvl7pPr algn="l">
              <a:defRPr sz="1875" b="0">
                <a:solidFill>
                  <a:srgbClr val="0B2F38"/>
                </a:solidFill>
                <a:latin typeface="Arial"/>
                <a:ea typeface="Arial"/>
                <a:cs typeface="Arial"/>
              </a:defRPr>
            </a:lvl7pPr>
            <a:lvl8pPr algn="l">
              <a:defRPr sz="1875" b="0">
                <a:solidFill>
                  <a:srgbClr val="0B2F38"/>
                </a:solidFill>
                <a:latin typeface="Arial"/>
                <a:ea typeface="Arial"/>
                <a:cs typeface="Arial"/>
              </a:defRPr>
            </a:lvl8pPr>
            <a:lvl9pPr algn="l">
              <a:defRPr sz="1875" b="0">
                <a:solidFill>
                  <a:srgbClr val="0B2F38"/>
                </a:solidFill>
                <a:latin typeface="Arial"/>
                <a:ea typeface="Arial"/>
                <a:cs typeface="Arial"/>
              </a:defRPr>
            </a:lvl9pPr>
          </a:lstStyle>
          <a:p xmlns:a="http://schemas.openxmlformats.org/drawingml/2006/main">
            <a:pPr algn="l">
              <a:defRPr sz="1875" b="0">
                <a:solidFill>
                  <a:srgbClr val="0B2F38"/>
                </a:solidFill>
                <a:latin typeface="Arial"/>
                <a:ea typeface="Arial"/>
                <a:cs typeface="Arial"/>
              </a:defRPr>
            </a:pPr>
            <a:r>
              <a:rPr sz="1875" b="0">
                <a:solidFill>
                  <a:srgbClr val="0B2F38"/>
                </a:solidFill>
                <a:latin typeface="Arial"/>
                <a:ea typeface="Arial"/>
                <a:cs typeface="Arial"/>
              </a:rPr>
              <a:t>DE:310 · Ortseingang</a:t>
            </a:r>
          </a:p>
        </p:txBody>
      </p:sp>
      <p:sp>
        <p:nvSpPr>
          <p:cNvPr id="7" name="text-3">
            <a:extLst xmlns:a="http://schemas.openxmlformats.org/drawingml/2006/main">
              <a:ext uri="{FF2B5EF4-FFF2-40B4-BE49-F238E27FC236}">
                <a16:creationId xmlns:a16="http://schemas.microsoft.com/office/drawing/2014/main" id="{9FC5F70C-507A-4B0F-B93B-73F51837BBCB}"/>
              </a:ext>
            </a:extLst>
          </p:cNvPr>
          <p:cNvSpPr>
            <a:spLocks xmlns:a="http://schemas.openxmlformats.org/drawingml/2006/main" noGrp="1"/>
          </p:cNvSpPr>
          <p:nvPr/>
        </p:nvSpPr>
        <p:spPr>
          <a:xfrm xmlns:a="http://schemas.openxmlformats.org/drawingml/2006/main">
            <a:off x="4143375" y="3562350"/>
            <a:ext cx="3714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defRPr sz="1875" b="0">
                <a:solidFill>
                  <a:srgbClr val="0B2F38"/>
                </a:solidFill>
                <a:latin typeface="Arial"/>
                <a:ea typeface="Arial"/>
                <a:cs typeface="Arial"/>
              </a:defRPr>
            </a:lvl1pPr>
            <a:lvl2pPr algn="l">
              <a:defRPr sz="1875" b="0">
                <a:solidFill>
                  <a:srgbClr val="0B2F38"/>
                </a:solidFill>
                <a:latin typeface="Arial"/>
                <a:ea typeface="Arial"/>
                <a:cs typeface="Arial"/>
              </a:defRPr>
            </a:lvl2pPr>
            <a:lvl3pPr algn="l">
              <a:defRPr sz="1875" b="0">
                <a:solidFill>
                  <a:srgbClr val="0B2F38"/>
                </a:solidFill>
                <a:latin typeface="Arial"/>
                <a:ea typeface="Arial"/>
                <a:cs typeface="Arial"/>
              </a:defRPr>
            </a:lvl3pPr>
            <a:lvl4pPr algn="l">
              <a:defRPr sz="1875" b="0">
                <a:solidFill>
                  <a:srgbClr val="0B2F38"/>
                </a:solidFill>
                <a:latin typeface="Arial"/>
                <a:ea typeface="Arial"/>
                <a:cs typeface="Arial"/>
              </a:defRPr>
            </a:lvl4pPr>
            <a:lvl5pPr algn="l">
              <a:defRPr sz="1875" b="0">
                <a:solidFill>
                  <a:srgbClr val="0B2F38"/>
                </a:solidFill>
                <a:latin typeface="Arial"/>
                <a:ea typeface="Arial"/>
                <a:cs typeface="Arial"/>
              </a:defRPr>
            </a:lvl5pPr>
            <a:lvl6pPr algn="l">
              <a:defRPr sz="1875" b="0">
                <a:solidFill>
                  <a:srgbClr val="0B2F38"/>
                </a:solidFill>
                <a:latin typeface="Arial"/>
                <a:ea typeface="Arial"/>
                <a:cs typeface="Arial"/>
              </a:defRPr>
            </a:lvl6pPr>
            <a:lvl7pPr algn="l">
              <a:defRPr sz="1875" b="0">
                <a:solidFill>
                  <a:srgbClr val="0B2F38"/>
                </a:solidFill>
                <a:latin typeface="Arial"/>
                <a:ea typeface="Arial"/>
                <a:cs typeface="Arial"/>
              </a:defRPr>
            </a:lvl7pPr>
            <a:lvl8pPr algn="l">
              <a:defRPr sz="1875" b="0">
                <a:solidFill>
                  <a:srgbClr val="0B2F38"/>
                </a:solidFill>
                <a:latin typeface="Arial"/>
                <a:ea typeface="Arial"/>
                <a:cs typeface="Arial"/>
              </a:defRPr>
            </a:lvl8pPr>
            <a:lvl9pPr algn="l">
              <a:defRPr sz="1875" b="0">
                <a:solidFill>
                  <a:srgbClr val="0B2F38"/>
                </a:solidFill>
                <a:latin typeface="Arial"/>
                <a:ea typeface="Arial"/>
                <a:cs typeface="Arial"/>
              </a:defRPr>
            </a:lvl9pPr>
          </a:lstStyle>
          <a:p xmlns:a="http://schemas.openxmlformats.org/drawingml/2006/main">
            <a:pPr algn="l">
              <a:defRPr sz="1875" b="0">
                <a:solidFill>
                  <a:srgbClr val="0B2F38"/>
                </a:solidFill>
                <a:latin typeface="Arial"/>
                <a:ea typeface="Arial"/>
                <a:cs typeface="Arial"/>
              </a:defRPr>
            </a:pPr>
            <a:r>
              <a:rPr sz="1875" b="0">
                <a:solidFill>
                  <a:srgbClr val="0B2F38"/>
                </a:solidFill>
                <a:latin typeface="Arial"/>
                <a:ea typeface="Arial"/>
                <a:cs typeface="Arial"/>
              </a:rPr>
              <a:t>DE:311 · Ortsausgang</a:t>
            </a:r>
          </a:p>
        </p:txBody>
      </p:sp>
      <p:sp>
        <p:nvSpPr>
          <p:cNvPr id="8" name="text-4">
            <a:extLst xmlns:a="http://schemas.openxmlformats.org/drawingml/2006/main">
              <a:ext uri="{FF2B5EF4-FFF2-40B4-BE49-F238E27FC236}">
                <a16:creationId xmlns:a16="http://schemas.microsoft.com/office/drawing/2014/main" id="{068CEE7C-B283-48BD-B356-5F2891E3D313}"/>
              </a:ext>
            </a:extLst>
          </p:cNvPr>
          <p:cNvSpPr>
            <a:spLocks xmlns:a="http://schemas.openxmlformats.org/drawingml/2006/main" noGrp="1"/>
          </p:cNvSpPr>
          <p:nvPr/>
        </p:nvSpPr>
        <p:spPr>
          <a:xfrm xmlns:a="http://schemas.openxmlformats.org/drawingml/2006/main">
            <a:off x="8486775" y="35623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defRPr sz="1875" b="0">
                <a:solidFill>
                  <a:srgbClr val="0B2F38"/>
                </a:solidFill>
                <a:latin typeface="Arial"/>
                <a:ea typeface="Arial"/>
                <a:cs typeface="Arial"/>
              </a:defRPr>
            </a:lvl1pPr>
            <a:lvl2pPr algn="l">
              <a:defRPr sz="1875" b="0">
                <a:solidFill>
                  <a:srgbClr val="0B2F38"/>
                </a:solidFill>
                <a:latin typeface="Arial"/>
                <a:ea typeface="Arial"/>
                <a:cs typeface="Arial"/>
              </a:defRPr>
            </a:lvl2pPr>
            <a:lvl3pPr algn="l">
              <a:defRPr sz="1875" b="0">
                <a:solidFill>
                  <a:srgbClr val="0B2F38"/>
                </a:solidFill>
                <a:latin typeface="Arial"/>
                <a:ea typeface="Arial"/>
                <a:cs typeface="Arial"/>
              </a:defRPr>
            </a:lvl3pPr>
            <a:lvl4pPr algn="l">
              <a:defRPr sz="1875" b="0">
                <a:solidFill>
                  <a:srgbClr val="0B2F38"/>
                </a:solidFill>
                <a:latin typeface="Arial"/>
                <a:ea typeface="Arial"/>
                <a:cs typeface="Arial"/>
              </a:defRPr>
            </a:lvl4pPr>
            <a:lvl5pPr algn="l">
              <a:defRPr sz="1875" b="0">
                <a:solidFill>
                  <a:srgbClr val="0B2F38"/>
                </a:solidFill>
                <a:latin typeface="Arial"/>
                <a:ea typeface="Arial"/>
                <a:cs typeface="Arial"/>
              </a:defRPr>
            </a:lvl5pPr>
            <a:lvl6pPr algn="l">
              <a:defRPr sz="1875" b="0">
                <a:solidFill>
                  <a:srgbClr val="0B2F38"/>
                </a:solidFill>
                <a:latin typeface="Arial"/>
                <a:ea typeface="Arial"/>
                <a:cs typeface="Arial"/>
              </a:defRPr>
            </a:lvl6pPr>
            <a:lvl7pPr algn="l">
              <a:defRPr sz="1875" b="0">
                <a:solidFill>
                  <a:srgbClr val="0B2F38"/>
                </a:solidFill>
                <a:latin typeface="Arial"/>
                <a:ea typeface="Arial"/>
                <a:cs typeface="Arial"/>
              </a:defRPr>
            </a:lvl7pPr>
            <a:lvl8pPr algn="l">
              <a:defRPr sz="1875" b="0">
                <a:solidFill>
                  <a:srgbClr val="0B2F38"/>
                </a:solidFill>
                <a:latin typeface="Arial"/>
                <a:ea typeface="Arial"/>
                <a:cs typeface="Arial"/>
              </a:defRPr>
            </a:lvl8pPr>
            <a:lvl9pPr algn="l">
              <a:defRPr sz="1875" b="0">
                <a:solidFill>
                  <a:srgbClr val="0B2F38"/>
                </a:solidFill>
                <a:latin typeface="Arial"/>
                <a:ea typeface="Arial"/>
                <a:cs typeface="Arial"/>
              </a:defRPr>
            </a:lvl9pPr>
          </a:lstStyle>
          <a:p xmlns:a="http://schemas.openxmlformats.org/drawingml/2006/main">
            <a:pPr algn="l">
              <a:defRPr sz="1875" b="0">
                <a:solidFill>
                  <a:srgbClr val="0B2F38"/>
                </a:solidFill>
                <a:latin typeface="Arial"/>
                <a:ea typeface="Arial"/>
                <a:cs typeface="Arial"/>
              </a:defRPr>
            </a:pPr>
            <a:r>
              <a:rPr sz="1875" b="0">
                <a:solidFill>
                  <a:srgbClr val="0B2F38"/>
                </a:solidFill>
                <a:latin typeface="Arial"/>
                <a:ea typeface="Arial"/>
                <a:cs typeface="Arial"/>
              </a:rPr>
              <a:t>Realer Crop</a:t>
            </a:r>
          </a:p>
        </p:txBody>
      </p:sp>
      <p:sp>
        <p:nvSpPr>
          <p:cNvPr id="9" name="text-5">
            <a:extLst xmlns:a="http://schemas.openxmlformats.org/drawingml/2006/main">
              <a:ext uri="{FF2B5EF4-FFF2-40B4-BE49-F238E27FC236}">
                <a16:creationId xmlns:a16="http://schemas.microsoft.com/office/drawing/2014/main" id="{D942B864-762A-476A-988D-0958211646CD}"/>
              </a:ext>
            </a:extLst>
          </p:cNvPr>
          <p:cNvSpPr>
            <a:spLocks xmlns:a="http://schemas.openxmlformats.org/drawingml/2006/main" noGrp="1"/>
          </p:cNvSpPr>
          <p:nvPr/>
        </p:nvSpPr>
        <p:spPr>
          <a:xfrm xmlns:a="http://schemas.openxmlformats.org/drawingml/2006/main">
            <a:off x="609600" y="4229100"/>
            <a:ext cx="10972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B2F38"/>
                </a:solidFill>
                <a:latin typeface="Arial"/>
                <a:ea typeface="Arial"/>
                <a:cs typeface="Arial"/>
              </a:defRPr>
            </a:defPPr>
            <a:lvl1pPr algn="l">
              <a:defRPr sz="1950" b="0">
                <a:solidFill>
                  <a:srgbClr val="0B2F38"/>
                </a:solidFill>
                <a:latin typeface="Arial"/>
                <a:ea typeface="Arial"/>
                <a:cs typeface="Arial"/>
              </a:defRPr>
            </a:lvl1pPr>
            <a:lvl2pPr algn="l">
              <a:defRPr sz="1950" b="0">
                <a:solidFill>
                  <a:srgbClr val="0B2F38"/>
                </a:solidFill>
                <a:latin typeface="Arial"/>
                <a:ea typeface="Arial"/>
                <a:cs typeface="Arial"/>
              </a:defRPr>
            </a:lvl2pPr>
            <a:lvl3pPr algn="l">
              <a:defRPr sz="1950" b="0">
                <a:solidFill>
                  <a:srgbClr val="0B2F38"/>
                </a:solidFill>
                <a:latin typeface="Arial"/>
                <a:ea typeface="Arial"/>
                <a:cs typeface="Arial"/>
              </a:defRPr>
            </a:lvl3pPr>
            <a:lvl4pPr algn="l">
              <a:defRPr sz="1950" b="0">
                <a:solidFill>
                  <a:srgbClr val="0B2F38"/>
                </a:solidFill>
                <a:latin typeface="Arial"/>
                <a:ea typeface="Arial"/>
                <a:cs typeface="Arial"/>
              </a:defRPr>
            </a:lvl4pPr>
            <a:lvl5pPr algn="l">
              <a:defRPr sz="1950" b="0">
                <a:solidFill>
                  <a:srgbClr val="0B2F38"/>
                </a:solidFill>
                <a:latin typeface="Arial"/>
                <a:ea typeface="Arial"/>
                <a:cs typeface="Arial"/>
              </a:defRPr>
            </a:lvl5pPr>
            <a:lvl6pPr algn="l">
              <a:defRPr sz="1950" b="0">
                <a:solidFill>
                  <a:srgbClr val="0B2F38"/>
                </a:solidFill>
                <a:latin typeface="Arial"/>
                <a:ea typeface="Arial"/>
                <a:cs typeface="Arial"/>
              </a:defRPr>
            </a:lvl6pPr>
            <a:lvl7pPr algn="l">
              <a:defRPr sz="1950" b="0">
                <a:solidFill>
                  <a:srgbClr val="0B2F38"/>
                </a:solidFill>
                <a:latin typeface="Arial"/>
                <a:ea typeface="Arial"/>
                <a:cs typeface="Arial"/>
              </a:defRPr>
            </a:lvl7pPr>
            <a:lvl8pPr algn="l">
              <a:defRPr sz="1950" b="0">
                <a:solidFill>
                  <a:srgbClr val="0B2F38"/>
                </a:solidFill>
                <a:latin typeface="Arial"/>
                <a:ea typeface="Arial"/>
                <a:cs typeface="Arial"/>
              </a:defRPr>
            </a:lvl8pPr>
            <a:lvl9pPr algn="l">
              <a:defRPr sz="1950" b="0">
                <a:solidFill>
                  <a:srgbClr val="0B2F38"/>
                </a:solidFill>
                <a:latin typeface="Arial"/>
                <a:ea typeface="Arial"/>
                <a:cs typeface="Arial"/>
              </a:defRPr>
            </a:lvl9pPr>
          </a:lstStyle>
          <a:p xmlns:a="http://schemas.openxmlformats.org/drawingml/2006/main">
            <a:pPr algn="l">
              <a:defRPr sz="1950" b="0">
                <a:solidFill>
                  <a:srgbClr val="0B2F38"/>
                </a:solidFill>
                <a:latin typeface="Arial"/>
                <a:ea typeface="Arial"/>
                <a:cs typeface="Arial"/>
              </a:defRPr>
            </a:pPr>
            <a:r>
              <a:rPr sz="1950" b="0">
                <a:solidFill>
                  <a:srgbClr val="0B2F38"/>
                </a:solidFill>
                <a:latin typeface="Arial"/>
                <a:ea typeface="Arial"/>
                <a:cs typeface="Arial"/>
              </a:rPr>
              <a:t>Bild → Zeichen-Ausschnitt → Länderklassifikator → Code</a:t>
            </a:r>
          </a:p>
        </p:txBody>
      </p:sp>
      <p:sp>
        <p:nvSpPr>
          <p:cNvPr id="10" name="text-6">
            <a:extLst xmlns:a="http://schemas.openxmlformats.org/drawingml/2006/main">
              <a:ext uri="{FF2B5EF4-FFF2-40B4-BE49-F238E27FC236}">
                <a16:creationId xmlns:a16="http://schemas.microsoft.com/office/drawing/2014/main" id="{130C8DBE-5AB9-4299-94A5-D56ADBDD58F0}"/>
              </a:ext>
            </a:extLst>
          </p:cNvPr>
          <p:cNvSpPr>
            <a:spLocks xmlns:a="http://schemas.openxmlformats.org/drawingml/2006/main" noGrp="1"/>
          </p:cNvSpPr>
          <p:nvPr/>
        </p:nvSpPr>
        <p:spPr>
          <a:xfrm xmlns:a="http://schemas.openxmlformats.org/drawingml/2006/main">
            <a:off x="609600" y="4733925"/>
            <a:ext cx="10972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B2F38"/>
                </a:solidFill>
                <a:latin typeface="Arial"/>
                <a:ea typeface="Arial"/>
                <a:cs typeface="Arial"/>
              </a:defRPr>
            </a:defPPr>
            <a:lvl1pPr algn="l">
              <a:defRPr sz="1950" b="0">
                <a:solidFill>
                  <a:srgbClr val="0B2F38"/>
                </a:solidFill>
                <a:latin typeface="Arial"/>
                <a:ea typeface="Arial"/>
                <a:cs typeface="Arial"/>
              </a:defRPr>
            </a:lvl1pPr>
            <a:lvl2pPr algn="l">
              <a:defRPr sz="1950" b="0">
                <a:solidFill>
                  <a:srgbClr val="0B2F38"/>
                </a:solidFill>
                <a:latin typeface="Arial"/>
                <a:ea typeface="Arial"/>
                <a:cs typeface="Arial"/>
              </a:defRPr>
            </a:lvl2pPr>
            <a:lvl3pPr algn="l">
              <a:defRPr sz="1950" b="0">
                <a:solidFill>
                  <a:srgbClr val="0B2F38"/>
                </a:solidFill>
                <a:latin typeface="Arial"/>
                <a:ea typeface="Arial"/>
                <a:cs typeface="Arial"/>
              </a:defRPr>
            </a:lvl3pPr>
            <a:lvl4pPr algn="l">
              <a:defRPr sz="1950" b="0">
                <a:solidFill>
                  <a:srgbClr val="0B2F38"/>
                </a:solidFill>
                <a:latin typeface="Arial"/>
                <a:ea typeface="Arial"/>
                <a:cs typeface="Arial"/>
              </a:defRPr>
            </a:lvl4pPr>
            <a:lvl5pPr algn="l">
              <a:defRPr sz="1950" b="0">
                <a:solidFill>
                  <a:srgbClr val="0B2F38"/>
                </a:solidFill>
                <a:latin typeface="Arial"/>
                <a:ea typeface="Arial"/>
                <a:cs typeface="Arial"/>
              </a:defRPr>
            </a:lvl5pPr>
            <a:lvl6pPr algn="l">
              <a:defRPr sz="1950" b="0">
                <a:solidFill>
                  <a:srgbClr val="0B2F38"/>
                </a:solidFill>
                <a:latin typeface="Arial"/>
                <a:ea typeface="Arial"/>
                <a:cs typeface="Arial"/>
              </a:defRPr>
            </a:lvl6pPr>
            <a:lvl7pPr algn="l">
              <a:defRPr sz="1950" b="0">
                <a:solidFill>
                  <a:srgbClr val="0B2F38"/>
                </a:solidFill>
                <a:latin typeface="Arial"/>
                <a:ea typeface="Arial"/>
                <a:cs typeface="Arial"/>
              </a:defRPr>
            </a:lvl7pPr>
            <a:lvl8pPr algn="l">
              <a:defRPr sz="1950" b="0">
                <a:solidFill>
                  <a:srgbClr val="0B2F38"/>
                </a:solidFill>
                <a:latin typeface="Arial"/>
                <a:ea typeface="Arial"/>
                <a:cs typeface="Arial"/>
              </a:defRPr>
            </a:lvl8pPr>
            <a:lvl9pPr algn="l">
              <a:defRPr sz="1950" b="0">
                <a:solidFill>
                  <a:srgbClr val="0B2F38"/>
                </a:solidFill>
                <a:latin typeface="Arial"/>
                <a:ea typeface="Arial"/>
                <a:cs typeface="Arial"/>
              </a:defRPr>
            </a:lvl9pPr>
          </a:lstStyle>
          <a:p xmlns:a="http://schemas.openxmlformats.org/drawingml/2006/main">
            <a:pPr algn="l">
              <a:defRPr sz="1950" b="0">
                <a:solidFill>
                  <a:srgbClr val="0B2F38"/>
                </a:solidFill>
                <a:latin typeface="Arial"/>
                <a:ea typeface="Arial"/>
                <a:cs typeface="Arial"/>
              </a:defRPr>
            </a:pPr>
            <a:r>
              <a:rPr sz="1950" b="0">
                <a:solidFill>
                  <a:srgbClr val="0B2F38"/>
                </a:solidFill>
                <a:latin typeface="Arial"/>
                <a:ea typeface="Arial"/>
                <a:cs typeface="Arial"/>
              </a:rPr>
              <a:t>Ländermodelle: DE · FR · BE · NL · CH</a:t>
            </a:r>
          </a:p>
        </p:txBody>
      </p:sp>
      <p:sp>
        <p:nvSpPr>
          <p:cNvPr id="11" name="text-7">
            <a:extLst xmlns:a="http://schemas.openxmlformats.org/drawingml/2006/main">
              <a:ext uri="{FF2B5EF4-FFF2-40B4-BE49-F238E27FC236}">
                <a16:creationId xmlns:a16="http://schemas.microsoft.com/office/drawing/2014/main" id="{D19BFF2D-2564-41DA-B928-FF6DCB5FFCB8}"/>
              </a:ext>
            </a:extLst>
          </p:cNvPr>
          <p:cNvSpPr>
            <a:spLocks xmlns:a="http://schemas.openxmlformats.org/drawingml/2006/main" noGrp="1"/>
          </p:cNvSpPr>
          <p:nvPr/>
        </p:nvSpPr>
        <p:spPr>
          <a:xfrm xmlns:a="http://schemas.openxmlformats.org/drawingml/2006/main">
            <a:off x="609600" y="5238750"/>
            <a:ext cx="10972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B2F38"/>
                </a:solidFill>
                <a:latin typeface="Arial"/>
                <a:ea typeface="Arial"/>
                <a:cs typeface="Arial"/>
              </a:defRPr>
            </a:defPPr>
            <a:lvl1pPr algn="l">
              <a:defRPr sz="1950" b="0">
                <a:solidFill>
                  <a:srgbClr val="0B2F38"/>
                </a:solidFill>
                <a:latin typeface="Arial"/>
                <a:ea typeface="Arial"/>
                <a:cs typeface="Arial"/>
              </a:defRPr>
            </a:lvl1pPr>
            <a:lvl2pPr algn="l">
              <a:defRPr sz="1950" b="0">
                <a:solidFill>
                  <a:srgbClr val="0B2F38"/>
                </a:solidFill>
                <a:latin typeface="Arial"/>
                <a:ea typeface="Arial"/>
                <a:cs typeface="Arial"/>
              </a:defRPr>
            </a:lvl2pPr>
            <a:lvl3pPr algn="l">
              <a:defRPr sz="1950" b="0">
                <a:solidFill>
                  <a:srgbClr val="0B2F38"/>
                </a:solidFill>
                <a:latin typeface="Arial"/>
                <a:ea typeface="Arial"/>
                <a:cs typeface="Arial"/>
              </a:defRPr>
            </a:lvl3pPr>
            <a:lvl4pPr algn="l">
              <a:defRPr sz="1950" b="0">
                <a:solidFill>
                  <a:srgbClr val="0B2F38"/>
                </a:solidFill>
                <a:latin typeface="Arial"/>
                <a:ea typeface="Arial"/>
                <a:cs typeface="Arial"/>
              </a:defRPr>
            </a:lvl4pPr>
            <a:lvl5pPr algn="l">
              <a:defRPr sz="1950" b="0">
                <a:solidFill>
                  <a:srgbClr val="0B2F38"/>
                </a:solidFill>
                <a:latin typeface="Arial"/>
                <a:ea typeface="Arial"/>
                <a:cs typeface="Arial"/>
              </a:defRPr>
            </a:lvl5pPr>
            <a:lvl6pPr algn="l">
              <a:defRPr sz="1950" b="0">
                <a:solidFill>
                  <a:srgbClr val="0B2F38"/>
                </a:solidFill>
                <a:latin typeface="Arial"/>
                <a:ea typeface="Arial"/>
                <a:cs typeface="Arial"/>
              </a:defRPr>
            </a:lvl6pPr>
            <a:lvl7pPr algn="l">
              <a:defRPr sz="1950" b="0">
                <a:solidFill>
                  <a:srgbClr val="0B2F38"/>
                </a:solidFill>
                <a:latin typeface="Arial"/>
                <a:ea typeface="Arial"/>
                <a:cs typeface="Arial"/>
              </a:defRPr>
            </a:lvl7pPr>
            <a:lvl8pPr algn="l">
              <a:defRPr sz="1950" b="0">
                <a:solidFill>
                  <a:srgbClr val="0B2F38"/>
                </a:solidFill>
                <a:latin typeface="Arial"/>
                <a:ea typeface="Arial"/>
                <a:cs typeface="Arial"/>
              </a:defRPr>
            </a:lvl8pPr>
            <a:lvl9pPr algn="l">
              <a:defRPr sz="1950" b="0">
                <a:solidFill>
                  <a:srgbClr val="0B2F38"/>
                </a:solidFill>
                <a:latin typeface="Arial"/>
                <a:ea typeface="Arial"/>
                <a:cs typeface="Arial"/>
              </a:defRPr>
            </a:lvl9pPr>
          </a:lstStyle>
          <a:p xmlns:a="http://schemas.openxmlformats.org/drawingml/2006/main">
            <a:pPr algn="l">
              <a:defRPr sz="1950" b="0">
                <a:solidFill>
                  <a:srgbClr val="0B2F38"/>
                </a:solidFill>
                <a:latin typeface="Arial"/>
                <a:ea typeface="Arial"/>
                <a:cs typeface="Arial"/>
              </a:defRPr>
            </a:pPr>
            <a:r>
              <a:rPr sz="1950" b="0">
                <a:solidFill>
                  <a:srgbClr val="0B2F38"/>
                </a:solidFill>
                <a:latin typeface="Arial"/>
                <a:ea typeface="Arial"/>
                <a:cs typeface="Arial"/>
              </a:rPr>
              <a:t>Die Ausgabeklassen bestimmen, was erkannt werden kann</a:t>
            </a:r>
          </a:p>
        </p:txBody>
      </p:sp>
      <p:sp>
        <p:nvSpPr>
          <p:cNvPr id="12" name="text-8">
            <a:extLst xmlns:a="http://schemas.openxmlformats.org/drawingml/2006/main">
              <a:ext uri="{FF2B5EF4-FFF2-40B4-BE49-F238E27FC236}">
                <a16:creationId xmlns:a16="http://schemas.microsoft.com/office/drawing/2014/main" id="{71D8FBB2-2987-4321-A52F-EEAACE4C30AE}"/>
              </a:ext>
            </a:extLst>
          </p:cNvPr>
          <p:cNvSpPr>
            <a:spLocks xmlns:a="http://schemas.openxmlformats.org/drawingml/2006/main" noGrp="1"/>
          </p:cNvSpPr>
          <p:nvPr/>
        </p:nvSpPr>
        <p:spPr>
          <a:xfrm xmlns:a="http://schemas.openxmlformats.org/drawingml/2006/main">
            <a:off x="609600" y="60483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0646A"/>
                </a:solidFill>
                <a:latin typeface="Arial"/>
                <a:ea typeface="Arial"/>
                <a:cs typeface="Arial"/>
              </a:defRPr>
            </a:defPPr>
            <a:lvl1pPr algn="l">
              <a:defRPr sz="1575" b="0">
                <a:solidFill>
                  <a:srgbClr val="50646A"/>
                </a:solidFill>
                <a:latin typeface="Arial"/>
                <a:ea typeface="Arial"/>
                <a:cs typeface="Arial"/>
              </a:defRPr>
            </a:lvl1pPr>
            <a:lvl2pPr algn="l">
              <a:defRPr sz="1575" b="0">
                <a:solidFill>
                  <a:srgbClr val="50646A"/>
                </a:solidFill>
                <a:latin typeface="Arial"/>
                <a:ea typeface="Arial"/>
                <a:cs typeface="Arial"/>
              </a:defRPr>
            </a:lvl2pPr>
            <a:lvl3pPr algn="l">
              <a:defRPr sz="1575" b="0">
                <a:solidFill>
                  <a:srgbClr val="50646A"/>
                </a:solidFill>
                <a:latin typeface="Arial"/>
                <a:ea typeface="Arial"/>
                <a:cs typeface="Arial"/>
              </a:defRPr>
            </a:lvl3pPr>
            <a:lvl4pPr algn="l">
              <a:defRPr sz="1575" b="0">
                <a:solidFill>
                  <a:srgbClr val="50646A"/>
                </a:solidFill>
                <a:latin typeface="Arial"/>
                <a:ea typeface="Arial"/>
                <a:cs typeface="Arial"/>
              </a:defRPr>
            </a:lvl4pPr>
            <a:lvl5pPr algn="l">
              <a:defRPr sz="1575" b="0">
                <a:solidFill>
                  <a:srgbClr val="50646A"/>
                </a:solidFill>
                <a:latin typeface="Arial"/>
                <a:ea typeface="Arial"/>
                <a:cs typeface="Arial"/>
              </a:defRPr>
            </a:lvl5pPr>
            <a:lvl6pPr algn="l">
              <a:defRPr sz="1575" b="0">
                <a:solidFill>
                  <a:srgbClr val="50646A"/>
                </a:solidFill>
                <a:latin typeface="Arial"/>
                <a:ea typeface="Arial"/>
                <a:cs typeface="Arial"/>
              </a:defRPr>
            </a:lvl6pPr>
            <a:lvl7pPr algn="l">
              <a:defRPr sz="1575" b="0">
                <a:solidFill>
                  <a:srgbClr val="50646A"/>
                </a:solidFill>
                <a:latin typeface="Arial"/>
                <a:ea typeface="Arial"/>
                <a:cs typeface="Arial"/>
              </a:defRPr>
            </a:lvl7pPr>
            <a:lvl8pPr algn="l">
              <a:defRPr sz="1575" b="0">
                <a:solidFill>
                  <a:srgbClr val="50646A"/>
                </a:solidFill>
                <a:latin typeface="Arial"/>
                <a:ea typeface="Arial"/>
                <a:cs typeface="Arial"/>
              </a:defRPr>
            </a:lvl8pPr>
            <a:lvl9pPr algn="l">
              <a:defRPr sz="1575" b="0">
                <a:solidFill>
                  <a:srgbClr val="50646A"/>
                </a:solidFill>
                <a:latin typeface="Arial"/>
                <a:ea typeface="Arial"/>
                <a:cs typeface="Arial"/>
              </a:defRPr>
            </a:lvl9pPr>
          </a:lstStyle>
          <a:p xmlns:a="http://schemas.openxmlformats.org/drawingml/2006/main">
            <a:pPr algn="l">
              <a:defRPr sz="1575" b="0">
                <a:solidFill>
                  <a:srgbClr val="50646A"/>
                </a:solidFill>
                <a:latin typeface="Arial"/>
                <a:ea typeface="Arial"/>
                <a:cs typeface="Arial"/>
              </a:defRPr>
            </a:pPr>
            <a:r>
              <a:rPr sz="1575" b="0">
                <a:solidFill>
                  <a:srgbClr val="50646A"/>
                </a:solidFill>
                <a:latin typeface="Arial"/>
                <a:ea typeface="Arial"/>
                <a:cs typeface="Arial"/>
              </a:rPr>
              <a:t>Ortseingang und Ortsausgang brauchen echte Klassen im trainierten DE-Modell</a:t>
            </a:r>
          </a:p>
        </p:txBody>
      </p:sp>
    </p:spTree>
    <p:extLst>
      <p:ext uri="{BB962C8B-B14F-4D97-AF65-F5344CB8AC3E}">
        <p14:creationId xmlns:p14="http://schemas.microsoft.com/office/powerpoint/2010/main" val="1390130901"/>
      </p:ext>
    </p:extLst>
  </p:cSld>
</p:sld>
</file>

<file path=ppt/slides/slide17.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B0817BB7-8833-4665-B6F1-93FBD95EAB7D}"/>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B2F38"/>
                </a:solidFill>
                <a:latin typeface="Arial"/>
                <a:ea typeface="Arial"/>
                <a:cs typeface="Arial"/>
              </a:defRPr>
            </a:defPPr>
            <a:lvl1pPr algn="l">
              <a:defRPr sz="3300" b="1">
                <a:solidFill>
                  <a:srgbClr val="0B2F38"/>
                </a:solidFill>
                <a:latin typeface="Arial"/>
                <a:ea typeface="Arial"/>
                <a:cs typeface="Arial"/>
              </a:defRPr>
            </a:lvl1pPr>
            <a:lvl2pPr algn="l">
              <a:defRPr sz="3300" b="1">
                <a:solidFill>
                  <a:srgbClr val="0B2F38"/>
                </a:solidFill>
                <a:latin typeface="Arial"/>
                <a:ea typeface="Arial"/>
                <a:cs typeface="Arial"/>
              </a:defRPr>
            </a:lvl2pPr>
            <a:lvl3pPr algn="l">
              <a:defRPr sz="3300" b="1">
                <a:solidFill>
                  <a:srgbClr val="0B2F38"/>
                </a:solidFill>
                <a:latin typeface="Arial"/>
                <a:ea typeface="Arial"/>
                <a:cs typeface="Arial"/>
              </a:defRPr>
            </a:lvl3pPr>
            <a:lvl4pPr algn="l">
              <a:defRPr sz="3300" b="1">
                <a:solidFill>
                  <a:srgbClr val="0B2F38"/>
                </a:solidFill>
                <a:latin typeface="Arial"/>
                <a:ea typeface="Arial"/>
                <a:cs typeface="Arial"/>
              </a:defRPr>
            </a:lvl4pPr>
            <a:lvl5pPr algn="l">
              <a:defRPr sz="3300" b="1">
                <a:solidFill>
                  <a:srgbClr val="0B2F38"/>
                </a:solidFill>
                <a:latin typeface="Arial"/>
                <a:ea typeface="Arial"/>
                <a:cs typeface="Arial"/>
              </a:defRPr>
            </a:lvl5pPr>
            <a:lvl6pPr algn="l">
              <a:defRPr sz="3300" b="1">
                <a:solidFill>
                  <a:srgbClr val="0B2F38"/>
                </a:solidFill>
                <a:latin typeface="Arial"/>
                <a:ea typeface="Arial"/>
                <a:cs typeface="Arial"/>
              </a:defRPr>
            </a:lvl6pPr>
            <a:lvl7pPr algn="l">
              <a:defRPr sz="3300" b="1">
                <a:solidFill>
                  <a:srgbClr val="0B2F38"/>
                </a:solidFill>
                <a:latin typeface="Arial"/>
                <a:ea typeface="Arial"/>
                <a:cs typeface="Arial"/>
              </a:defRPr>
            </a:lvl7pPr>
            <a:lvl8pPr algn="l">
              <a:defRPr sz="3300" b="1">
                <a:solidFill>
                  <a:srgbClr val="0B2F38"/>
                </a:solidFill>
                <a:latin typeface="Arial"/>
                <a:ea typeface="Arial"/>
                <a:cs typeface="Arial"/>
              </a:defRPr>
            </a:lvl8pPr>
            <a:lvl9pPr algn="l">
              <a:defRPr sz="3300" b="1">
                <a:solidFill>
                  <a:srgbClr val="0B2F38"/>
                </a:solidFill>
                <a:latin typeface="Arial"/>
                <a:ea typeface="Arial"/>
                <a:cs typeface="Arial"/>
              </a:defRPr>
            </a:lvl9pPr>
          </a:lstStyle>
          <a:p xmlns:a="http://schemas.openxmlformats.org/drawingml/2006/main">
            <a:pPr algn="l">
              <a:defRPr sz="3300" b="1">
                <a:solidFill>
                  <a:srgbClr val="0B2F38"/>
                </a:solidFill>
                <a:latin typeface="Arial"/>
                <a:ea typeface="Arial"/>
                <a:cs typeface="Arial"/>
              </a:defRPr>
            </a:pPr>
            <a:r>
              <a:rPr sz="3300" b="1">
                <a:solidFill>
                  <a:srgbClr val="0B2F38"/>
                </a:solidFill>
                <a:latin typeface="Arial"/>
                <a:ea typeface="Arial"/>
                <a:cs typeface="Arial"/>
              </a:rPr>
              <a:t>OCR: Zusatztafeln lesen</a:t>
            </a:r>
          </a:p>
        </p:txBody>
      </p:sp>
      <p:sp>
        <p:nvSpPr>
          <p:cNvPr id="2" name="text-1">
            <a:extLst xmlns:a="http://schemas.openxmlformats.org/drawingml/2006/main">
              <a:ext uri="{FF2B5EF4-FFF2-40B4-BE49-F238E27FC236}">
                <a16:creationId xmlns:a16="http://schemas.microsoft.com/office/drawing/2014/main" id="{BDFC4C9F-F9F5-40AD-AD58-00B4D5C5DDA1}"/>
              </a:ext>
            </a:extLst>
          </p:cNvPr>
          <p:cNvSpPr>
            <a:spLocks xmlns:a="http://schemas.openxmlformats.org/drawingml/2006/main" noGrp="1"/>
          </p:cNvSpPr>
          <p:nvPr/>
        </p:nvSpPr>
        <p:spPr>
          <a:xfrm xmlns:a="http://schemas.openxmlformats.org/drawingml/2006/main">
            <a:off x="11144250" y="6477000"/>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defRPr sz="1125" b="0">
                <a:solidFill>
                  <a:srgbClr val="50646A"/>
                </a:solidFill>
                <a:latin typeface="Arial"/>
                <a:ea typeface="Arial"/>
                <a:cs typeface="Arial"/>
              </a:defRPr>
            </a:lvl1pPr>
            <a:lvl2pPr algn="r">
              <a:defRPr sz="1125" b="0">
                <a:solidFill>
                  <a:srgbClr val="50646A"/>
                </a:solidFill>
                <a:latin typeface="Arial"/>
                <a:ea typeface="Arial"/>
                <a:cs typeface="Arial"/>
              </a:defRPr>
            </a:lvl2pPr>
            <a:lvl3pPr algn="r">
              <a:defRPr sz="1125" b="0">
                <a:solidFill>
                  <a:srgbClr val="50646A"/>
                </a:solidFill>
                <a:latin typeface="Arial"/>
                <a:ea typeface="Arial"/>
                <a:cs typeface="Arial"/>
              </a:defRPr>
            </a:lvl3pPr>
            <a:lvl4pPr algn="r">
              <a:defRPr sz="1125" b="0">
                <a:solidFill>
                  <a:srgbClr val="50646A"/>
                </a:solidFill>
                <a:latin typeface="Arial"/>
                <a:ea typeface="Arial"/>
                <a:cs typeface="Arial"/>
              </a:defRPr>
            </a:lvl4pPr>
            <a:lvl5pPr algn="r">
              <a:defRPr sz="1125" b="0">
                <a:solidFill>
                  <a:srgbClr val="50646A"/>
                </a:solidFill>
                <a:latin typeface="Arial"/>
                <a:ea typeface="Arial"/>
                <a:cs typeface="Arial"/>
              </a:defRPr>
            </a:lvl5pPr>
            <a:lvl6pPr algn="r">
              <a:defRPr sz="1125" b="0">
                <a:solidFill>
                  <a:srgbClr val="50646A"/>
                </a:solidFill>
                <a:latin typeface="Arial"/>
                <a:ea typeface="Arial"/>
                <a:cs typeface="Arial"/>
              </a:defRPr>
            </a:lvl6pPr>
            <a:lvl7pPr algn="r">
              <a:defRPr sz="1125" b="0">
                <a:solidFill>
                  <a:srgbClr val="50646A"/>
                </a:solidFill>
                <a:latin typeface="Arial"/>
                <a:ea typeface="Arial"/>
                <a:cs typeface="Arial"/>
              </a:defRPr>
            </a:lvl7pPr>
            <a:lvl8pPr algn="r">
              <a:defRPr sz="1125" b="0">
                <a:solidFill>
                  <a:srgbClr val="50646A"/>
                </a:solidFill>
                <a:latin typeface="Arial"/>
                <a:ea typeface="Arial"/>
                <a:cs typeface="Arial"/>
              </a:defRPr>
            </a:lvl8pPr>
            <a:lvl9pPr algn="r">
              <a:defRPr sz="1125" b="0">
                <a:solidFill>
                  <a:srgbClr val="50646A"/>
                </a:solidFill>
                <a:latin typeface="Arial"/>
                <a:ea typeface="Arial"/>
                <a:cs typeface="Arial"/>
              </a:defRPr>
            </a:lvl9pPr>
          </a:lstStyle>
          <a:p xmlns:a="http://schemas.openxmlformats.org/drawingml/2006/main">
            <a:pPr algn="r">
              <a:defRPr sz="1125" b="0">
                <a:solidFill>
                  <a:srgbClr val="50646A"/>
                </a:solidFill>
                <a:latin typeface="Arial"/>
                <a:ea typeface="Arial"/>
                <a:cs typeface="Arial"/>
              </a:defRPr>
            </a:pPr>
            <a:r>
              <a:rPr sz="1125" b="0">
                <a:solidFill>
                  <a:srgbClr val="50646A"/>
                </a:solidFill>
                <a:latin typeface="Arial"/>
                <a:ea typeface="Arial"/>
                <a:cs typeface="Arial"/>
              </a:rPr>
              <a:t>17</a:t>
            </a:r>
          </a:p>
        </p:txBody>
      </p:sp>
      <p:pic>
        <p:nvPicPr>
          <p:cNvPr id="3" name="">
            <a:extLst xmlns:a="http://schemas.openxmlformats.org/drawingml/2006/main">
              <a:ext uri="{FF2B5EF4-FFF2-40B4-BE49-F238E27FC236}">
                <a16:creationId xmlns:a16="http://schemas.microsoft.com/office/drawing/2014/main" id="{7FA32CB8-19DE-4043-90DF-C55EDFF9B366}"/>
              </a:ext>
            </a:extLst>
          </p:cNvPr>
          <p:cNvPicPr>
            <a:picLocks xmlns:a="http://schemas.openxmlformats.org/drawingml/2006/main" noChangeAspect="1"/>
          </p:cNvPicPr>
          <p:nvPr/>
        </p:nvPicPr>
        <p:blipFill>
          <a:blip xmlns:r="http://schemas.openxmlformats.org/officeDocument/2006/relationships" xmlns:a="http://schemas.openxmlformats.org/drawingml/2006/main" r:embed="R8d8243e7961b43cc"/>
          <a:stretch xmlns:a="http://schemas.openxmlformats.org/drawingml/2006/main"/>
        </p:blipFill>
        <p:spPr>
          <a:xfrm xmlns:a="http://schemas.openxmlformats.org/drawingml/2006/main">
            <a:off x="1730100" y="1524000"/>
            <a:ext cx="1092750" cy="2238375"/>
          </a:xfrm>
          <a:prstGeom xmlns:a="http://schemas.openxmlformats.org/drawingml/2006/main" prst="rect">
            <a:avLst/>
          </a:prstGeom>
        </p:spPr>
      </p:pic>
      <p:sp>
        <p:nvSpPr>
          <p:cNvPr id="4" name="text-2">
            <a:extLst xmlns:a="http://schemas.openxmlformats.org/drawingml/2006/main">
              <a:ext uri="{FF2B5EF4-FFF2-40B4-BE49-F238E27FC236}">
                <a16:creationId xmlns:a16="http://schemas.microsoft.com/office/drawing/2014/main" id="{56C8717D-D2F0-473F-8A7E-A3B8DEDEA04B}"/>
              </a:ext>
            </a:extLst>
          </p:cNvPr>
          <p:cNvSpPr>
            <a:spLocks xmlns:a="http://schemas.openxmlformats.org/drawingml/2006/main" noGrp="1"/>
          </p:cNvSpPr>
          <p:nvPr/>
        </p:nvSpPr>
        <p:spPr>
          <a:xfrm xmlns:a="http://schemas.openxmlformats.org/drawingml/2006/main">
            <a:off x="609600" y="400050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250" b="1">
                <a:solidFill>
                  <a:srgbClr val="0B2F38"/>
                </a:solidFill>
                <a:latin typeface="Arial"/>
                <a:ea typeface="Arial"/>
                <a:cs typeface="Arial"/>
              </a:defRPr>
            </a:defPPr>
            <a:lvl1pPr algn="ctr">
              <a:defRPr sz="2250" b="1">
                <a:solidFill>
                  <a:srgbClr val="0B2F38"/>
                </a:solidFill>
                <a:latin typeface="Arial"/>
                <a:ea typeface="Arial"/>
                <a:cs typeface="Arial"/>
              </a:defRPr>
            </a:lvl1pPr>
            <a:lvl2pPr algn="ctr">
              <a:defRPr sz="2250" b="1">
                <a:solidFill>
                  <a:srgbClr val="0B2F38"/>
                </a:solidFill>
                <a:latin typeface="Arial"/>
                <a:ea typeface="Arial"/>
                <a:cs typeface="Arial"/>
              </a:defRPr>
            </a:lvl2pPr>
            <a:lvl3pPr algn="ctr">
              <a:defRPr sz="2250" b="1">
                <a:solidFill>
                  <a:srgbClr val="0B2F38"/>
                </a:solidFill>
                <a:latin typeface="Arial"/>
                <a:ea typeface="Arial"/>
                <a:cs typeface="Arial"/>
              </a:defRPr>
            </a:lvl3pPr>
            <a:lvl4pPr algn="ctr">
              <a:defRPr sz="2250" b="1">
                <a:solidFill>
                  <a:srgbClr val="0B2F38"/>
                </a:solidFill>
                <a:latin typeface="Arial"/>
                <a:ea typeface="Arial"/>
                <a:cs typeface="Arial"/>
              </a:defRPr>
            </a:lvl4pPr>
            <a:lvl5pPr algn="ctr">
              <a:defRPr sz="2250" b="1">
                <a:solidFill>
                  <a:srgbClr val="0B2F38"/>
                </a:solidFill>
                <a:latin typeface="Arial"/>
                <a:ea typeface="Arial"/>
                <a:cs typeface="Arial"/>
              </a:defRPr>
            </a:lvl5pPr>
            <a:lvl6pPr algn="ctr">
              <a:defRPr sz="2250" b="1">
                <a:solidFill>
                  <a:srgbClr val="0B2F38"/>
                </a:solidFill>
                <a:latin typeface="Arial"/>
                <a:ea typeface="Arial"/>
                <a:cs typeface="Arial"/>
              </a:defRPr>
            </a:lvl6pPr>
            <a:lvl7pPr algn="ctr">
              <a:defRPr sz="2250" b="1">
                <a:solidFill>
                  <a:srgbClr val="0B2F38"/>
                </a:solidFill>
                <a:latin typeface="Arial"/>
                <a:ea typeface="Arial"/>
                <a:cs typeface="Arial"/>
              </a:defRPr>
            </a:lvl7pPr>
            <a:lvl8pPr algn="ctr">
              <a:defRPr sz="2250" b="1">
                <a:solidFill>
                  <a:srgbClr val="0B2F38"/>
                </a:solidFill>
                <a:latin typeface="Arial"/>
                <a:ea typeface="Arial"/>
                <a:cs typeface="Arial"/>
              </a:defRPr>
            </a:lvl8pPr>
            <a:lvl9pPr algn="ctr">
              <a:defRPr sz="2250" b="1">
                <a:solidFill>
                  <a:srgbClr val="0B2F38"/>
                </a:solidFill>
                <a:latin typeface="Arial"/>
                <a:ea typeface="Arial"/>
                <a:cs typeface="Arial"/>
              </a:defRPr>
            </a:lvl9pPr>
          </a:lstStyle>
          <a:p xmlns:a="http://schemas.openxmlformats.org/drawingml/2006/main">
            <a:pPr algn="ctr">
              <a:defRPr sz="2250" b="1">
                <a:solidFill>
                  <a:srgbClr val="0B2F38"/>
                </a:solidFill>
                <a:latin typeface="Arial"/>
                <a:ea typeface="Arial"/>
                <a:cs typeface="Arial"/>
              </a:defRPr>
            </a:pPr>
            <a:r>
              <a:rPr sz="2250" b="1">
                <a:solidFill>
                  <a:srgbClr val="0B2F38"/>
                </a:solidFill>
                <a:latin typeface="Arial"/>
                <a:ea typeface="Arial"/>
                <a:cs typeface="Arial"/>
              </a:rPr>
              <a:t>Lärmschutz</a:t>
            </a:r>
          </a:p>
        </p:txBody>
      </p:sp>
      <p:pic>
        <p:nvPicPr>
          <p:cNvPr id="5" name="">
            <a:extLst xmlns:a="http://schemas.openxmlformats.org/drawingml/2006/main">
              <a:ext uri="{FF2B5EF4-FFF2-40B4-BE49-F238E27FC236}">
                <a16:creationId xmlns:a16="http://schemas.microsoft.com/office/drawing/2014/main" id="{34F15995-C73A-4517-9016-5EE431477B36}"/>
              </a:ext>
            </a:extLst>
          </p:cNvPr>
          <p:cNvPicPr>
            <a:picLocks xmlns:a="http://schemas.openxmlformats.org/drawingml/2006/main" noChangeAspect="1"/>
          </p:cNvPicPr>
          <p:nvPr/>
        </p:nvPicPr>
        <p:blipFill>
          <a:blip xmlns:r="http://schemas.openxmlformats.org/officeDocument/2006/relationships" xmlns:a="http://schemas.openxmlformats.org/drawingml/2006/main" r:embed="R188eed795fd24205"/>
          <a:stretch xmlns:a="http://schemas.openxmlformats.org/drawingml/2006/main"/>
        </p:blipFill>
        <p:spPr>
          <a:xfrm xmlns:a="http://schemas.openxmlformats.org/drawingml/2006/main">
            <a:off x="5548477" y="1524000"/>
            <a:ext cx="1018847" cy="2238375"/>
          </a:xfrm>
          <a:prstGeom xmlns:a="http://schemas.openxmlformats.org/drawingml/2006/main" prst="rect">
            <a:avLst/>
          </a:prstGeom>
        </p:spPr>
      </p:pic>
      <p:sp>
        <p:nvSpPr>
          <p:cNvPr id="6" name="text-3">
            <a:extLst xmlns:a="http://schemas.openxmlformats.org/drawingml/2006/main">
              <a:ext uri="{FF2B5EF4-FFF2-40B4-BE49-F238E27FC236}">
                <a16:creationId xmlns:a16="http://schemas.microsoft.com/office/drawing/2014/main" id="{8E19E1FA-47C5-44AD-9EC6-60B21710266F}"/>
              </a:ext>
            </a:extLst>
          </p:cNvPr>
          <p:cNvSpPr>
            <a:spLocks xmlns:a="http://schemas.openxmlformats.org/drawingml/2006/main" noGrp="1"/>
          </p:cNvSpPr>
          <p:nvPr/>
        </p:nvSpPr>
        <p:spPr>
          <a:xfrm xmlns:a="http://schemas.openxmlformats.org/drawingml/2006/main">
            <a:off x="4391025" y="400050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250" b="1">
                <a:solidFill>
                  <a:srgbClr val="0B2F38"/>
                </a:solidFill>
                <a:latin typeface="Arial"/>
                <a:ea typeface="Arial"/>
                <a:cs typeface="Arial"/>
              </a:defRPr>
            </a:defPPr>
            <a:lvl1pPr algn="ctr">
              <a:defRPr sz="2250" b="1">
                <a:solidFill>
                  <a:srgbClr val="0B2F38"/>
                </a:solidFill>
                <a:latin typeface="Arial"/>
                <a:ea typeface="Arial"/>
                <a:cs typeface="Arial"/>
              </a:defRPr>
            </a:lvl1pPr>
            <a:lvl2pPr algn="ctr">
              <a:defRPr sz="2250" b="1">
                <a:solidFill>
                  <a:srgbClr val="0B2F38"/>
                </a:solidFill>
                <a:latin typeface="Arial"/>
                <a:ea typeface="Arial"/>
                <a:cs typeface="Arial"/>
              </a:defRPr>
            </a:lvl2pPr>
            <a:lvl3pPr algn="ctr">
              <a:defRPr sz="2250" b="1">
                <a:solidFill>
                  <a:srgbClr val="0B2F38"/>
                </a:solidFill>
                <a:latin typeface="Arial"/>
                <a:ea typeface="Arial"/>
                <a:cs typeface="Arial"/>
              </a:defRPr>
            </a:lvl3pPr>
            <a:lvl4pPr algn="ctr">
              <a:defRPr sz="2250" b="1">
                <a:solidFill>
                  <a:srgbClr val="0B2F38"/>
                </a:solidFill>
                <a:latin typeface="Arial"/>
                <a:ea typeface="Arial"/>
                <a:cs typeface="Arial"/>
              </a:defRPr>
            </a:lvl4pPr>
            <a:lvl5pPr algn="ctr">
              <a:defRPr sz="2250" b="1">
                <a:solidFill>
                  <a:srgbClr val="0B2F38"/>
                </a:solidFill>
                <a:latin typeface="Arial"/>
                <a:ea typeface="Arial"/>
                <a:cs typeface="Arial"/>
              </a:defRPr>
            </a:lvl5pPr>
            <a:lvl6pPr algn="ctr">
              <a:defRPr sz="2250" b="1">
                <a:solidFill>
                  <a:srgbClr val="0B2F38"/>
                </a:solidFill>
                <a:latin typeface="Arial"/>
                <a:ea typeface="Arial"/>
                <a:cs typeface="Arial"/>
              </a:defRPr>
            </a:lvl6pPr>
            <a:lvl7pPr algn="ctr">
              <a:defRPr sz="2250" b="1">
                <a:solidFill>
                  <a:srgbClr val="0B2F38"/>
                </a:solidFill>
                <a:latin typeface="Arial"/>
                <a:ea typeface="Arial"/>
                <a:cs typeface="Arial"/>
              </a:defRPr>
            </a:lvl7pPr>
            <a:lvl8pPr algn="ctr">
              <a:defRPr sz="2250" b="1">
                <a:solidFill>
                  <a:srgbClr val="0B2F38"/>
                </a:solidFill>
                <a:latin typeface="Arial"/>
                <a:ea typeface="Arial"/>
                <a:cs typeface="Arial"/>
              </a:defRPr>
            </a:lvl8pPr>
            <a:lvl9pPr algn="ctr">
              <a:defRPr sz="2250" b="1">
                <a:solidFill>
                  <a:srgbClr val="0B2F38"/>
                </a:solidFill>
                <a:latin typeface="Arial"/>
                <a:ea typeface="Arial"/>
                <a:cs typeface="Arial"/>
              </a:defRPr>
            </a:lvl9pPr>
          </a:lstStyle>
          <a:p xmlns:a="http://schemas.openxmlformats.org/drawingml/2006/main">
            <a:pPr algn="ctr">
              <a:defRPr sz="2250" b="1">
                <a:solidFill>
                  <a:srgbClr val="0B2F38"/>
                </a:solidFill>
                <a:latin typeface="Arial"/>
                <a:ea typeface="Arial"/>
                <a:cs typeface="Arial"/>
              </a:defRPr>
            </a:pPr>
            <a:r>
              <a:rPr sz="2250" b="1">
                <a:solidFill>
                  <a:srgbClr val="0B2F38"/>
                </a:solidFill>
                <a:latin typeface="Arial"/>
                <a:ea typeface="Arial"/>
                <a:cs typeface="Arial"/>
              </a:rPr>
              <a:t>22–6 h</a:t>
            </a:r>
          </a:p>
        </p:txBody>
      </p:sp>
      <p:pic>
        <p:nvPicPr>
          <p:cNvPr id="7" name="">
            <a:extLst xmlns:a="http://schemas.openxmlformats.org/drawingml/2006/main">
              <a:ext uri="{FF2B5EF4-FFF2-40B4-BE49-F238E27FC236}">
                <a16:creationId xmlns:a16="http://schemas.microsoft.com/office/drawing/2014/main" id="{69A0BA5B-FD43-4BE7-BBA1-C64BE8DE7C82}"/>
              </a:ext>
            </a:extLst>
          </p:cNvPr>
          <p:cNvPicPr>
            <a:picLocks xmlns:a="http://schemas.openxmlformats.org/drawingml/2006/main" noChangeAspect="1"/>
          </p:cNvPicPr>
          <p:nvPr/>
        </p:nvPicPr>
        <p:blipFill>
          <a:blip xmlns:r="http://schemas.openxmlformats.org/officeDocument/2006/relationships" xmlns:a="http://schemas.openxmlformats.org/drawingml/2006/main" r:embed="R79d26ec45e224270"/>
          <a:stretch xmlns:a="http://schemas.openxmlformats.org/drawingml/2006/main"/>
        </p:blipFill>
        <p:spPr>
          <a:xfrm xmlns:a="http://schemas.openxmlformats.org/drawingml/2006/main">
            <a:off x="9213638" y="1524000"/>
            <a:ext cx="1251375" cy="2238375"/>
          </a:xfrm>
          <a:prstGeom xmlns:a="http://schemas.openxmlformats.org/drawingml/2006/main" prst="rect">
            <a:avLst/>
          </a:prstGeom>
        </p:spPr>
      </p:pic>
      <p:sp>
        <p:nvSpPr>
          <p:cNvPr id="8" name="text-4">
            <a:extLst xmlns:a="http://schemas.openxmlformats.org/drawingml/2006/main">
              <a:ext uri="{FF2B5EF4-FFF2-40B4-BE49-F238E27FC236}">
                <a16:creationId xmlns:a16="http://schemas.microsoft.com/office/drawing/2014/main" id="{DAA3542B-023D-4ECC-830A-468A4B48E6E1}"/>
              </a:ext>
            </a:extLst>
          </p:cNvPr>
          <p:cNvSpPr>
            <a:spLocks xmlns:a="http://schemas.openxmlformats.org/drawingml/2006/main" noGrp="1"/>
          </p:cNvSpPr>
          <p:nvPr/>
        </p:nvSpPr>
        <p:spPr>
          <a:xfrm xmlns:a="http://schemas.openxmlformats.org/drawingml/2006/main">
            <a:off x="8172450" y="400050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250" b="1">
                <a:solidFill>
                  <a:srgbClr val="0B2F38"/>
                </a:solidFill>
                <a:latin typeface="Arial"/>
                <a:ea typeface="Arial"/>
                <a:cs typeface="Arial"/>
              </a:defRPr>
            </a:defPPr>
            <a:lvl1pPr algn="ctr">
              <a:defRPr sz="2250" b="1">
                <a:solidFill>
                  <a:srgbClr val="0B2F38"/>
                </a:solidFill>
                <a:latin typeface="Arial"/>
                <a:ea typeface="Arial"/>
                <a:cs typeface="Arial"/>
              </a:defRPr>
            </a:lvl1pPr>
            <a:lvl2pPr algn="ctr">
              <a:defRPr sz="2250" b="1">
                <a:solidFill>
                  <a:srgbClr val="0B2F38"/>
                </a:solidFill>
                <a:latin typeface="Arial"/>
                <a:ea typeface="Arial"/>
                <a:cs typeface="Arial"/>
              </a:defRPr>
            </a:lvl2pPr>
            <a:lvl3pPr algn="ctr">
              <a:defRPr sz="2250" b="1">
                <a:solidFill>
                  <a:srgbClr val="0B2F38"/>
                </a:solidFill>
                <a:latin typeface="Arial"/>
                <a:ea typeface="Arial"/>
                <a:cs typeface="Arial"/>
              </a:defRPr>
            </a:lvl3pPr>
            <a:lvl4pPr algn="ctr">
              <a:defRPr sz="2250" b="1">
                <a:solidFill>
                  <a:srgbClr val="0B2F38"/>
                </a:solidFill>
                <a:latin typeface="Arial"/>
                <a:ea typeface="Arial"/>
                <a:cs typeface="Arial"/>
              </a:defRPr>
            </a:lvl4pPr>
            <a:lvl5pPr algn="ctr">
              <a:defRPr sz="2250" b="1">
                <a:solidFill>
                  <a:srgbClr val="0B2F38"/>
                </a:solidFill>
                <a:latin typeface="Arial"/>
                <a:ea typeface="Arial"/>
                <a:cs typeface="Arial"/>
              </a:defRPr>
            </a:lvl5pPr>
            <a:lvl6pPr algn="ctr">
              <a:defRPr sz="2250" b="1">
                <a:solidFill>
                  <a:srgbClr val="0B2F38"/>
                </a:solidFill>
                <a:latin typeface="Arial"/>
                <a:ea typeface="Arial"/>
                <a:cs typeface="Arial"/>
              </a:defRPr>
            </a:lvl6pPr>
            <a:lvl7pPr algn="ctr">
              <a:defRPr sz="2250" b="1">
                <a:solidFill>
                  <a:srgbClr val="0B2F38"/>
                </a:solidFill>
                <a:latin typeface="Arial"/>
                <a:ea typeface="Arial"/>
                <a:cs typeface="Arial"/>
              </a:defRPr>
            </a:lvl7pPr>
            <a:lvl8pPr algn="ctr">
              <a:defRPr sz="2250" b="1">
                <a:solidFill>
                  <a:srgbClr val="0B2F38"/>
                </a:solidFill>
                <a:latin typeface="Arial"/>
                <a:ea typeface="Arial"/>
                <a:cs typeface="Arial"/>
              </a:defRPr>
            </a:lvl8pPr>
            <a:lvl9pPr algn="ctr">
              <a:defRPr sz="2250" b="1">
                <a:solidFill>
                  <a:srgbClr val="0B2F38"/>
                </a:solidFill>
                <a:latin typeface="Arial"/>
                <a:ea typeface="Arial"/>
                <a:cs typeface="Arial"/>
              </a:defRPr>
            </a:lvl9pPr>
          </a:lstStyle>
          <a:p xmlns:a="http://schemas.openxmlformats.org/drawingml/2006/main">
            <a:pPr algn="ctr">
              <a:defRPr sz="2250" b="1">
                <a:solidFill>
                  <a:srgbClr val="0B2F38"/>
                </a:solidFill>
                <a:latin typeface="Arial"/>
                <a:ea typeface="Arial"/>
                <a:cs typeface="Arial"/>
              </a:defRPr>
            </a:pPr>
            <a:r>
              <a:rPr sz="2250" b="1">
                <a:solidFill>
                  <a:srgbClr val="0B2F38"/>
                </a:solidFill>
                <a:latin typeface="Arial"/>
                <a:ea typeface="Arial"/>
                <a:cs typeface="Arial"/>
              </a:rPr>
              <a:t>150 m</a:t>
            </a:r>
          </a:p>
        </p:txBody>
      </p:sp>
      <p:sp>
        <p:nvSpPr>
          <p:cNvPr id="9" name="text-5">
            <a:extLst xmlns:a="http://schemas.openxmlformats.org/drawingml/2006/main">
              <a:ext uri="{FF2B5EF4-FFF2-40B4-BE49-F238E27FC236}">
                <a16:creationId xmlns:a16="http://schemas.microsoft.com/office/drawing/2014/main" id="{2C1FD60D-BA23-4A3D-BE55-2809FF1A7074}"/>
              </a:ext>
            </a:extLst>
          </p:cNvPr>
          <p:cNvSpPr>
            <a:spLocks xmlns:a="http://schemas.openxmlformats.org/drawingml/2006/main" noGrp="1"/>
          </p:cNvSpPr>
          <p:nvPr/>
        </p:nvSpPr>
        <p:spPr>
          <a:xfrm xmlns:a="http://schemas.openxmlformats.org/drawingml/2006/main">
            <a:off x="609600" y="47148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B2F38"/>
                </a:solidFill>
                <a:latin typeface="Arial"/>
                <a:ea typeface="Arial"/>
                <a:cs typeface="Arial"/>
              </a:defRPr>
            </a:defPPr>
            <a:lvl1pPr algn="l">
              <a:defRPr sz="1950" b="0">
                <a:solidFill>
                  <a:srgbClr val="0B2F38"/>
                </a:solidFill>
                <a:latin typeface="Arial"/>
                <a:ea typeface="Arial"/>
                <a:cs typeface="Arial"/>
              </a:defRPr>
            </a:lvl1pPr>
            <a:lvl2pPr algn="l">
              <a:defRPr sz="1950" b="0">
                <a:solidFill>
                  <a:srgbClr val="0B2F38"/>
                </a:solidFill>
                <a:latin typeface="Arial"/>
                <a:ea typeface="Arial"/>
                <a:cs typeface="Arial"/>
              </a:defRPr>
            </a:lvl2pPr>
            <a:lvl3pPr algn="l">
              <a:defRPr sz="1950" b="0">
                <a:solidFill>
                  <a:srgbClr val="0B2F38"/>
                </a:solidFill>
                <a:latin typeface="Arial"/>
                <a:ea typeface="Arial"/>
                <a:cs typeface="Arial"/>
              </a:defRPr>
            </a:lvl3pPr>
            <a:lvl4pPr algn="l">
              <a:defRPr sz="1950" b="0">
                <a:solidFill>
                  <a:srgbClr val="0B2F38"/>
                </a:solidFill>
                <a:latin typeface="Arial"/>
                <a:ea typeface="Arial"/>
                <a:cs typeface="Arial"/>
              </a:defRPr>
            </a:lvl4pPr>
            <a:lvl5pPr algn="l">
              <a:defRPr sz="1950" b="0">
                <a:solidFill>
                  <a:srgbClr val="0B2F38"/>
                </a:solidFill>
                <a:latin typeface="Arial"/>
                <a:ea typeface="Arial"/>
                <a:cs typeface="Arial"/>
              </a:defRPr>
            </a:lvl5pPr>
            <a:lvl6pPr algn="l">
              <a:defRPr sz="1950" b="0">
                <a:solidFill>
                  <a:srgbClr val="0B2F38"/>
                </a:solidFill>
                <a:latin typeface="Arial"/>
                <a:ea typeface="Arial"/>
                <a:cs typeface="Arial"/>
              </a:defRPr>
            </a:lvl6pPr>
            <a:lvl7pPr algn="l">
              <a:defRPr sz="1950" b="0">
                <a:solidFill>
                  <a:srgbClr val="0B2F38"/>
                </a:solidFill>
                <a:latin typeface="Arial"/>
                <a:ea typeface="Arial"/>
                <a:cs typeface="Arial"/>
              </a:defRPr>
            </a:lvl7pPr>
            <a:lvl8pPr algn="l">
              <a:defRPr sz="1950" b="0">
                <a:solidFill>
                  <a:srgbClr val="0B2F38"/>
                </a:solidFill>
                <a:latin typeface="Arial"/>
                <a:ea typeface="Arial"/>
                <a:cs typeface="Arial"/>
              </a:defRPr>
            </a:lvl8pPr>
            <a:lvl9pPr algn="l">
              <a:defRPr sz="1950" b="0">
                <a:solidFill>
                  <a:srgbClr val="0B2F38"/>
                </a:solidFill>
                <a:latin typeface="Arial"/>
                <a:ea typeface="Arial"/>
                <a:cs typeface="Arial"/>
              </a:defRPr>
            </a:lvl9pPr>
          </a:lstStyle>
          <a:p xmlns:a="http://schemas.openxmlformats.org/drawingml/2006/main">
            <a:pPr algn="l">
              <a:defRPr sz="1950" b="0">
                <a:solidFill>
                  <a:srgbClr val="0B2F38"/>
                </a:solidFill>
                <a:latin typeface="Arial"/>
                <a:ea typeface="Arial"/>
                <a:cs typeface="Arial"/>
              </a:defRPr>
            </a:pPr>
            <a:r>
              <a:rPr sz="1950" b="0">
                <a:solidFill>
                  <a:srgbClr val="0B2F38"/>
                </a:solidFill>
                <a:latin typeface="Arial"/>
                <a:ea typeface="Arial"/>
                <a:cs typeface="Arial"/>
              </a:rPr>
              <a:t>Auf dem Gerät: Apple Vision / ML Kit</a:t>
            </a:r>
          </a:p>
        </p:txBody>
      </p:sp>
      <p:sp>
        <p:nvSpPr>
          <p:cNvPr id="10" name="text-6">
            <a:extLst xmlns:a="http://schemas.openxmlformats.org/drawingml/2006/main">
              <a:ext uri="{FF2B5EF4-FFF2-40B4-BE49-F238E27FC236}">
                <a16:creationId xmlns:a16="http://schemas.microsoft.com/office/drawing/2014/main" id="{61961CBC-876F-4DBE-B5FA-C709C43BCCFB}"/>
              </a:ext>
            </a:extLst>
          </p:cNvPr>
          <p:cNvSpPr>
            <a:spLocks xmlns:a="http://schemas.openxmlformats.org/drawingml/2006/main" noGrp="1"/>
          </p:cNvSpPr>
          <p:nvPr/>
        </p:nvSpPr>
        <p:spPr>
          <a:xfrm xmlns:a="http://schemas.openxmlformats.org/drawingml/2006/main">
            <a:off x="609600" y="52292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B2F38"/>
                </a:solidFill>
                <a:latin typeface="Arial"/>
                <a:ea typeface="Arial"/>
                <a:cs typeface="Arial"/>
              </a:defRPr>
            </a:defPPr>
            <a:lvl1pPr algn="l">
              <a:defRPr sz="1950" b="0">
                <a:solidFill>
                  <a:srgbClr val="0B2F38"/>
                </a:solidFill>
                <a:latin typeface="Arial"/>
                <a:ea typeface="Arial"/>
                <a:cs typeface="Arial"/>
              </a:defRPr>
            </a:lvl1pPr>
            <a:lvl2pPr algn="l">
              <a:defRPr sz="1950" b="0">
                <a:solidFill>
                  <a:srgbClr val="0B2F38"/>
                </a:solidFill>
                <a:latin typeface="Arial"/>
                <a:ea typeface="Arial"/>
                <a:cs typeface="Arial"/>
              </a:defRPr>
            </a:lvl2pPr>
            <a:lvl3pPr algn="l">
              <a:defRPr sz="1950" b="0">
                <a:solidFill>
                  <a:srgbClr val="0B2F38"/>
                </a:solidFill>
                <a:latin typeface="Arial"/>
                <a:ea typeface="Arial"/>
                <a:cs typeface="Arial"/>
              </a:defRPr>
            </a:lvl3pPr>
            <a:lvl4pPr algn="l">
              <a:defRPr sz="1950" b="0">
                <a:solidFill>
                  <a:srgbClr val="0B2F38"/>
                </a:solidFill>
                <a:latin typeface="Arial"/>
                <a:ea typeface="Arial"/>
                <a:cs typeface="Arial"/>
              </a:defRPr>
            </a:lvl4pPr>
            <a:lvl5pPr algn="l">
              <a:defRPr sz="1950" b="0">
                <a:solidFill>
                  <a:srgbClr val="0B2F38"/>
                </a:solidFill>
                <a:latin typeface="Arial"/>
                <a:ea typeface="Arial"/>
                <a:cs typeface="Arial"/>
              </a:defRPr>
            </a:lvl5pPr>
            <a:lvl6pPr algn="l">
              <a:defRPr sz="1950" b="0">
                <a:solidFill>
                  <a:srgbClr val="0B2F38"/>
                </a:solidFill>
                <a:latin typeface="Arial"/>
                <a:ea typeface="Arial"/>
                <a:cs typeface="Arial"/>
              </a:defRPr>
            </a:lvl6pPr>
            <a:lvl7pPr algn="l">
              <a:defRPr sz="1950" b="0">
                <a:solidFill>
                  <a:srgbClr val="0B2F38"/>
                </a:solidFill>
                <a:latin typeface="Arial"/>
                <a:ea typeface="Arial"/>
                <a:cs typeface="Arial"/>
              </a:defRPr>
            </a:lvl7pPr>
            <a:lvl8pPr algn="l">
              <a:defRPr sz="1950" b="0">
                <a:solidFill>
                  <a:srgbClr val="0B2F38"/>
                </a:solidFill>
                <a:latin typeface="Arial"/>
                <a:ea typeface="Arial"/>
                <a:cs typeface="Arial"/>
              </a:defRPr>
            </a:lvl8pPr>
            <a:lvl9pPr algn="l">
              <a:defRPr sz="1950" b="0">
                <a:solidFill>
                  <a:srgbClr val="0B2F38"/>
                </a:solidFill>
                <a:latin typeface="Arial"/>
                <a:ea typeface="Arial"/>
                <a:cs typeface="Arial"/>
              </a:defRPr>
            </a:lvl9pPr>
          </a:lstStyle>
          <a:p xmlns:a="http://schemas.openxmlformats.org/drawingml/2006/main">
            <a:pPr algn="l">
              <a:defRPr sz="1950" b="0">
                <a:solidFill>
                  <a:srgbClr val="0B2F38"/>
                </a:solidFill>
                <a:latin typeface="Arial"/>
                <a:ea typeface="Arial"/>
                <a:cs typeface="Arial"/>
              </a:defRPr>
            </a:pPr>
            <a:r>
              <a:rPr sz="1950" b="0">
                <a:solidFill>
                  <a:srgbClr val="0B2F38"/>
                </a:solidFill>
                <a:latin typeface="Arial"/>
                <a:ea typeface="Arial"/>
                <a:cs typeface="Arial"/>
              </a:rPr>
              <a:t>Auf dem Server: PP-OCRv6 medium, asynchron</a:t>
            </a:r>
          </a:p>
        </p:txBody>
      </p:sp>
      <p:sp>
        <p:nvSpPr>
          <p:cNvPr id="11" name="text-7">
            <a:extLst xmlns:a="http://schemas.openxmlformats.org/drawingml/2006/main">
              <a:ext uri="{FF2B5EF4-FFF2-40B4-BE49-F238E27FC236}">
                <a16:creationId xmlns:a16="http://schemas.microsoft.com/office/drawing/2014/main" id="{5502801B-CC29-4B36-84D0-6CD971F371A1}"/>
              </a:ext>
            </a:extLst>
          </p:cNvPr>
          <p:cNvSpPr>
            <a:spLocks xmlns:a="http://schemas.openxmlformats.org/drawingml/2006/main" noGrp="1"/>
          </p:cNvSpPr>
          <p:nvPr/>
        </p:nvSpPr>
        <p:spPr>
          <a:xfrm xmlns:a="http://schemas.openxmlformats.org/drawingml/2006/main">
            <a:off x="609600" y="57435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B2F38"/>
                </a:solidFill>
                <a:latin typeface="Arial"/>
                <a:ea typeface="Arial"/>
                <a:cs typeface="Arial"/>
              </a:defRPr>
            </a:defPPr>
            <a:lvl1pPr algn="l">
              <a:defRPr sz="1950" b="0">
                <a:solidFill>
                  <a:srgbClr val="0B2F38"/>
                </a:solidFill>
                <a:latin typeface="Arial"/>
                <a:ea typeface="Arial"/>
                <a:cs typeface="Arial"/>
              </a:defRPr>
            </a:lvl1pPr>
            <a:lvl2pPr algn="l">
              <a:defRPr sz="1950" b="0">
                <a:solidFill>
                  <a:srgbClr val="0B2F38"/>
                </a:solidFill>
                <a:latin typeface="Arial"/>
                <a:ea typeface="Arial"/>
                <a:cs typeface="Arial"/>
              </a:defRPr>
            </a:lvl2pPr>
            <a:lvl3pPr algn="l">
              <a:defRPr sz="1950" b="0">
                <a:solidFill>
                  <a:srgbClr val="0B2F38"/>
                </a:solidFill>
                <a:latin typeface="Arial"/>
                <a:ea typeface="Arial"/>
                <a:cs typeface="Arial"/>
              </a:defRPr>
            </a:lvl3pPr>
            <a:lvl4pPr algn="l">
              <a:defRPr sz="1950" b="0">
                <a:solidFill>
                  <a:srgbClr val="0B2F38"/>
                </a:solidFill>
                <a:latin typeface="Arial"/>
                <a:ea typeface="Arial"/>
                <a:cs typeface="Arial"/>
              </a:defRPr>
            </a:lvl4pPr>
            <a:lvl5pPr algn="l">
              <a:defRPr sz="1950" b="0">
                <a:solidFill>
                  <a:srgbClr val="0B2F38"/>
                </a:solidFill>
                <a:latin typeface="Arial"/>
                <a:ea typeface="Arial"/>
                <a:cs typeface="Arial"/>
              </a:defRPr>
            </a:lvl5pPr>
            <a:lvl6pPr algn="l">
              <a:defRPr sz="1950" b="0">
                <a:solidFill>
                  <a:srgbClr val="0B2F38"/>
                </a:solidFill>
                <a:latin typeface="Arial"/>
                <a:ea typeface="Arial"/>
                <a:cs typeface="Arial"/>
              </a:defRPr>
            </a:lvl6pPr>
            <a:lvl7pPr algn="l">
              <a:defRPr sz="1950" b="0">
                <a:solidFill>
                  <a:srgbClr val="0B2F38"/>
                </a:solidFill>
                <a:latin typeface="Arial"/>
                <a:ea typeface="Arial"/>
                <a:cs typeface="Arial"/>
              </a:defRPr>
            </a:lvl7pPr>
            <a:lvl8pPr algn="l">
              <a:defRPr sz="1950" b="0">
                <a:solidFill>
                  <a:srgbClr val="0B2F38"/>
                </a:solidFill>
                <a:latin typeface="Arial"/>
                <a:ea typeface="Arial"/>
                <a:cs typeface="Arial"/>
              </a:defRPr>
            </a:lvl8pPr>
            <a:lvl9pPr algn="l">
              <a:defRPr sz="1950" b="0">
                <a:solidFill>
                  <a:srgbClr val="0B2F38"/>
                </a:solidFill>
                <a:latin typeface="Arial"/>
                <a:ea typeface="Arial"/>
                <a:cs typeface="Arial"/>
              </a:defRPr>
            </a:lvl9pPr>
          </a:lstStyle>
          <a:p xmlns:a="http://schemas.openxmlformats.org/drawingml/2006/main">
            <a:pPr algn="l">
              <a:defRPr sz="1950" b="0">
                <a:solidFill>
                  <a:srgbClr val="0B2F38"/>
                </a:solidFill>
                <a:latin typeface="Arial"/>
                <a:ea typeface="Arial"/>
                <a:cs typeface="Arial"/>
              </a:defRPr>
            </a:pPr>
            <a:r>
              <a:rPr sz="1950" b="0">
                <a:solidFill>
                  <a:srgbClr val="0B2F38"/>
                </a:solidFill>
                <a:latin typeface="Arial"/>
                <a:ea typeface="Arial"/>
                <a:cs typeface="Arial"/>
              </a:rPr>
              <a:t>Text lesen und eine Bedingung auswerten sind getrennte Aufgaben</a:t>
            </a:r>
          </a:p>
        </p:txBody>
      </p:sp>
    </p:spTree>
    <p:extLst>
      <p:ext uri="{BB962C8B-B14F-4D97-AF65-F5344CB8AC3E}">
        <p14:creationId xmlns:p14="http://schemas.microsoft.com/office/powerpoint/2010/main" val="1039171644"/>
      </p:ext>
    </p:extLst>
  </p:cSld>
</p:sld>
</file>

<file path=ppt/slides/slide18.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A7AF054B-8927-4218-98C7-5EE4C7760329}"/>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B2F38"/>
                </a:solidFill>
                <a:latin typeface="Arial"/>
                <a:ea typeface="Arial"/>
                <a:cs typeface="Arial"/>
              </a:defRPr>
            </a:defPPr>
            <a:lvl1pPr algn="l">
              <a:defRPr sz="3300" b="1">
                <a:solidFill>
                  <a:srgbClr val="0B2F38"/>
                </a:solidFill>
                <a:latin typeface="Arial"/>
                <a:ea typeface="Arial"/>
                <a:cs typeface="Arial"/>
              </a:defRPr>
            </a:lvl1pPr>
            <a:lvl2pPr algn="l">
              <a:defRPr sz="3300" b="1">
                <a:solidFill>
                  <a:srgbClr val="0B2F38"/>
                </a:solidFill>
                <a:latin typeface="Arial"/>
                <a:ea typeface="Arial"/>
                <a:cs typeface="Arial"/>
              </a:defRPr>
            </a:lvl2pPr>
            <a:lvl3pPr algn="l">
              <a:defRPr sz="3300" b="1">
                <a:solidFill>
                  <a:srgbClr val="0B2F38"/>
                </a:solidFill>
                <a:latin typeface="Arial"/>
                <a:ea typeface="Arial"/>
                <a:cs typeface="Arial"/>
              </a:defRPr>
            </a:lvl3pPr>
            <a:lvl4pPr algn="l">
              <a:defRPr sz="3300" b="1">
                <a:solidFill>
                  <a:srgbClr val="0B2F38"/>
                </a:solidFill>
                <a:latin typeface="Arial"/>
                <a:ea typeface="Arial"/>
                <a:cs typeface="Arial"/>
              </a:defRPr>
            </a:lvl4pPr>
            <a:lvl5pPr algn="l">
              <a:defRPr sz="3300" b="1">
                <a:solidFill>
                  <a:srgbClr val="0B2F38"/>
                </a:solidFill>
                <a:latin typeface="Arial"/>
                <a:ea typeface="Arial"/>
                <a:cs typeface="Arial"/>
              </a:defRPr>
            </a:lvl5pPr>
            <a:lvl6pPr algn="l">
              <a:defRPr sz="3300" b="1">
                <a:solidFill>
                  <a:srgbClr val="0B2F38"/>
                </a:solidFill>
                <a:latin typeface="Arial"/>
                <a:ea typeface="Arial"/>
                <a:cs typeface="Arial"/>
              </a:defRPr>
            </a:lvl6pPr>
            <a:lvl7pPr algn="l">
              <a:defRPr sz="3300" b="1">
                <a:solidFill>
                  <a:srgbClr val="0B2F38"/>
                </a:solidFill>
                <a:latin typeface="Arial"/>
                <a:ea typeface="Arial"/>
                <a:cs typeface="Arial"/>
              </a:defRPr>
            </a:lvl7pPr>
            <a:lvl8pPr algn="l">
              <a:defRPr sz="3300" b="1">
                <a:solidFill>
                  <a:srgbClr val="0B2F38"/>
                </a:solidFill>
                <a:latin typeface="Arial"/>
                <a:ea typeface="Arial"/>
                <a:cs typeface="Arial"/>
              </a:defRPr>
            </a:lvl8pPr>
            <a:lvl9pPr algn="l">
              <a:defRPr sz="3300" b="1">
                <a:solidFill>
                  <a:srgbClr val="0B2F38"/>
                </a:solidFill>
                <a:latin typeface="Arial"/>
                <a:ea typeface="Arial"/>
                <a:cs typeface="Arial"/>
              </a:defRPr>
            </a:lvl9pPr>
          </a:lstStyle>
          <a:p xmlns:a="http://schemas.openxmlformats.org/drawingml/2006/main">
            <a:pPr algn="l">
              <a:defRPr sz="3300" b="1">
                <a:solidFill>
                  <a:srgbClr val="0B2F38"/>
                </a:solidFill>
                <a:latin typeface="Arial"/>
                <a:ea typeface="Arial"/>
                <a:cs typeface="Arial"/>
              </a:defRPr>
            </a:pPr>
            <a:r>
              <a:rPr sz="3300" b="1">
                <a:solidFill>
                  <a:srgbClr val="0B2F38"/>
                </a:solidFill>
                <a:latin typeface="Arial"/>
                <a:ea typeface="Arial"/>
                <a:cs typeface="Arial"/>
              </a:rPr>
              <a:t>Spuren erkennen und sichtbar machen</a:t>
            </a:r>
          </a:p>
        </p:txBody>
      </p:sp>
      <p:sp>
        <p:nvSpPr>
          <p:cNvPr id="2" name="text-1">
            <a:extLst xmlns:a="http://schemas.openxmlformats.org/drawingml/2006/main">
              <a:ext uri="{FF2B5EF4-FFF2-40B4-BE49-F238E27FC236}">
                <a16:creationId xmlns:a16="http://schemas.microsoft.com/office/drawing/2014/main" id="{1E917E36-F209-423B-8516-5609F5759C6B}"/>
              </a:ext>
            </a:extLst>
          </p:cNvPr>
          <p:cNvSpPr>
            <a:spLocks xmlns:a="http://schemas.openxmlformats.org/drawingml/2006/main" noGrp="1"/>
          </p:cNvSpPr>
          <p:nvPr/>
        </p:nvSpPr>
        <p:spPr>
          <a:xfrm xmlns:a="http://schemas.openxmlformats.org/drawingml/2006/main">
            <a:off x="11144250" y="6477000"/>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defRPr sz="1125" b="0">
                <a:solidFill>
                  <a:srgbClr val="50646A"/>
                </a:solidFill>
                <a:latin typeface="Arial"/>
                <a:ea typeface="Arial"/>
                <a:cs typeface="Arial"/>
              </a:defRPr>
            </a:lvl1pPr>
            <a:lvl2pPr algn="r">
              <a:defRPr sz="1125" b="0">
                <a:solidFill>
                  <a:srgbClr val="50646A"/>
                </a:solidFill>
                <a:latin typeface="Arial"/>
                <a:ea typeface="Arial"/>
                <a:cs typeface="Arial"/>
              </a:defRPr>
            </a:lvl2pPr>
            <a:lvl3pPr algn="r">
              <a:defRPr sz="1125" b="0">
                <a:solidFill>
                  <a:srgbClr val="50646A"/>
                </a:solidFill>
                <a:latin typeface="Arial"/>
                <a:ea typeface="Arial"/>
                <a:cs typeface="Arial"/>
              </a:defRPr>
            </a:lvl3pPr>
            <a:lvl4pPr algn="r">
              <a:defRPr sz="1125" b="0">
                <a:solidFill>
                  <a:srgbClr val="50646A"/>
                </a:solidFill>
                <a:latin typeface="Arial"/>
                <a:ea typeface="Arial"/>
                <a:cs typeface="Arial"/>
              </a:defRPr>
            </a:lvl4pPr>
            <a:lvl5pPr algn="r">
              <a:defRPr sz="1125" b="0">
                <a:solidFill>
                  <a:srgbClr val="50646A"/>
                </a:solidFill>
                <a:latin typeface="Arial"/>
                <a:ea typeface="Arial"/>
                <a:cs typeface="Arial"/>
              </a:defRPr>
            </a:lvl5pPr>
            <a:lvl6pPr algn="r">
              <a:defRPr sz="1125" b="0">
                <a:solidFill>
                  <a:srgbClr val="50646A"/>
                </a:solidFill>
                <a:latin typeface="Arial"/>
                <a:ea typeface="Arial"/>
                <a:cs typeface="Arial"/>
              </a:defRPr>
            </a:lvl6pPr>
            <a:lvl7pPr algn="r">
              <a:defRPr sz="1125" b="0">
                <a:solidFill>
                  <a:srgbClr val="50646A"/>
                </a:solidFill>
                <a:latin typeface="Arial"/>
                <a:ea typeface="Arial"/>
                <a:cs typeface="Arial"/>
              </a:defRPr>
            </a:lvl7pPr>
            <a:lvl8pPr algn="r">
              <a:defRPr sz="1125" b="0">
                <a:solidFill>
                  <a:srgbClr val="50646A"/>
                </a:solidFill>
                <a:latin typeface="Arial"/>
                <a:ea typeface="Arial"/>
                <a:cs typeface="Arial"/>
              </a:defRPr>
            </a:lvl8pPr>
            <a:lvl9pPr algn="r">
              <a:defRPr sz="1125" b="0">
                <a:solidFill>
                  <a:srgbClr val="50646A"/>
                </a:solidFill>
                <a:latin typeface="Arial"/>
                <a:ea typeface="Arial"/>
                <a:cs typeface="Arial"/>
              </a:defRPr>
            </a:lvl9pPr>
          </a:lstStyle>
          <a:p xmlns:a="http://schemas.openxmlformats.org/drawingml/2006/main">
            <a:pPr algn="r">
              <a:defRPr sz="1125" b="0">
                <a:solidFill>
                  <a:srgbClr val="50646A"/>
                </a:solidFill>
                <a:latin typeface="Arial"/>
                <a:ea typeface="Arial"/>
                <a:cs typeface="Arial"/>
              </a:defRPr>
            </a:pPr>
            <a:r>
              <a:rPr sz="1125" b="0">
                <a:solidFill>
                  <a:srgbClr val="50646A"/>
                </a:solidFill>
                <a:latin typeface="Arial"/>
                <a:ea typeface="Arial"/>
                <a:cs typeface="Arial"/>
              </a:rPr>
              <a:t>18</a:t>
            </a:r>
          </a:p>
        </p:txBody>
      </p:sp>
      <p:pic>
        <p:nvPicPr>
          <p:cNvPr id="3" name="">
            <a:extLst xmlns:a="http://schemas.openxmlformats.org/drawingml/2006/main">
              <a:ext uri="{FF2B5EF4-FFF2-40B4-BE49-F238E27FC236}">
                <a16:creationId xmlns:a16="http://schemas.microsoft.com/office/drawing/2014/main" id="{331687C1-ECBA-46BD-A7DA-7F82AB1FB55D}"/>
              </a:ext>
            </a:extLst>
          </p:cNvPr>
          <p:cNvPicPr>
            <a:picLocks xmlns:a="http://schemas.openxmlformats.org/drawingml/2006/main" noChangeAspect="1"/>
          </p:cNvPicPr>
          <p:nvPr/>
        </p:nvPicPr>
        <p:blipFill>
          <a:blip xmlns:r="http://schemas.openxmlformats.org/officeDocument/2006/relationships" xmlns:a="http://schemas.openxmlformats.org/drawingml/2006/main" r:embed="Reebbfbf46fba40c8"/>
          <a:stretch xmlns:a="http://schemas.openxmlformats.org/drawingml/2006/main"/>
        </p:blipFill>
        <p:spPr>
          <a:xfrm xmlns:a="http://schemas.openxmlformats.org/drawingml/2006/main">
            <a:off x="1288093" y="1543050"/>
            <a:ext cx="6263014" cy="4286250"/>
          </a:xfrm>
          <a:prstGeom xmlns:a="http://schemas.openxmlformats.org/drawingml/2006/main" prst="rect">
            <a:avLst/>
          </a:prstGeom>
        </p:spPr>
      </p:pic>
      <p:sp>
        <p:nvSpPr>
          <p:cNvPr id="4" name="text-2">
            <a:extLst xmlns:a="http://schemas.openxmlformats.org/drawingml/2006/main">
              <a:ext uri="{FF2B5EF4-FFF2-40B4-BE49-F238E27FC236}">
                <a16:creationId xmlns:a16="http://schemas.microsoft.com/office/drawing/2014/main" id="{F8599231-DCCE-45DB-9AE4-A06DF87D7BF7}"/>
              </a:ext>
            </a:extLst>
          </p:cNvPr>
          <p:cNvSpPr>
            <a:spLocks xmlns:a="http://schemas.openxmlformats.org/drawingml/2006/main" noGrp="1"/>
          </p:cNvSpPr>
          <p:nvPr/>
        </p:nvSpPr>
        <p:spPr>
          <a:xfrm xmlns:a="http://schemas.openxmlformats.org/drawingml/2006/main">
            <a:off x="8610600" y="1752600"/>
            <a:ext cx="2971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defRPr sz="1875" b="0">
                <a:solidFill>
                  <a:srgbClr val="0B2F38"/>
                </a:solidFill>
                <a:latin typeface="Arial"/>
                <a:ea typeface="Arial"/>
                <a:cs typeface="Arial"/>
              </a:defRPr>
            </a:lvl1pPr>
            <a:lvl2pPr algn="l">
              <a:defRPr sz="1875" b="0">
                <a:solidFill>
                  <a:srgbClr val="0B2F38"/>
                </a:solidFill>
                <a:latin typeface="Arial"/>
                <a:ea typeface="Arial"/>
                <a:cs typeface="Arial"/>
              </a:defRPr>
            </a:lvl2pPr>
            <a:lvl3pPr algn="l">
              <a:defRPr sz="1875" b="0">
                <a:solidFill>
                  <a:srgbClr val="0B2F38"/>
                </a:solidFill>
                <a:latin typeface="Arial"/>
                <a:ea typeface="Arial"/>
                <a:cs typeface="Arial"/>
              </a:defRPr>
            </a:lvl3pPr>
            <a:lvl4pPr algn="l">
              <a:defRPr sz="1875" b="0">
                <a:solidFill>
                  <a:srgbClr val="0B2F38"/>
                </a:solidFill>
                <a:latin typeface="Arial"/>
                <a:ea typeface="Arial"/>
                <a:cs typeface="Arial"/>
              </a:defRPr>
            </a:lvl4pPr>
            <a:lvl5pPr algn="l">
              <a:defRPr sz="1875" b="0">
                <a:solidFill>
                  <a:srgbClr val="0B2F38"/>
                </a:solidFill>
                <a:latin typeface="Arial"/>
                <a:ea typeface="Arial"/>
                <a:cs typeface="Arial"/>
              </a:defRPr>
            </a:lvl5pPr>
            <a:lvl6pPr algn="l">
              <a:defRPr sz="1875" b="0">
                <a:solidFill>
                  <a:srgbClr val="0B2F38"/>
                </a:solidFill>
                <a:latin typeface="Arial"/>
                <a:ea typeface="Arial"/>
                <a:cs typeface="Arial"/>
              </a:defRPr>
            </a:lvl6pPr>
            <a:lvl7pPr algn="l">
              <a:defRPr sz="1875" b="0">
                <a:solidFill>
                  <a:srgbClr val="0B2F38"/>
                </a:solidFill>
                <a:latin typeface="Arial"/>
                <a:ea typeface="Arial"/>
                <a:cs typeface="Arial"/>
              </a:defRPr>
            </a:lvl7pPr>
            <a:lvl8pPr algn="l">
              <a:defRPr sz="1875" b="0">
                <a:solidFill>
                  <a:srgbClr val="0B2F38"/>
                </a:solidFill>
                <a:latin typeface="Arial"/>
                <a:ea typeface="Arial"/>
                <a:cs typeface="Arial"/>
              </a:defRPr>
            </a:lvl8pPr>
            <a:lvl9pPr algn="l">
              <a:defRPr sz="1875" b="0">
                <a:solidFill>
                  <a:srgbClr val="0B2F38"/>
                </a:solidFill>
                <a:latin typeface="Arial"/>
                <a:ea typeface="Arial"/>
                <a:cs typeface="Arial"/>
              </a:defRPr>
            </a:lvl9pPr>
          </a:lstStyle>
          <a:p xmlns:a="http://schemas.openxmlformats.org/drawingml/2006/main">
            <a:pPr algn="l">
              <a:defRPr sz="1875" b="0">
                <a:solidFill>
                  <a:srgbClr val="0B2F38"/>
                </a:solidFill>
                <a:latin typeface="Arial"/>
                <a:ea typeface="Arial"/>
                <a:cs typeface="Arial"/>
              </a:defRPr>
            </a:pPr>
            <a:r>
              <a:rPr sz="1875" b="0">
                <a:solidFill>
                  <a:srgbClr val="0B2F38"/>
                </a:solidFill>
                <a:latin typeface="Arial"/>
                <a:ea typeface="Arial"/>
                <a:cs typeface="Arial"/>
              </a:rPr>
              <a:t>Echte Ausgaben aus unseren Fahrdaten</a:t>
            </a:r>
          </a:p>
        </p:txBody>
      </p:sp>
      <p:sp>
        <p:nvSpPr>
          <p:cNvPr id="5" name="text-3">
            <a:extLst xmlns:a="http://schemas.openxmlformats.org/drawingml/2006/main">
              <a:ext uri="{FF2B5EF4-FFF2-40B4-BE49-F238E27FC236}">
                <a16:creationId xmlns:a16="http://schemas.microsoft.com/office/drawing/2014/main" id="{E738170F-2EBC-4B3E-8B60-AC6AF68F4B2F}"/>
              </a:ext>
            </a:extLst>
          </p:cNvPr>
          <p:cNvSpPr>
            <a:spLocks xmlns:a="http://schemas.openxmlformats.org/drawingml/2006/main" noGrp="1"/>
          </p:cNvSpPr>
          <p:nvPr/>
        </p:nvSpPr>
        <p:spPr>
          <a:xfrm xmlns:a="http://schemas.openxmlformats.org/drawingml/2006/main">
            <a:off x="8610600" y="3028950"/>
            <a:ext cx="2971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defRPr sz="1875" b="0">
                <a:solidFill>
                  <a:srgbClr val="0B2F38"/>
                </a:solidFill>
                <a:latin typeface="Arial"/>
                <a:ea typeface="Arial"/>
                <a:cs typeface="Arial"/>
              </a:defRPr>
            </a:lvl1pPr>
            <a:lvl2pPr algn="l">
              <a:defRPr sz="1875" b="0">
                <a:solidFill>
                  <a:srgbClr val="0B2F38"/>
                </a:solidFill>
                <a:latin typeface="Arial"/>
                <a:ea typeface="Arial"/>
                <a:cs typeface="Arial"/>
              </a:defRPr>
            </a:lvl2pPr>
            <a:lvl3pPr algn="l">
              <a:defRPr sz="1875" b="0">
                <a:solidFill>
                  <a:srgbClr val="0B2F38"/>
                </a:solidFill>
                <a:latin typeface="Arial"/>
                <a:ea typeface="Arial"/>
                <a:cs typeface="Arial"/>
              </a:defRPr>
            </a:lvl3pPr>
            <a:lvl4pPr algn="l">
              <a:defRPr sz="1875" b="0">
                <a:solidFill>
                  <a:srgbClr val="0B2F38"/>
                </a:solidFill>
                <a:latin typeface="Arial"/>
                <a:ea typeface="Arial"/>
                <a:cs typeface="Arial"/>
              </a:defRPr>
            </a:lvl4pPr>
            <a:lvl5pPr algn="l">
              <a:defRPr sz="1875" b="0">
                <a:solidFill>
                  <a:srgbClr val="0B2F38"/>
                </a:solidFill>
                <a:latin typeface="Arial"/>
                <a:ea typeface="Arial"/>
                <a:cs typeface="Arial"/>
              </a:defRPr>
            </a:lvl5pPr>
            <a:lvl6pPr algn="l">
              <a:defRPr sz="1875" b="0">
                <a:solidFill>
                  <a:srgbClr val="0B2F38"/>
                </a:solidFill>
                <a:latin typeface="Arial"/>
                <a:ea typeface="Arial"/>
                <a:cs typeface="Arial"/>
              </a:defRPr>
            </a:lvl6pPr>
            <a:lvl7pPr algn="l">
              <a:defRPr sz="1875" b="0">
                <a:solidFill>
                  <a:srgbClr val="0B2F38"/>
                </a:solidFill>
                <a:latin typeface="Arial"/>
                <a:ea typeface="Arial"/>
                <a:cs typeface="Arial"/>
              </a:defRPr>
            </a:lvl7pPr>
            <a:lvl8pPr algn="l">
              <a:defRPr sz="1875" b="0">
                <a:solidFill>
                  <a:srgbClr val="0B2F38"/>
                </a:solidFill>
                <a:latin typeface="Arial"/>
                <a:ea typeface="Arial"/>
                <a:cs typeface="Arial"/>
              </a:defRPr>
            </a:lvl8pPr>
            <a:lvl9pPr algn="l">
              <a:defRPr sz="1875" b="0">
                <a:solidFill>
                  <a:srgbClr val="0B2F38"/>
                </a:solidFill>
                <a:latin typeface="Arial"/>
                <a:ea typeface="Arial"/>
                <a:cs typeface="Arial"/>
              </a:defRPr>
            </a:lvl9pPr>
          </a:lstStyle>
          <a:p xmlns:a="http://schemas.openxmlformats.org/drawingml/2006/main">
            <a:pPr algn="l">
              <a:defRPr sz="1875" b="0">
                <a:solidFill>
                  <a:srgbClr val="0B2F38"/>
                </a:solidFill>
                <a:latin typeface="Arial"/>
                <a:ea typeface="Arial"/>
                <a:cs typeface="Arial"/>
              </a:defRPr>
            </a:pPr>
            <a:r>
              <a:rPr sz="1875" b="0">
                <a:solidFill>
                  <a:srgbClr val="0B2F38"/>
                </a:solidFill>
                <a:latin typeface="Arial"/>
                <a:ea typeface="Arial"/>
                <a:cs typeface="Arial"/>
              </a:rPr>
              <a:t>Grün: gespeicherte Markierungspfade</a:t>
            </a:r>
          </a:p>
        </p:txBody>
      </p:sp>
      <p:sp>
        <p:nvSpPr>
          <p:cNvPr id="6" name="text-4">
            <a:extLst xmlns:a="http://schemas.openxmlformats.org/drawingml/2006/main">
              <a:ext uri="{FF2B5EF4-FFF2-40B4-BE49-F238E27FC236}">
                <a16:creationId xmlns:a16="http://schemas.microsoft.com/office/drawing/2014/main" id="{340BC6A0-887F-49E5-9435-16FD00B3F8C8}"/>
              </a:ext>
            </a:extLst>
          </p:cNvPr>
          <p:cNvSpPr>
            <a:spLocks xmlns:a="http://schemas.openxmlformats.org/drawingml/2006/main" noGrp="1"/>
          </p:cNvSpPr>
          <p:nvPr/>
        </p:nvSpPr>
        <p:spPr>
          <a:xfrm xmlns:a="http://schemas.openxmlformats.org/drawingml/2006/main">
            <a:off x="8610600" y="4305300"/>
            <a:ext cx="2971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defRPr sz="1875" b="0">
                <a:solidFill>
                  <a:srgbClr val="0B2F38"/>
                </a:solidFill>
                <a:latin typeface="Arial"/>
                <a:ea typeface="Arial"/>
                <a:cs typeface="Arial"/>
              </a:defRPr>
            </a:lvl1pPr>
            <a:lvl2pPr algn="l">
              <a:defRPr sz="1875" b="0">
                <a:solidFill>
                  <a:srgbClr val="0B2F38"/>
                </a:solidFill>
                <a:latin typeface="Arial"/>
                <a:ea typeface="Arial"/>
                <a:cs typeface="Arial"/>
              </a:defRPr>
            </a:lvl2pPr>
            <a:lvl3pPr algn="l">
              <a:defRPr sz="1875" b="0">
                <a:solidFill>
                  <a:srgbClr val="0B2F38"/>
                </a:solidFill>
                <a:latin typeface="Arial"/>
                <a:ea typeface="Arial"/>
                <a:cs typeface="Arial"/>
              </a:defRPr>
            </a:lvl3pPr>
            <a:lvl4pPr algn="l">
              <a:defRPr sz="1875" b="0">
                <a:solidFill>
                  <a:srgbClr val="0B2F38"/>
                </a:solidFill>
                <a:latin typeface="Arial"/>
                <a:ea typeface="Arial"/>
                <a:cs typeface="Arial"/>
              </a:defRPr>
            </a:lvl4pPr>
            <a:lvl5pPr algn="l">
              <a:defRPr sz="1875" b="0">
                <a:solidFill>
                  <a:srgbClr val="0B2F38"/>
                </a:solidFill>
                <a:latin typeface="Arial"/>
                <a:ea typeface="Arial"/>
                <a:cs typeface="Arial"/>
              </a:defRPr>
            </a:lvl5pPr>
            <a:lvl6pPr algn="l">
              <a:defRPr sz="1875" b="0">
                <a:solidFill>
                  <a:srgbClr val="0B2F38"/>
                </a:solidFill>
                <a:latin typeface="Arial"/>
                <a:ea typeface="Arial"/>
                <a:cs typeface="Arial"/>
              </a:defRPr>
            </a:lvl6pPr>
            <a:lvl7pPr algn="l">
              <a:defRPr sz="1875" b="0">
                <a:solidFill>
                  <a:srgbClr val="0B2F38"/>
                </a:solidFill>
                <a:latin typeface="Arial"/>
                <a:ea typeface="Arial"/>
                <a:cs typeface="Arial"/>
              </a:defRPr>
            </a:lvl7pPr>
            <a:lvl8pPr algn="l">
              <a:defRPr sz="1875" b="0">
                <a:solidFill>
                  <a:srgbClr val="0B2F38"/>
                </a:solidFill>
                <a:latin typeface="Arial"/>
                <a:ea typeface="Arial"/>
                <a:cs typeface="Arial"/>
              </a:defRPr>
            </a:lvl8pPr>
            <a:lvl9pPr algn="l">
              <a:defRPr sz="1875" b="0">
                <a:solidFill>
                  <a:srgbClr val="0B2F38"/>
                </a:solidFill>
                <a:latin typeface="Arial"/>
                <a:ea typeface="Arial"/>
                <a:cs typeface="Arial"/>
              </a:defRPr>
            </a:lvl9pPr>
          </a:lstStyle>
          <a:p xmlns:a="http://schemas.openxmlformats.org/drawingml/2006/main">
            <a:pPr algn="l">
              <a:defRPr sz="1875" b="0">
                <a:solidFill>
                  <a:srgbClr val="0B2F38"/>
                </a:solidFill>
                <a:latin typeface="Arial"/>
                <a:ea typeface="Arial"/>
                <a:cs typeface="Arial"/>
              </a:defRPr>
            </a:pPr>
            <a:r>
              <a:rPr sz="1875" b="0">
                <a:solidFill>
                  <a:srgbClr val="0B2F38"/>
                </a:solidFill>
                <a:latin typeface="Arial"/>
                <a:ea typeface="Arial"/>
                <a:cs typeface="Arial"/>
              </a:rPr>
              <a:t>Kurven, Lücken und Nachbarspuren bleiben schwierig</a:t>
            </a:r>
          </a:p>
        </p:txBody>
      </p:sp>
      <p:sp>
        <p:nvSpPr>
          <p:cNvPr id="7" name="text-5">
            <a:extLst xmlns:a="http://schemas.openxmlformats.org/drawingml/2006/main">
              <a:ext uri="{FF2B5EF4-FFF2-40B4-BE49-F238E27FC236}">
                <a16:creationId xmlns:a16="http://schemas.microsoft.com/office/drawing/2014/main" id="{57C20EFE-AAF4-4EE4-92D5-0CAED312C278}"/>
              </a:ext>
            </a:extLst>
          </p:cNvPr>
          <p:cNvSpPr>
            <a:spLocks xmlns:a="http://schemas.openxmlformats.org/drawingml/2006/main" noGrp="1"/>
          </p:cNvSpPr>
          <p:nvPr/>
        </p:nvSpPr>
        <p:spPr>
          <a:xfrm xmlns:a="http://schemas.openxmlformats.org/drawingml/2006/main">
            <a:off x="609600" y="606742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0646A"/>
                </a:solidFill>
                <a:latin typeface="Arial"/>
                <a:ea typeface="Arial"/>
                <a:cs typeface="Arial"/>
              </a:defRPr>
            </a:defPPr>
            <a:lvl1pPr algn="l">
              <a:defRPr sz="1575" b="0">
                <a:solidFill>
                  <a:srgbClr val="50646A"/>
                </a:solidFill>
                <a:latin typeface="Arial"/>
                <a:ea typeface="Arial"/>
                <a:cs typeface="Arial"/>
              </a:defRPr>
            </a:lvl1pPr>
            <a:lvl2pPr algn="l">
              <a:defRPr sz="1575" b="0">
                <a:solidFill>
                  <a:srgbClr val="50646A"/>
                </a:solidFill>
                <a:latin typeface="Arial"/>
                <a:ea typeface="Arial"/>
                <a:cs typeface="Arial"/>
              </a:defRPr>
            </a:lvl2pPr>
            <a:lvl3pPr algn="l">
              <a:defRPr sz="1575" b="0">
                <a:solidFill>
                  <a:srgbClr val="50646A"/>
                </a:solidFill>
                <a:latin typeface="Arial"/>
                <a:ea typeface="Arial"/>
                <a:cs typeface="Arial"/>
              </a:defRPr>
            </a:lvl3pPr>
            <a:lvl4pPr algn="l">
              <a:defRPr sz="1575" b="0">
                <a:solidFill>
                  <a:srgbClr val="50646A"/>
                </a:solidFill>
                <a:latin typeface="Arial"/>
                <a:ea typeface="Arial"/>
                <a:cs typeface="Arial"/>
              </a:defRPr>
            </a:lvl4pPr>
            <a:lvl5pPr algn="l">
              <a:defRPr sz="1575" b="0">
                <a:solidFill>
                  <a:srgbClr val="50646A"/>
                </a:solidFill>
                <a:latin typeface="Arial"/>
                <a:ea typeface="Arial"/>
                <a:cs typeface="Arial"/>
              </a:defRPr>
            </a:lvl5pPr>
            <a:lvl6pPr algn="l">
              <a:defRPr sz="1575" b="0">
                <a:solidFill>
                  <a:srgbClr val="50646A"/>
                </a:solidFill>
                <a:latin typeface="Arial"/>
                <a:ea typeface="Arial"/>
                <a:cs typeface="Arial"/>
              </a:defRPr>
            </a:lvl6pPr>
            <a:lvl7pPr algn="l">
              <a:defRPr sz="1575" b="0">
                <a:solidFill>
                  <a:srgbClr val="50646A"/>
                </a:solidFill>
                <a:latin typeface="Arial"/>
                <a:ea typeface="Arial"/>
                <a:cs typeface="Arial"/>
              </a:defRPr>
            </a:lvl7pPr>
            <a:lvl8pPr algn="l">
              <a:defRPr sz="1575" b="0">
                <a:solidFill>
                  <a:srgbClr val="50646A"/>
                </a:solidFill>
                <a:latin typeface="Arial"/>
                <a:ea typeface="Arial"/>
                <a:cs typeface="Arial"/>
              </a:defRPr>
            </a:lvl8pPr>
            <a:lvl9pPr algn="l">
              <a:defRPr sz="1575" b="0">
                <a:solidFill>
                  <a:srgbClr val="50646A"/>
                </a:solidFill>
                <a:latin typeface="Arial"/>
                <a:ea typeface="Arial"/>
                <a:cs typeface="Arial"/>
              </a:defRPr>
            </a:lvl9pPr>
          </a:lstStyle>
          <a:p xmlns:a="http://schemas.openxmlformats.org/drawingml/2006/main">
            <a:pPr algn="l">
              <a:defRPr sz="1575" b="0">
                <a:solidFill>
                  <a:srgbClr val="50646A"/>
                </a:solidFill>
                <a:latin typeface="Arial"/>
                <a:ea typeface="Arial"/>
                <a:cs typeface="Arial"/>
              </a:defRPr>
            </a:pPr>
            <a:r>
              <a:rPr sz="1575" b="0">
                <a:solidFill>
                  <a:srgbClr val="50646A"/>
                </a:solidFill>
                <a:latin typeface="Arial"/>
                <a:ea typeface="Arial"/>
                <a:cs typeface="Arial"/>
              </a:rPr>
              <a:t>Vorhandene Offline-Auswertung · gleiche Detektionen, andere Darstellung</a:t>
            </a:r>
          </a:p>
        </p:txBody>
      </p:sp>
    </p:spTree>
    <p:extLst>
      <p:ext uri="{BB962C8B-B14F-4D97-AF65-F5344CB8AC3E}">
        <p14:creationId xmlns:p14="http://schemas.microsoft.com/office/powerpoint/2010/main" val="1625466142"/>
      </p:ext>
    </p:extLst>
  </p:cSld>
</p:sld>
</file>

<file path=ppt/slides/slide19.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02F1BE29-1F02-4DDA-92DA-4207167792CA}"/>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B2F38"/>
                </a:solidFill>
                <a:latin typeface="Arial"/>
                <a:ea typeface="Arial"/>
                <a:cs typeface="Arial"/>
              </a:defRPr>
            </a:defPPr>
            <a:lvl1pPr algn="l">
              <a:defRPr sz="3300" b="1">
                <a:solidFill>
                  <a:srgbClr val="0B2F38"/>
                </a:solidFill>
                <a:latin typeface="Arial"/>
                <a:ea typeface="Arial"/>
                <a:cs typeface="Arial"/>
              </a:defRPr>
            </a:lvl1pPr>
            <a:lvl2pPr algn="l">
              <a:defRPr sz="3300" b="1">
                <a:solidFill>
                  <a:srgbClr val="0B2F38"/>
                </a:solidFill>
                <a:latin typeface="Arial"/>
                <a:ea typeface="Arial"/>
                <a:cs typeface="Arial"/>
              </a:defRPr>
            </a:lvl2pPr>
            <a:lvl3pPr algn="l">
              <a:defRPr sz="3300" b="1">
                <a:solidFill>
                  <a:srgbClr val="0B2F38"/>
                </a:solidFill>
                <a:latin typeface="Arial"/>
                <a:ea typeface="Arial"/>
                <a:cs typeface="Arial"/>
              </a:defRPr>
            </a:lvl3pPr>
            <a:lvl4pPr algn="l">
              <a:defRPr sz="3300" b="1">
                <a:solidFill>
                  <a:srgbClr val="0B2F38"/>
                </a:solidFill>
                <a:latin typeface="Arial"/>
                <a:ea typeface="Arial"/>
                <a:cs typeface="Arial"/>
              </a:defRPr>
            </a:lvl4pPr>
            <a:lvl5pPr algn="l">
              <a:defRPr sz="3300" b="1">
                <a:solidFill>
                  <a:srgbClr val="0B2F38"/>
                </a:solidFill>
                <a:latin typeface="Arial"/>
                <a:ea typeface="Arial"/>
                <a:cs typeface="Arial"/>
              </a:defRPr>
            </a:lvl5pPr>
            <a:lvl6pPr algn="l">
              <a:defRPr sz="3300" b="1">
                <a:solidFill>
                  <a:srgbClr val="0B2F38"/>
                </a:solidFill>
                <a:latin typeface="Arial"/>
                <a:ea typeface="Arial"/>
                <a:cs typeface="Arial"/>
              </a:defRPr>
            </a:lvl6pPr>
            <a:lvl7pPr algn="l">
              <a:defRPr sz="3300" b="1">
                <a:solidFill>
                  <a:srgbClr val="0B2F38"/>
                </a:solidFill>
                <a:latin typeface="Arial"/>
                <a:ea typeface="Arial"/>
                <a:cs typeface="Arial"/>
              </a:defRPr>
            </a:lvl7pPr>
            <a:lvl8pPr algn="l">
              <a:defRPr sz="3300" b="1">
                <a:solidFill>
                  <a:srgbClr val="0B2F38"/>
                </a:solidFill>
                <a:latin typeface="Arial"/>
                <a:ea typeface="Arial"/>
                <a:cs typeface="Arial"/>
              </a:defRPr>
            </a:lvl8pPr>
            <a:lvl9pPr algn="l">
              <a:defRPr sz="3300" b="1">
                <a:solidFill>
                  <a:srgbClr val="0B2F38"/>
                </a:solidFill>
                <a:latin typeface="Arial"/>
                <a:ea typeface="Arial"/>
                <a:cs typeface="Arial"/>
              </a:defRPr>
            </a:lvl9pPr>
          </a:lstStyle>
          <a:p xmlns:a="http://schemas.openxmlformats.org/drawingml/2006/main">
            <a:pPr algn="l">
              <a:defRPr sz="3300" b="1">
                <a:solidFill>
                  <a:srgbClr val="0B2F38"/>
                </a:solidFill>
                <a:latin typeface="Arial"/>
                <a:ea typeface="Arial"/>
                <a:cs typeface="Arial"/>
              </a:defRPr>
            </a:pPr>
            <a:r>
              <a:rPr sz="3300" b="1">
                <a:solidFill>
                  <a:srgbClr val="0B2F38"/>
                </a:solidFill>
                <a:latin typeface="Arial"/>
                <a:ea typeface="Arial"/>
                <a:cs typeface="Arial"/>
              </a:rPr>
              <a:t>Echtzeit: Hertz, Millisekunden und Weg</a:t>
            </a:r>
          </a:p>
        </p:txBody>
      </p:sp>
      <p:sp>
        <p:nvSpPr>
          <p:cNvPr id="2" name="text-1">
            <a:extLst xmlns:a="http://schemas.openxmlformats.org/drawingml/2006/main">
              <a:ext uri="{FF2B5EF4-FFF2-40B4-BE49-F238E27FC236}">
                <a16:creationId xmlns:a16="http://schemas.microsoft.com/office/drawing/2014/main" id="{D3F772EF-CFBF-45DD-BB8C-E4D580687B87}"/>
              </a:ext>
            </a:extLst>
          </p:cNvPr>
          <p:cNvSpPr>
            <a:spLocks xmlns:a="http://schemas.openxmlformats.org/drawingml/2006/main" noGrp="1"/>
          </p:cNvSpPr>
          <p:nvPr/>
        </p:nvSpPr>
        <p:spPr>
          <a:xfrm xmlns:a="http://schemas.openxmlformats.org/drawingml/2006/main">
            <a:off x="11144250" y="6477000"/>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defRPr sz="1125" b="0">
                <a:solidFill>
                  <a:srgbClr val="50646A"/>
                </a:solidFill>
                <a:latin typeface="Arial"/>
                <a:ea typeface="Arial"/>
                <a:cs typeface="Arial"/>
              </a:defRPr>
            </a:lvl1pPr>
            <a:lvl2pPr algn="r">
              <a:defRPr sz="1125" b="0">
                <a:solidFill>
                  <a:srgbClr val="50646A"/>
                </a:solidFill>
                <a:latin typeface="Arial"/>
                <a:ea typeface="Arial"/>
                <a:cs typeface="Arial"/>
              </a:defRPr>
            </a:lvl2pPr>
            <a:lvl3pPr algn="r">
              <a:defRPr sz="1125" b="0">
                <a:solidFill>
                  <a:srgbClr val="50646A"/>
                </a:solidFill>
                <a:latin typeface="Arial"/>
                <a:ea typeface="Arial"/>
                <a:cs typeface="Arial"/>
              </a:defRPr>
            </a:lvl3pPr>
            <a:lvl4pPr algn="r">
              <a:defRPr sz="1125" b="0">
                <a:solidFill>
                  <a:srgbClr val="50646A"/>
                </a:solidFill>
                <a:latin typeface="Arial"/>
                <a:ea typeface="Arial"/>
                <a:cs typeface="Arial"/>
              </a:defRPr>
            </a:lvl4pPr>
            <a:lvl5pPr algn="r">
              <a:defRPr sz="1125" b="0">
                <a:solidFill>
                  <a:srgbClr val="50646A"/>
                </a:solidFill>
                <a:latin typeface="Arial"/>
                <a:ea typeface="Arial"/>
                <a:cs typeface="Arial"/>
              </a:defRPr>
            </a:lvl5pPr>
            <a:lvl6pPr algn="r">
              <a:defRPr sz="1125" b="0">
                <a:solidFill>
                  <a:srgbClr val="50646A"/>
                </a:solidFill>
                <a:latin typeface="Arial"/>
                <a:ea typeface="Arial"/>
                <a:cs typeface="Arial"/>
              </a:defRPr>
            </a:lvl6pPr>
            <a:lvl7pPr algn="r">
              <a:defRPr sz="1125" b="0">
                <a:solidFill>
                  <a:srgbClr val="50646A"/>
                </a:solidFill>
                <a:latin typeface="Arial"/>
                <a:ea typeface="Arial"/>
                <a:cs typeface="Arial"/>
              </a:defRPr>
            </a:lvl7pPr>
            <a:lvl8pPr algn="r">
              <a:defRPr sz="1125" b="0">
                <a:solidFill>
                  <a:srgbClr val="50646A"/>
                </a:solidFill>
                <a:latin typeface="Arial"/>
                <a:ea typeface="Arial"/>
                <a:cs typeface="Arial"/>
              </a:defRPr>
            </a:lvl8pPr>
            <a:lvl9pPr algn="r">
              <a:defRPr sz="1125" b="0">
                <a:solidFill>
                  <a:srgbClr val="50646A"/>
                </a:solidFill>
                <a:latin typeface="Arial"/>
                <a:ea typeface="Arial"/>
                <a:cs typeface="Arial"/>
              </a:defRPr>
            </a:lvl9pPr>
          </a:lstStyle>
          <a:p xmlns:a="http://schemas.openxmlformats.org/drawingml/2006/main">
            <a:pPr algn="r">
              <a:defRPr sz="1125" b="0">
                <a:solidFill>
                  <a:srgbClr val="50646A"/>
                </a:solidFill>
                <a:latin typeface="Arial"/>
                <a:ea typeface="Arial"/>
                <a:cs typeface="Arial"/>
              </a:defRPr>
            </a:pPr>
            <a:r>
              <a:rPr sz="1125" b="0">
                <a:solidFill>
                  <a:srgbClr val="50646A"/>
                </a:solidFill>
                <a:latin typeface="Arial"/>
                <a:ea typeface="Arial"/>
                <a:cs typeface="Arial"/>
              </a:rPr>
              <a:t>19</a:t>
            </a:r>
          </a:p>
        </p:txBody>
      </p:sp>
      <p:sp>
        <p:nvSpPr>
          <p:cNvPr id="3" name="text-2">
            <a:extLst xmlns:a="http://schemas.openxmlformats.org/drawingml/2006/main">
              <a:ext uri="{FF2B5EF4-FFF2-40B4-BE49-F238E27FC236}">
                <a16:creationId xmlns:a16="http://schemas.microsoft.com/office/drawing/2014/main" id="{629F0A70-8FCA-45D8-AA8B-9AFAB5FB0F87}"/>
              </a:ext>
            </a:extLst>
          </p:cNvPr>
          <p:cNvSpPr>
            <a:spLocks xmlns:a="http://schemas.openxmlformats.org/drawingml/2006/main" noGrp="1"/>
          </p:cNvSpPr>
          <p:nvPr/>
        </p:nvSpPr>
        <p:spPr>
          <a:xfrm xmlns:a="http://schemas.openxmlformats.org/drawingml/2006/main">
            <a:off x="609600" y="159067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B2F38"/>
                </a:solidFill>
                <a:latin typeface="Arial"/>
                <a:ea typeface="Arial"/>
                <a:cs typeface="Arial"/>
              </a:defRPr>
            </a:defPPr>
            <a:lvl1pPr algn="l">
              <a:defRPr sz="2700" b="1">
                <a:solidFill>
                  <a:srgbClr val="0B2F38"/>
                </a:solidFill>
                <a:latin typeface="Arial"/>
                <a:ea typeface="Arial"/>
                <a:cs typeface="Arial"/>
              </a:defRPr>
            </a:lvl1pPr>
            <a:lvl2pPr algn="l">
              <a:defRPr sz="2700" b="1">
                <a:solidFill>
                  <a:srgbClr val="0B2F38"/>
                </a:solidFill>
                <a:latin typeface="Arial"/>
                <a:ea typeface="Arial"/>
                <a:cs typeface="Arial"/>
              </a:defRPr>
            </a:lvl2pPr>
            <a:lvl3pPr algn="l">
              <a:defRPr sz="2700" b="1">
                <a:solidFill>
                  <a:srgbClr val="0B2F38"/>
                </a:solidFill>
                <a:latin typeface="Arial"/>
                <a:ea typeface="Arial"/>
                <a:cs typeface="Arial"/>
              </a:defRPr>
            </a:lvl3pPr>
            <a:lvl4pPr algn="l">
              <a:defRPr sz="2700" b="1">
                <a:solidFill>
                  <a:srgbClr val="0B2F38"/>
                </a:solidFill>
                <a:latin typeface="Arial"/>
                <a:ea typeface="Arial"/>
                <a:cs typeface="Arial"/>
              </a:defRPr>
            </a:lvl4pPr>
            <a:lvl5pPr algn="l">
              <a:defRPr sz="2700" b="1">
                <a:solidFill>
                  <a:srgbClr val="0B2F38"/>
                </a:solidFill>
                <a:latin typeface="Arial"/>
                <a:ea typeface="Arial"/>
                <a:cs typeface="Arial"/>
              </a:defRPr>
            </a:lvl5pPr>
            <a:lvl6pPr algn="l">
              <a:defRPr sz="2700" b="1">
                <a:solidFill>
                  <a:srgbClr val="0B2F38"/>
                </a:solidFill>
                <a:latin typeface="Arial"/>
                <a:ea typeface="Arial"/>
                <a:cs typeface="Arial"/>
              </a:defRPr>
            </a:lvl6pPr>
            <a:lvl7pPr algn="l">
              <a:defRPr sz="2700" b="1">
                <a:solidFill>
                  <a:srgbClr val="0B2F38"/>
                </a:solidFill>
                <a:latin typeface="Arial"/>
                <a:ea typeface="Arial"/>
                <a:cs typeface="Arial"/>
              </a:defRPr>
            </a:lvl7pPr>
            <a:lvl8pPr algn="l">
              <a:defRPr sz="2700" b="1">
                <a:solidFill>
                  <a:srgbClr val="0B2F38"/>
                </a:solidFill>
                <a:latin typeface="Arial"/>
                <a:ea typeface="Arial"/>
                <a:cs typeface="Arial"/>
              </a:defRPr>
            </a:lvl8pPr>
            <a:lvl9pPr algn="l">
              <a:defRPr sz="2700" b="1">
                <a:solidFill>
                  <a:srgbClr val="0B2F38"/>
                </a:solidFill>
                <a:latin typeface="Arial"/>
                <a:ea typeface="Arial"/>
                <a:cs typeface="Arial"/>
              </a:defRPr>
            </a:lvl9pPr>
          </a:lstStyle>
          <a:p xmlns:a="http://schemas.openxmlformats.org/drawingml/2006/main">
            <a:pPr algn="l">
              <a:defRPr sz="2700" b="1">
                <a:solidFill>
                  <a:srgbClr val="0B2F38"/>
                </a:solidFill>
                <a:latin typeface="Arial"/>
                <a:ea typeface="Arial"/>
                <a:cs typeface="Arial"/>
              </a:defRPr>
            </a:pPr>
            <a:r>
              <a:rPr sz="2700" b="1">
                <a:solidFill>
                  <a:srgbClr val="0B2F38"/>
                </a:solidFill>
                <a:latin typeface="Arial"/>
                <a:ea typeface="Arial"/>
                <a:cs typeface="Arial"/>
              </a:rPr>
              <a:t>Periodendauer T = 1 / f</a:t>
            </a:r>
          </a:p>
        </p:txBody>
      </p:sp>
      <p:graphicFrame>
        <p:nvGraphicFramePr>
          <p:cNvPr id="4" name="">
            <a:extLst xmlns:a="http://schemas.openxmlformats.org/drawingml/2006/main">
              <a:ext uri="{FF2B5EF4-FFF2-40B4-BE49-F238E27FC236}">
                <a16:creationId xmlns:a16="http://schemas.microsoft.com/office/drawing/2014/main" id="{B3F11011-8A92-4864-9E9B-A42AE3154595}"/>
              </a:ext>
            </a:extLst>
          </p:cNvPr>
          <p:cNvGraphicFramePr/>
          <p:nvPr/>
        </p:nvGraphicFramePr>
        <p:xfrm>
          <a:off xmlns:a="http://schemas.openxmlformats.org/drawingml/2006/main" x="609600" y="2524125"/>
          <a:ext xmlns:a="http://schemas.openxmlformats.org/drawingml/2006/main" cx="10972800" cy="2524125"/>
        </p:xfrm>
        <a:graphic xmlns:a="http://schemas.openxmlformats.org/drawingml/2006/main">
          <a:graphicData uri="http://schemas.openxmlformats.org/drawingml/2006/table">
            <a:tbl>
              <a:tblPr/>
              <a:tblGrid>
                <a:gridCol w="2047875"/>
                <a:gridCol w="4305300"/>
                <a:gridCol w="4619625"/>
              </a:tblGrid>
              <a:tr h="476250">
                <a:tc>
                  <a:txBody>
                    <a:bodyPr lIns="95250" tIns="95250" rIns="95250" bIns="95250"/>
                    <a:lstStyle/>
                    <a:p>
                      <a:r>
                        <a:rPr sz="1875" b="1">
                          <a:solidFill>
                            <a:srgbClr val="FFFFFF"/>
                          </a:solidFill>
                          <a:latin typeface="Arial"/>
                          <a:ea typeface="Arial"/>
                          <a:cs typeface="Arial"/>
                        </a:rPr>
                        <a:t>Frequenz</a:t>
                      </a:r>
                    </a:p>
                  </a:txBody>
                  <a:tcPr marL="91440" marR="91440" marT="45720" marB="45720" anchor="ctr">
                    <a:lnL w="9525">
                      <a:solidFill>
                        <a:srgbClr val="C9D3D2"/>
                      </a:solidFill>
                    </a:lnL>
                    <a:lnR w="9525">
                      <a:solidFill>
                        <a:srgbClr val="C9D3D2"/>
                      </a:solidFill>
                    </a:lnR>
                    <a:lnT w="9525">
                      <a:solidFill>
                        <a:srgbClr val="C9D3D2"/>
                      </a:solidFill>
                    </a:lnT>
                    <a:lnB w="9525">
                      <a:solidFill>
                        <a:srgbClr val="C9D3D2"/>
                      </a:solidFill>
                    </a:lnB>
                    <a:solidFill>
                      <a:srgbClr val="0B2F38"/>
                    </a:solidFill>
                  </a:tcPr>
                </a:tc>
                <a:tc>
                  <a:txBody>
                    <a:bodyPr lIns="95250" tIns="95250" rIns="95250" bIns="95250"/>
                    <a:lstStyle/>
                    <a:p>
                      <a:r>
                        <a:rPr sz="1875" b="1">
                          <a:solidFill>
                            <a:srgbClr val="FFFFFF"/>
                          </a:solidFill>
                          <a:latin typeface="Arial"/>
                          <a:ea typeface="Arial"/>
                          <a:cs typeface="Arial"/>
                        </a:rPr>
                        <a:t>Zeitabstand / Budget je Bild</a:t>
                      </a:r>
                    </a:p>
                  </a:txBody>
                  <a:tcPr marL="91440" marR="91440" marT="45720" marB="45720" anchor="ctr">
                    <a:lnR w="9525">
                      <a:solidFill>
                        <a:srgbClr val="C9D3D2"/>
                      </a:solidFill>
                    </a:lnR>
                    <a:lnT w="9525">
                      <a:solidFill>
                        <a:srgbClr val="C9D3D2"/>
                      </a:solidFill>
                    </a:lnT>
                    <a:lnB w="9525">
                      <a:solidFill>
                        <a:srgbClr val="C9D3D2"/>
                      </a:solidFill>
                    </a:lnB>
                    <a:solidFill>
                      <a:srgbClr val="0B2F38"/>
                    </a:solidFill>
                  </a:tcPr>
                </a:tc>
                <a:tc>
                  <a:txBody>
                    <a:bodyPr lIns="95250" tIns="95250" rIns="95250" bIns="95250"/>
                    <a:lstStyle/>
                    <a:p>
                      <a:r>
                        <a:rPr sz="1875" b="1">
                          <a:solidFill>
                            <a:srgbClr val="FFFFFF"/>
                          </a:solidFill>
                          <a:latin typeface="Arial"/>
                          <a:ea typeface="Arial"/>
                          <a:cs typeface="Arial"/>
                        </a:rPr>
                        <a:t>Zurückgelegter Weg</a:t>
                      </a:r>
                    </a:p>
                  </a:txBody>
                  <a:tcPr marL="91440" marR="91440" marT="45720" marB="45720" anchor="ctr">
                    <a:lnR w="9525">
                      <a:solidFill>
                        <a:srgbClr val="C9D3D2"/>
                      </a:solidFill>
                    </a:lnR>
                    <a:lnT w="9525">
                      <a:solidFill>
                        <a:srgbClr val="C9D3D2"/>
                      </a:solidFill>
                    </a:lnT>
                    <a:lnB w="9525">
                      <a:solidFill>
                        <a:srgbClr val="C9D3D2"/>
                      </a:solidFill>
                    </a:lnB>
                    <a:solidFill>
                      <a:srgbClr val="0B2F38"/>
                    </a:solidFill>
                  </a:tcPr>
                </a:tc>
              </a:tr>
              <a:tr h="685800">
                <a:tc>
                  <a:txBody>
                    <a:bodyPr lIns="95250" tIns="95250" rIns="95250" bIns="95250"/>
                    <a:lstStyle/>
                    <a:p>
                      <a:r>
                        <a:rPr sz="2175" b="0">
                          <a:solidFill>
                            <a:srgbClr val="0B2F38"/>
                          </a:solidFill>
                          <a:latin typeface="Arial"/>
                          <a:ea typeface="Arial"/>
                          <a:cs typeface="Arial"/>
                        </a:rPr>
                        <a:t>2 Hz</a:t>
                      </a:r>
                    </a:p>
                  </a:txBody>
                  <a:tcPr marL="91440" marR="91440" marT="45720" marB="45720" anchor="ctr">
                    <a:lnL w="9525">
                      <a:solidFill>
                        <a:srgbClr val="C9D3D2"/>
                      </a:solidFill>
                    </a:lnL>
                    <a:lnR w="9525">
                      <a:solidFill>
                        <a:srgbClr val="C9D3D2"/>
                      </a:solidFill>
                    </a:lnR>
                    <a:lnB w="9525">
                      <a:solidFill>
                        <a:srgbClr val="C9D3D2"/>
                      </a:solidFill>
                    </a:lnB>
                    <a:solidFill>
                      <a:srgbClr val="F4F2EB"/>
                    </a:solidFill>
                  </a:tcPr>
                </a:tc>
                <a:tc>
                  <a:txBody>
                    <a:bodyPr lIns="95250" tIns="95250" rIns="95250" bIns="95250"/>
                    <a:lstStyle/>
                    <a:p>
                      <a:r>
                        <a:rPr sz="2175" b="0">
                          <a:solidFill>
                            <a:srgbClr val="0B2F38"/>
                          </a:solidFill>
                          <a:latin typeface="Arial"/>
                          <a:ea typeface="Arial"/>
                          <a:cs typeface="Arial"/>
                        </a:rPr>
                        <a:t>1 / 2 s = 500 ms</a:t>
                      </a:r>
                    </a:p>
                  </a:txBody>
                  <a:tcPr marL="91440" marR="91440" marT="45720" marB="45720" anchor="ctr">
                    <a:lnR w="9525">
                      <a:solidFill>
                        <a:srgbClr val="C9D3D2"/>
                      </a:solidFill>
                    </a:lnR>
                    <a:lnB w="9525">
                      <a:solidFill>
                        <a:srgbClr val="C9D3D2"/>
                      </a:solidFill>
                    </a:lnB>
                    <a:solidFill>
                      <a:srgbClr val="F4F2EB"/>
                    </a:solidFill>
                  </a:tcPr>
                </a:tc>
                <a:tc>
                  <a:txBody>
                    <a:bodyPr lIns="95250" tIns="95250" rIns="95250" bIns="95250"/>
                    <a:lstStyle/>
                    <a:p>
                      <a:r>
                        <a:rPr sz="2175" b="0">
                          <a:solidFill>
                            <a:srgbClr val="0B2F38"/>
                          </a:solidFill>
                          <a:latin typeface="Arial"/>
                          <a:ea typeface="Arial"/>
                          <a:cs typeface="Arial"/>
                        </a:rPr>
                        <a:t>6,94 m bei 50 km/h</a:t>
                      </a:r>
                    </a:p>
                  </a:txBody>
                  <a:tcPr marL="91440" marR="91440" marT="45720" marB="45720" anchor="ctr">
                    <a:lnR w="9525">
                      <a:solidFill>
                        <a:srgbClr val="C9D3D2"/>
                      </a:solidFill>
                    </a:lnR>
                    <a:lnB w="9525">
                      <a:solidFill>
                        <a:srgbClr val="C9D3D2"/>
                      </a:solidFill>
                    </a:lnB>
                    <a:solidFill>
                      <a:srgbClr val="F4F2EB"/>
                    </a:solidFill>
                  </a:tcPr>
                </a:tc>
              </a:tr>
              <a:tr h="685800">
                <a:tc>
                  <a:txBody>
                    <a:bodyPr lIns="95250" tIns="95250" rIns="95250" bIns="95250"/>
                    <a:lstStyle/>
                    <a:p>
                      <a:r>
                        <a:rPr sz="2175" b="0">
                          <a:solidFill>
                            <a:srgbClr val="0B2F38"/>
                          </a:solidFill>
                          <a:latin typeface="Arial"/>
                          <a:ea typeface="Arial"/>
                          <a:cs typeface="Arial"/>
                        </a:rPr>
                        <a:t>10 Hz</a:t>
                      </a:r>
                    </a:p>
                  </a:txBody>
                  <a:tcPr marL="91440" marR="91440" marT="45720" marB="45720" anchor="ctr">
                    <a:lnL w="9525">
                      <a:solidFill>
                        <a:srgbClr val="C9D3D2"/>
                      </a:solidFill>
                    </a:lnL>
                    <a:lnR w="9525">
                      <a:solidFill>
                        <a:srgbClr val="C9D3D2"/>
                      </a:solidFill>
                    </a:lnR>
                    <a:lnB w="9525">
                      <a:solidFill>
                        <a:srgbClr val="C9D3D2"/>
                      </a:solidFill>
                    </a:lnB>
                    <a:solidFill>
                      <a:srgbClr val="F4F2EB"/>
                    </a:solidFill>
                  </a:tcPr>
                </a:tc>
                <a:tc>
                  <a:txBody>
                    <a:bodyPr lIns="95250" tIns="95250" rIns="95250" bIns="95250"/>
                    <a:lstStyle/>
                    <a:p>
                      <a:r>
                        <a:rPr sz="2175" b="0">
                          <a:solidFill>
                            <a:srgbClr val="0B2F38"/>
                          </a:solidFill>
                          <a:latin typeface="Arial"/>
                          <a:ea typeface="Arial"/>
                          <a:cs typeface="Arial"/>
                        </a:rPr>
                        <a:t>1 / 10 s = 100 ms</a:t>
                      </a:r>
                    </a:p>
                  </a:txBody>
                  <a:tcPr marL="91440" marR="91440" marT="45720" marB="45720" anchor="ctr">
                    <a:lnR w="9525">
                      <a:solidFill>
                        <a:srgbClr val="C9D3D2"/>
                      </a:solidFill>
                    </a:lnR>
                    <a:lnB w="9525">
                      <a:solidFill>
                        <a:srgbClr val="C9D3D2"/>
                      </a:solidFill>
                    </a:lnB>
                    <a:solidFill>
                      <a:srgbClr val="F4F2EB"/>
                    </a:solidFill>
                  </a:tcPr>
                </a:tc>
                <a:tc>
                  <a:txBody>
                    <a:bodyPr lIns="95250" tIns="95250" rIns="95250" bIns="95250"/>
                    <a:lstStyle/>
                    <a:p>
                      <a:r>
                        <a:rPr sz="2175" b="0">
                          <a:solidFill>
                            <a:srgbClr val="0B2F38"/>
                          </a:solidFill>
                          <a:latin typeface="Arial"/>
                          <a:ea typeface="Arial"/>
                          <a:cs typeface="Arial"/>
                        </a:rPr>
                        <a:t>1,39 m bei 50 km/h</a:t>
                      </a:r>
                    </a:p>
                  </a:txBody>
                  <a:tcPr marL="91440" marR="91440" marT="45720" marB="45720" anchor="ctr">
                    <a:lnR w="9525">
                      <a:solidFill>
                        <a:srgbClr val="C9D3D2"/>
                      </a:solidFill>
                    </a:lnR>
                    <a:lnB w="9525">
                      <a:solidFill>
                        <a:srgbClr val="C9D3D2"/>
                      </a:solidFill>
                    </a:lnB>
                    <a:solidFill>
                      <a:srgbClr val="F4F2EB"/>
                    </a:solidFill>
                  </a:tcPr>
                </a:tc>
              </a:tr>
              <a:tr h="685800">
                <a:tc>
                  <a:txBody>
                    <a:bodyPr lIns="95250" tIns="95250" rIns="95250" bIns="95250"/>
                    <a:lstStyle/>
                    <a:p>
                      <a:r>
                        <a:rPr sz="2175" b="0">
                          <a:solidFill>
                            <a:srgbClr val="0B2F38"/>
                          </a:solidFill>
                          <a:latin typeface="Arial"/>
                          <a:ea typeface="Arial"/>
                          <a:cs typeface="Arial"/>
                        </a:rPr>
                        <a:t>15 FPS</a:t>
                      </a:r>
                    </a:p>
                  </a:txBody>
                  <a:tcPr marL="91440" marR="91440" marT="45720" marB="45720" anchor="ctr">
                    <a:lnL w="9525">
                      <a:solidFill>
                        <a:srgbClr val="C9D3D2"/>
                      </a:solidFill>
                    </a:lnL>
                    <a:lnR w="9525">
                      <a:solidFill>
                        <a:srgbClr val="C9D3D2"/>
                      </a:solidFill>
                    </a:lnR>
                    <a:lnB w="9525">
                      <a:solidFill>
                        <a:srgbClr val="C9D3D2"/>
                      </a:solidFill>
                    </a:lnB>
                    <a:solidFill>
                      <a:srgbClr val="F4F2EB"/>
                    </a:solidFill>
                  </a:tcPr>
                </a:tc>
                <a:tc>
                  <a:txBody>
                    <a:bodyPr lIns="95250" tIns="95250" rIns="95250" bIns="95250"/>
                    <a:lstStyle/>
                    <a:p>
                      <a:r>
                        <a:rPr sz="2175" b="0">
                          <a:solidFill>
                            <a:srgbClr val="0B2F38"/>
                          </a:solidFill>
                          <a:latin typeface="Arial"/>
                          <a:ea typeface="Arial"/>
                          <a:cs typeface="Arial"/>
                        </a:rPr>
                        <a:t>1 / 15 s ≈ 67 ms</a:t>
                      </a:r>
                    </a:p>
                  </a:txBody>
                  <a:tcPr marL="91440" marR="91440" marT="45720" marB="45720" anchor="ctr">
                    <a:lnR w="9525">
                      <a:solidFill>
                        <a:srgbClr val="C9D3D2"/>
                      </a:solidFill>
                    </a:lnR>
                    <a:lnB w="9525">
                      <a:solidFill>
                        <a:srgbClr val="C9D3D2"/>
                      </a:solidFill>
                    </a:lnB>
                    <a:solidFill>
                      <a:srgbClr val="F4F2EB"/>
                    </a:solidFill>
                  </a:tcPr>
                </a:tc>
                <a:tc>
                  <a:txBody>
                    <a:bodyPr lIns="95250" tIns="95250" rIns="95250" bIns="95250"/>
                    <a:lstStyle/>
                    <a:p>
                      <a:r>
                        <a:rPr sz="2175" b="0">
                          <a:solidFill>
                            <a:srgbClr val="0B2F38"/>
                          </a:solidFill>
                          <a:latin typeface="Arial"/>
                          <a:ea typeface="Arial"/>
                          <a:cs typeface="Arial"/>
                        </a:rPr>
                        <a:t>0,93 m bei 50 km/h</a:t>
                      </a:r>
                    </a:p>
                  </a:txBody>
                  <a:tcPr marL="91440" marR="91440" marT="45720" marB="45720" anchor="ctr">
                    <a:lnR w="9525">
                      <a:solidFill>
                        <a:srgbClr val="C9D3D2"/>
                      </a:solidFill>
                    </a:lnR>
                    <a:lnB w="9525">
                      <a:solidFill>
                        <a:srgbClr val="C9D3D2"/>
                      </a:solidFill>
                    </a:lnB>
                    <a:solidFill>
                      <a:srgbClr val="F4F2EB"/>
                    </a:solidFill>
                  </a:tcPr>
                </a:tc>
              </a:tr>
            </a:tbl>
          </a:graphicData>
        </a:graphic>
      </p:graphicFrame>
      <p:sp>
        <p:nvSpPr>
          <p:cNvPr id="5" name="text-3">
            <a:extLst xmlns:a="http://schemas.openxmlformats.org/drawingml/2006/main">
              <a:ext uri="{FF2B5EF4-FFF2-40B4-BE49-F238E27FC236}">
                <a16:creationId xmlns:a16="http://schemas.microsoft.com/office/drawing/2014/main" id="{366657C4-594C-4268-BBBA-00C53548A760}"/>
              </a:ext>
            </a:extLst>
          </p:cNvPr>
          <p:cNvSpPr>
            <a:spLocks xmlns:a="http://schemas.openxmlformats.org/drawingml/2006/main" noGrp="1"/>
          </p:cNvSpPr>
          <p:nvPr/>
        </p:nvSpPr>
        <p:spPr>
          <a:xfrm xmlns:a="http://schemas.openxmlformats.org/drawingml/2006/main">
            <a:off x="609600" y="563880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0646A"/>
                </a:solidFill>
                <a:latin typeface="Arial"/>
                <a:ea typeface="Arial"/>
                <a:cs typeface="Arial"/>
              </a:defRPr>
            </a:defPPr>
            <a:lvl1pPr algn="l">
              <a:defRPr sz="1575" b="0">
                <a:solidFill>
                  <a:srgbClr val="50646A"/>
                </a:solidFill>
                <a:latin typeface="Arial"/>
                <a:ea typeface="Arial"/>
                <a:cs typeface="Arial"/>
              </a:defRPr>
            </a:lvl1pPr>
            <a:lvl2pPr algn="l">
              <a:defRPr sz="1575" b="0">
                <a:solidFill>
                  <a:srgbClr val="50646A"/>
                </a:solidFill>
                <a:latin typeface="Arial"/>
                <a:ea typeface="Arial"/>
                <a:cs typeface="Arial"/>
              </a:defRPr>
            </a:lvl2pPr>
            <a:lvl3pPr algn="l">
              <a:defRPr sz="1575" b="0">
                <a:solidFill>
                  <a:srgbClr val="50646A"/>
                </a:solidFill>
                <a:latin typeface="Arial"/>
                <a:ea typeface="Arial"/>
                <a:cs typeface="Arial"/>
              </a:defRPr>
            </a:lvl3pPr>
            <a:lvl4pPr algn="l">
              <a:defRPr sz="1575" b="0">
                <a:solidFill>
                  <a:srgbClr val="50646A"/>
                </a:solidFill>
                <a:latin typeface="Arial"/>
                <a:ea typeface="Arial"/>
                <a:cs typeface="Arial"/>
              </a:defRPr>
            </a:lvl4pPr>
            <a:lvl5pPr algn="l">
              <a:defRPr sz="1575" b="0">
                <a:solidFill>
                  <a:srgbClr val="50646A"/>
                </a:solidFill>
                <a:latin typeface="Arial"/>
                <a:ea typeface="Arial"/>
                <a:cs typeface="Arial"/>
              </a:defRPr>
            </a:lvl5pPr>
            <a:lvl6pPr algn="l">
              <a:defRPr sz="1575" b="0">
                <a:solidFill>
                  <a:srgbClr val="50646A"/>
                </a:solidFill>
                <a:latin typeface="Arial"/>
                <a:ea typeface="Arial"/>
                <a:cs typeface="Arial"/>
              </a:defRPr>
            </a:lvl6pPr>
            <a:lvl7pPr algn="l">
              <a:defRPr sz="1575" b="0">
                <a:solidFill>
                  <a:srgbClr val="50646A"/>
                </a:solidFill>
                <a:latin typeface="Arial"/>
                <a:ea typeface="Arial"/>
                <a:cs typeface="Arial"/>
              </a:defRPr>
            </a:lvl7pPr>
            <a:lvl8pPr algn="l">
              <a:defRPr sz="1575" b="0">
                <a:solidFill>
                  <a:srgbClr val="50646A"/>
                </a:solidFill>
                <a:latin typeface="Arial"/>
                <a:ea typeface="Arial"/>
                <a:cs typeface="Arial"/>
              </a:defRPr>
            </a:lvl8pPr>
            <a:lvl9pPr algn="l">
              <a:defRPr sz="1575" b="0">
                <a:solidFill>
                  <a:srgbClr val="50646A"/>
                </a:solidFill>
                <a:latin typeface="Arial"/>
                <a:ea typeface="Arial"/>
                <a:cs typeface="Arial"/>
              </a:defRPr>
            </a:lvl9pPr>
          </a:lstStyle>
          <a:p xmlns:a="http://schemas.openxmlformats.org/drawingml/2006/main">
            <a:pPr algn="l">
              <a:defRPr sz="1575" b="0">
                <a:solidFill>
                  <a:srgbClr val="50646A"/>
                </a:solidFill>
                <a:latin typeface="Arial"/>
                <a:ea typeface="Arial"/>
                <a:cs typeface="Arial"/>
              </a:defRPr>
            </a:pPr>
            <a:r>
              <a:rPr sz="1575" b="0">
                <a:solidFill>
                  <a:srgbClr val="50646A"/>
                </a:solidFill>
                <a:latin typeface="Arial"/>
                <a:ea typeface="Arial"/>
                <a:cs typeface="Arial"/>
              </a:rPr>
              <a:t>50 km/h ÷ 3,6 = 13,89 m/s · 250 ms Latenz entsprechen 3,47 m</a:t>
            </a:r>
          </a:p>
        </p:txBody>
      </p:sp>
      <p:sp>
        <p:nvSpPr>
          <p:cNvPr id="6" name="text-4">
            <a:extLst xmlns:a="http://schemas.openxmlformats.org/drawingml/2006/main">
              <a:ext uri="{FF2B5EF4-FFF2-40B4-BE49-F238E27FC236}">
                <a16:creationId xmlns:a16="http://schemas.microsoft.com/office/drawing/2014/main" id="{80D0A24A-5179-48F4-8F7A-9D8E64D24FC8}"/>
              </a:ext>
            </a:extLst>
          </p:cNvPr>
          <p:cNvSpPr>
            <a:spLocks xmlns:a="http://schemas.openxmlformats.org/drawingml/2006/main" noGrp="1"/>
          </p:cNvSpPr>
          <p:nvPr/>
        </p:nvSpPr>
        <p:spPr>
          <a:xfrm xmlns:a="http://schemas.openxmlformats.org/drawingml/2006/main">
            <a:off x="609600" y="613410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0646A"/>
                </a:solidFill>
                <a:latin typeface="Arial"/>
                <a:ea typeface="Arial"/>
                <a:cs typeface="Arial"/>
              </a:defRPr>
            </a:defPPr>
            <a:lvl1pPr algn="l">
              <a:defRPr sz="1650" b="0">
                <a:solidFill>
                  <a:srgbClr val="50646A"/>
                </a:solidFill>
                <a:latin typeface="Arial"/>
                <a:ea typeface="Arial"/>
                <a:cs typeface="Arial"/>
              </a:defRPr>
            </a:lvl1pPr>
            <a:lvl2pPr algn="l">
              <a:defRPr sz="1650" b="0">
                <a:solidFill>
                  <a:srgbClr val="50646A"/>
                </a:solidFill>
                <a:latin typeface="Arial"/>
                <a:ea typeface="Arial"/>
                <a:cs typeface="Arial"/>
              </a:defRPr>
            </a:lvl2pPr>
            <a:lvl3pPr algn="l">
              <a:defRPr sz="1650" b="0">
                <a:solidFill>
                  <a:srgbClr val="50646A"/>
                </a:solidFill>
                <a:latin typeface="Arial"/>
                <a:ea typeface="Arial"/>
                <a:cs typeface="Arial"/>
              </a:defRPr>
            </a:lvl3pPr>
            <a:lvl4pPr algn="l">
              <a:defRPr sz="1650" b="0">
                <a:solidFill>
                  <a:srgbClr val="50646A"/>
                </a:solidFill>
                <a:latin typeface="Arial"/>
                <a:ea typeface="Arial"/>
                <a:cs typeface="Arial"/>
              </a:defRPr>
            </a:lvl4pPr>
            <a:lvl5pPr algn="l">
              <a:defRPr sz="1650" b="0">
                <a:solidFill>
                  <a:srgbClr val="50646A"/>
                </a:solidFill>
                <a:latin typeface="Arial"/>
                <a:ea typeface="Arial"/>
                <a:cs typeface="Arial"/>
              </a:defRPr>
            </a:lvl5pPr>
            <a:lvl6pPr algn="l">
              <a:defRPr sz="1650" b="0">
                <a:solidFill>
                  <a:srgbClr val="50646A"/>
                </a:solidFill>
                <a:latin typeface="Arial"/>
                <a:ea typeface="Arial"/>
                <a:cs typeface="Arial"/>
              </a:defRPr>
            </a:lvl6pPr>
            <a:lvl7pPr algn="l">
              <a:defRPr sz="1650" b="0">
                <a:solidFill>
                  <a:srgbClr val="50646A"/>
                </a:solidFill>
                <a:latin typeface="Arial"/>
                <a:ea typeface="Arial"/>
                <a:cs typeface="Arial"/>
              </a:defRPr>
            </a:lvl7pPr>
            <a:lvl8pPr algn="l">
              <a:defRPr sz="1650" b="0">
                <a:solidFill>
                  <a:srgbClr val="50646A"/>
                </a:solidFill>
                <a:latin typeface="Arial"/>
                <a:ea typeface="Arial"/>
                <a:cs typeface="Arial"/>
              </a:defRPr>
            </a:lvl8pPr>
            <a:lvl9pPr algn="l">
              <a:defRPr sz="1650" b="0">
                <a:solidFill>
                  <a:srgbClr val="50646A"/>
                </a:solidFill>
                <a:latin typeface="Arial"/>
                <a:ea typeface="Arial"/>
                <a:cs typeface="Arial"/>
              </a:defRPr>
            </a:lvl9pPr>
          </a:lstStyle>
          <a:p xmlns:a="http://schemas.openxmlformats.org/drawingml/2006/main">
            <a:pPr algn="l">
              <a:defRPr sz="1650" b="0">
                <a:solidFill>
                  <a:srgbClr val="50646A"/>
                </a:solidFill>
                <a:latin typeface="Arial"/>
                <a:ea typeface="Arial"/>
                <a:cs typeface="Arial"/>
              </a:defRPr>
            </a:pPr>
            <a:r>
              <a:rPr sz="1650" b="0">
                <a:solidFill>
                  <a:srgbClr val="50646A"/>
                </a:solidFill>
                <a:latin typeface="Arial"/>
                <a:ea typeface="Arial"/>
                <a:cs typeface="Arial"/>
              </a:rPr>
              <a:t>Frequenz ist nicht gleich Ende-zu-Ende-Latenz</a:t>
            </a:r>
          </a:p>
        </p:txBody>
      </p:sp>
    </p:spTree>
    <p:extLst>
      <p:ext uri="{BB962C8B-B14F-4D97-AF65-F5344CB8AC3E}">
        <p14:creationId xmlns:p14="http://schemas.microsoft.com/office/powerpoint/2010/main" val="904477649"/>
      </p:ext>
    </p:extLst>
  </p:cSld>
</p:sld>
</file>

<file path=ppt/slides/slide20.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823B9356-FEF2-4B9A-A787-3ED55B6125A5}"/>
              </a:ext>
            </a:extLst>
          </p:cNvPr>
          <p:cNvCxnSpPr>
            <a:stCxn xmlns:a="http://schemas.openxmlformats.org/drawingml/2006/main" id="10" idx="0"/>
            <a:endCxn xmlns:a="http://schemas.openxmlformats.org/drawingml/2006/main" id="3" idx="2"/>
          </p:cNvCxnSpPr>
          <p:nvPr/>
        </p:nvCxnSpPr>
        <p:spPr>
          <a:xfrm xmlns:a="http://schemas.openxmlformats.org/drawingml/2006/main" flipV="1">
            <a:off x="2228850" y="2695575"/>
            <a:ext cx="0" cy="762000"/>
          </a:xfrm>
          <a:prstGeom xmlns:a="http://schemas.openxmlformats.org/drawingml/2006/main" prst="straightConnector1">
            <a:avLst/>
          </a:prstGeom>
          <a:ln xmlns:a="http://schemas.openxmlformats.org/drawingml/2006/main" w="19050">
            <a:solidFill>
              <a:srgbClr val="50646A"/>
            </a:solidFill>
            <a:tailEnd type="triangle" w="med" len="med"/>
          </a:ln>
        </p:spPr>
      </p:cxnSp>
      <p:cxnSp>
        <p:nvCxnSpPr>
          <p:cNvPr id="13" name="">
            <a:extLst xmlns:a="http://schemas.openxmlformats.org/drawingml/2006/main">
              <a:ext uri="{FF2B5EF4-FFF2-40B4-BE49-F238E27FC236}">
                <a16:creationId xmlns:a16="http://schemas.microsoft.com/office/drawing/2014/main" id="{6CDC44CF-29E6-49F6-9B51-5C133DA6BED5}"/>
              </a:ext>
            </a:extLst>
          </p:cNvPr>
          <p:cNvCxnSpPr>
            <a:stCxn xmlns:a="http://schemas.openxmlformats.org/drawingml/2006/main" id="9" idx="1"/>
            <a:endCxn xmlns:a="http://schemas.openxmlformats.org/drawingml/2006/main" id="10" idx="3"/>
          </p:cNvCxnSpPr>
          <p:nvPr/>
        </p:nvCxnSpPr>
        <p:spPr>
          <a:xfrm xmlns:a="http://schemas.openxmlformats.org/drawingml/2006/main" flipH="1">
            <a:off x="3848100" y="4010025"/>
            <a:ext cx="666750" cy="0"/>
          </a:xfrm>
          <a:prstGeom xmlns:a="http://schemas.openxmlformats.org/drawingml/2006/main" prst="straightConnector1">
            <a:avLst/>
          </a:prstGeom>
          <a:ln xmlns:a="http://schemas.openxmlformats.org/drawingml/2006/main" w="19050">
            <a:solidFill>
              <a:srgbClr val="50646A"/>
            </a:solidFill>
            <a:tailEnd type="triangle" w="med" len="med"/>
          </a:ln>
        </p:spPr>
      </p:cxnSp>
      <p:cxnSp>
        <p:nvCxnSpPr>
          <p:cNvPr id="12" name="">
            <a:extLst xmlns:a="http://schemas.openxmlformats.org/drawingml/2006/main">
              <a:ext uri="{FF2B5EF4-FFF2-40B4-BE49-F238E27FC236}">
                <a16:creationId xmlns:a16="http://schemas.microsoft.com/office/drawing/2014/main" id="{CC5D7491-E724-4A48-BDCA-9B0B384E146D}"/>
              </a:ext>
            </a:extLst>
          </p:cNvPr>
          <p:cNvCxnSpPr>
            <a:stCxn xmlns:a="http://schemas.openxmlformats.org/drawingml/2006/main" id="8" idx="1"/>
            <a:endCxn xmlns:a="http://schemas.openxmlformats.org/drawingml/2006/main" id="9" idx="3"/>
          </p:cNvCxnSpPr>
          <p:nvPr/>
        </p:nvCxnSpPr>
        <p:spPr>
          <a:xfrm xmlns:a="http://schemas.openxmlformats.org/drawingml/2006/main" flipH="1">
            <a:off x="7677150" y="4010025"/>
            <a:ext cx="666750" cy="0"/>
          </a:xfrm>
          <a:prstGeom xmlns:a="http://schemas.openxmlformats.org/drawingml/2006/main" prst="straightConnector1">
            <a:avLst/>
          </a:prstGeom>
          <a:ln xmlns:a="http://schemas.openxmlformats.org/drawingml/2006/main" w="19050">
            <a:solidFill>
              <a:srgbClr val="50646A"/>
            </a:solidFill>
            <a:tailEnd type="triangle" w="med" len="med"/>
          </a:ln>
        </p:spPr>
      </p:cxnSp>
      <p:cxnSp>
        <p:nvCxnSpPr>
          <p:cNvPr id="11" name="">
            <a:extLst xmlns:a="http://schemas.openxmlformats.org/drawingml/2006/main">
              <a:ext uri="{FF2B5EF4-FFF2-40B4-BE49-F238E27FC236}">
                <a16:creationId xmlns:a16="http://schemas.microsoft.com/office/drawing/2014/main" id="{BBBFC006-FCAB-48D4-BE5F-C92E92A73C51}"/>
              </a:ext>
            </a:extLst>
          </p:cNvPr>
          <p:cNvCxnSpPr>
            <a:stCxn xmlns:a="http://schemas.openxmlformats.org/drawingml/2006/main" id="5" idx="2"/>
            <a:endCxn xmlns:a="http://schemas.openxmlformats.org/drawingml/2006/main" id="8" idx="0"/>
          </p:cNvCxnSpPr>
          <p:nvPr/>
        </p:nvCxnSpPr>
        <p:spPr>
          <a:xfrm xmlns:a="http://schemas.openxmlformats.org/drawingml/2006/main">
            <a:off x="9963150" y="2695575"/>
            <a:ext cx="0" cy="762000"/>
          </a:xfrm>
          <a:prstGeom xmlns:a="http://schemas.openxmlformats.org/drawingml/2006/main" prst="straightConnector1">
            <a:avLst/>
          </a:prstGeom>
          <a:ln xmlns:a="http://schemas.openxmlformats.org/drawingml/2006/main" w="19050">
            <a:solidFill>
              <a:srgbClr val="50646A"/>
            </a:solidFill>
            <a:tailEnd type="triangle" w="med" len="med"/>
          </a:ln>
        </p:spPr>
      </p:cxnSp>
      <p:cxnSp>
        <p:nvCxnSpPr>
          <p:cNvPr id="7" name="">
            <a:extLst xmlns:a="http://schemas.openxmlformats.org/drawingml/2006/main">
              <a:ext uri="{FF2B5EF4-FFF2-40B4-BE49-F238E27FC236}">
                <a16:creationId xmlns:a16="http://schemas.microsoft.com/office/drawing/2014/main" id="{E6BDDE48-9715-43CD-BC1A-025787140FAF}"/>
              </a:ext>
            </a:extLst>
          </p:cNvPr>
          <p:cNvCxnSpPr>
            <a:stCxn xmlns:a="http://schemas.openxmlformats.org/drawingml/2006/main" id="4" idx="3"/>
            <a:endCxn xmlns:a="http://schemas.openxmlformats.org/drawingml/2006/main" id="5" idx="1"/>
          </p:cNvCxnSpPr>
          <p:nvPr/>
        </p:nvCxnSpPr>
        <p:spPr>
          <a:xfrm xmlns:a="http://schemas.openxmlformats.org/drawingml/2006/main">
            <a:off x="7677150" y="2181225"/>
            <a:ext cx="666750" cy="0"/>
          </a:xfrm>
          <a:prstGeom xmlns:a="http://schemas.openxmlformats.org/drawingml/2006/main" prst="straightConnector1">
            <a:avLst/>
          </a:prstGeom>
          <a:ln xmlns:a="http://schemas.openxmlformats.org/drawingml/2006/main" w="19050">
            <a:solidFill>
              <a:srgbClr val="50646A"/>
            </a:solidFill>
            <a:tailEnd type="triangle" w="med" len="med"/>
          </a:ln>
        </p:spPr>
      </p:cxnSp>
      <p:cxnSp>
        <p:nvCxnSpPr>
          <p:cNvPr id="6" name="">
            <a:extLst xmlns:a="http://schemas.openxmlformats.org/drawingml/2006/main">
              <a:ext uri="{FF2B5EF4-FFF2-40B4-BE49-F238E27FC236}">
                <a16:creationId xmlns:a16="http://schemas.microsoft.com/office/drawing/2014/main" id="{097166A8-2A4F-44B2-81B0-C7E1BD2685C5}"/>
              </a:ext>
            </a:extLst>
          </p:cNvPr>
          <p:cNvCxnSpPr>
            <a:stCxn xmlns:a="http://schemas.openxmlformats.org/drawingml/2006/main" id="3" idx="3"/>
            <a:endCxn xmlns:a="http://schemas.openxmlformats.org/drawingml/2006/main" id="4" idx="1"/>
          </p:cNvCxnSpPr>
          <p:nvPr/>
        </p:nvCxnSpPr>
        <p:spPr>
          <a:xfrm xmlns:a="http://schemas.openxmlformats.org/drawingml/2006/main">
            <a:off x="3848100" y="2181225"/>
            <a:ext cx="666750" cy="0"/>
          </a:xfrm>
          <a:prstGeom xmlns:a="http://schemas.openxmlformats.org/drawingml/2006/main" prst="straightConnector1">
            <a:avLst/>
          </a:prstGeom>
          <a:ln xmlns:a="http://schemas.openxmlformats.org/drawingml/2006/main" w="19050">
            <a:solidFill>
              <a:srgbClr val="50646A"/>
            </a:solidFill>
            <a:tailEnd type="triangle" w="med" len="med"/>
          </a:ln>
        </p:spPr>
      </p:cxnSp>
      <p:sp>
        <p:nvSpPr>
          <p:cNvPr id="17" name="text-0">
            <a:extLst xmlns:a="http://schemas.openxmlformats.org/drawingml/2006/main">
              <a:ext uri="{FF2B5EF4-FFF2-40B4-BE49-F238E27FC236}">
                <a16:creationId xmlns:a16="http://schemas.microsoft.com/office/drawing/2014/main" id="{5BC0DD01-A0A6-4C5D-B638-9E8D0B4F56FA}"/>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B2F38"/>
                </a:solidFill>
                <a:latin typeface="Arial"/>
                <a:ea typeface="Arial"/>
                <a:cs typeface="Arial"/>
              </a:defRPr>
            </a:defPPr>
            <a:lvl1pPr algn="l">
              <a:defRPr sz="3300" b="1">
                <a:solidFill>
                  <a:srgbClr val="0B2F38"/>
                </a:solidFill>
                <a:latin typeface="Arial"/>
                <a:ea typeface="Arial"/>
                <a:cs typeface="Arial"/>
              </a:defRPr>
            </a:lvl1pPr>
            <a:lvl2pPr algn="l">
              <a:defRPr sz="3300" b="1">
                <a:solidFill>
                  <a:srgbClr val="0B2F38"/>
                </a:solidFill>
                <a:latin typeface="Arial"/>
                <a:ea typeface="Arial"/>
                <a:cs typeface="Arial"/>
              </a:defRPr>
            </a:lvl2pPr>
            <a:lvl3pPr algn="l">
              <a:defRPr sz="3300" b="1">
                <a:solidFill>
                  <a:srgbClr val="0B2F38"/>
                </a:solidFill>
                <a:latin typeface="Arial"/>
                <a:ea typeface="Arial"/>
                <a:cs typeface="Arial"/>
              </a:defRPr>
            </a:lvl3pPr>
            <a:lvl4pPr algn="l">
              <a:defRPr sz="3300" b="1">
                <a:solidFill>
                  <a:srgbClr val="0B2F38"/>
                </a:solidFill>
                <a:latin typeface="Arial"/>
                <a:ea typeface="Arial"/>
                <a:cs typeface="Arial"/>
              </a:defRPr>
            </a:lvl4pPr>
            <a:lvl5pPr algn="l">
              <a:defRPr sz="3300" b="1">
                <a:solidFill>
                  <a:srgbClr val="0B2F38"/>
                </a:solidFill>
                <a:latin typeface="Arial"/>
                <a:ea typeface="Arial"/>
                <a:cs typeface="Arial"/>
              </a:defRPr>
            </a:lvl5pPr>
            <a:lvl6pPr algn="l">
              <a:defRPr sz="3300" b="1">
                <a:solidFill>
                  <a:srgbClr val="0B2F38"/>
                </a:solidFill>
                <a:latin typeface="Arial"/>
                <a:ea typeface="Arial"/>
                <a:cs typeface="Arial"/>
              </a:defRPr>
            </a:lvl6pPr>
            <a:lvl7pPr algn="l">
              <a:defRPr sz="3300" b="1">
                <a:solidFill>
                  <a:srgbClr val="0B2F38"/>
                </a:solidFill>
                <a:latin typeface="Arial"/>
                <a:ea typeface="Arial"/>
                <a:cs typeface="Arial"/>
              </a:defRPr>
            </a:lvl7pPr>
            <a:lvl8pPr algn="l">
              <a:defRPr sz="3300" b="1">
                <a:solidFill>
                  <a:srgbClr val="0B2F38"/>
                </a:solidFill>
                <a:latin typeface="Arial"/>
                <a:ea typeface="Arial"/>
                <a:cs typeface="Arial"/>
              </a:defRPr>
            </a:lvl8pPr>
            <a:lvl9pPr algn="l">
              <a:defRPr sz="3300" b="1">
                <a:solidFill>
                  <a:srgbClr val="0B2F38"/>
                </a:solidFill>
                <a:latin typeface="Arial"/>
                <a:ea typeface="Arial"/>
                <a:cs typeface="Arial"/>
              </a:defRPr>
            </a:lvl9pPr>
          </a:lstStyle>
          <a:p xmlns:a="http://schemas.openxmlformats.org/drawingml/2006/main">
            <a:pPr algn="l">
              <a:defRPr sz="3300" b="1">
                <a:solidFill>
                  <a:srgbClr val="0B2F38"/>
                </a:solidFill>
                <a:latin typeface="Arial"/>
                <a:ea typeface="Arial"/>
                <a:cs typeface="Arial"/>
              </a:defRPr>
            </a:pPr>
            <a:r>
              <a:rPr sz="3300" b="1">
                <a:solidFill>
                  <a:srgbClr val="0B2F38"/>
                </a:solidFill>
                <a:latin typeface="Arial"/>
                <a:ea typeface="Arial"/>
                <a:cs typeface="Arial"/>
              </a:rPr>
              <a:t>Überwachtes Lernen: Trainings- und Testschleife</a:t>
            </a:r>
          </a:p>
        </p:txBody>
      </p:sp>
      <p:sp>
        <p:nvSpPr>
          <p:cNvPr id="2" name="text-1">
            <a:extLst xmlns:a="http://schemas.openxmlformats.org/drawingml/2006/main">
              <a:ext uri="{FF2B5EF4-FFF2-40B4-BE49-F238E27FC236}">
                <a16:creationId xmlns:a16="http://schemas.microsoft.com/office/drawing/2014/main" id="{A4F83C37-1533-4E91-BA91-C4BFE5E94610}"/>
              </a:ext>
            </a:extLst>
          </p:cNvPr>
          <p:cNvSpPr>
            <a:spLocks xmlns:a="http://schemas.openxmlformats.org/drawingml/2006/main" noGrp="1"/>
          </p:cNvSpPr>
          <p:nvPr/>
        </p:nvSpPr>
        <p:spPr>
          <a:xfrm xmlns:a="http://schemas.openxmlformats.org/drawingml/2006/main">
            <a:off x="11144250" y="6477000"/>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defRPr sz="1125" b="0">
                <a:solidFill>
                  <a:srgbClr val="50646A"/>
                </a:solidFill>
                <a:latin typeface="Arial"/>
                <a:ea typeface="Arial"/>
                <a:cs typeface="Arial"/>
              </a:defRPr>
            </a:lvl1pPr>
            <a:lvl2pPr algn="r">
              <a:defRPr sz="1125" b="0">
                <a:solidFill>
                  <a:srgbClr val="50646A"/>
                </a:solidFill>
                <a:latin typeface="Arial"/>
                <a:ea typeface="Arial"/>
                <a:cs typeface="Arial"/>
              </a:defRPr>
            </a:lvl2pPr>
            <a:lvl3pPr algn="r">
              <a:defRPr sz="1125" b="0">
                <a:solidFill>
                  <a:srgbClr val="50646A"/>
                </a:solidFill>
                <a:latin typeface="Arial"/>
                <a:ea typeface="Arial"/>
                <a:cs typeface="Arial"/>
              </a:defRPr>
            </a:lvl3pPr>
            <a:lvl4pPr algn="r">
              <a:defRPr sz="1125" b="0">
                <a:solidFill>
                  <a:srgbClr val="50646A"/>
                </a:solidFill>
                <a:latin typeface="Arial"/>
                <a:ea typeface="Arial"/>
                <a:cs typeface="Arial"/>
              </a:defRPr>
            </a:lvl4pPr>
            <a:lvl5pPr algn="r">
              <a:defRPr sz="1125" b="0">
                <a:solidFill>
                  <a:srgbClr val="50646A"/>
                </a:solidFill>
                <a:latin typeface="Arial"/>
                <a:ea typeface="Arial"/>
                <a:cs typeface="Arial"/>
              </a:defRPr>
            </a:lvl5pPr>
            <a:lvl6pPr algn="r">
              <a:defRPr sz="1125" b="0">
                <a:solidFill>
                  <a:srgbClr val="50646A"/>
                </a:solidFill>
                <a:latin typeface="Arial"/>
                <a:ea typeface="Arial"/>
                <a:cs typeface="Arial"/>
              </a:defRPr>
            </a:lvl6pPr>
            <a:lvl7pPr algn="r">
              <a:defRPr sz="1125" b="0">
                <a:solidFill>
                  <a:srgbClr val="50646A"/>
                </a:solidFill>
                <a:latin typeface="Arial"/>
                <a:ea typeface="Arial"/>
                <a:cs typeface="Arial"/>
              </a:defRPr>
            </a:lvl7pPr>
            <a:lvl8pPr algn="r">
              <a:defRPr sz="1125" b="0">
                <a:solidFill>
                  <a:srgbClr val="50646A"/>
                </a:solidFill>
                <a:latin typeface="Arial"/>
                <a:ea typeface="Arial"/>
                <a:cs typeface="Arial"/>
              </a:defRPr>
            </a:lvl8pPr>
            <a:lvl9pPr algn="r">
              <a:defRPr sz="1125" b="0">
                <a:solidFill>
                  <a:srgbClr val="50646A"/>
                </a:solidFill>
                <a:latin typeface="Arial"/>
                <a:ea typeface="Arial"/>
                <a:cs typeface="Arial"/>
              </a:defRPr>
            </a:lvl9pPr>
          </a:lstStyle>
          <a:p xmlns:a="http://schemas.openxmlformats.org/drawingml/2006/main">
            <a:pPr algn="r">
              <a:defRPr sz="1125" b="0">
                <a:solidFill>
                  <a:srgbClr val="50646A"/>
                </a:solidFill>
                <a:latin typeface="Arial"/>
                <a:ea typeface="Arial"/>
                <a:cs typeface="Arial"/>
              </a:defRPr>
            </a:pPr>
            <a:r>
              <a:rPr sz="1125" b="0">
                <a:solidFill>
                  <a:srgbClr val="50646A"/>
                </a:solidFill>
                <a:latin typeface="Arial"/>
                <a:ea typeface="Arial"/>
                <a:cs typeface="Arial"/>
              </a:rPr>
              <a:t>20</a:t>
            </a:r>
          </a:p>
        </p:txBody>
      </p:sp>
      <p:sp>
        <p:nvSpPr>
          <p:cNvPr id="3" name="diagram-Menschliche Labels">
            <a:extLst xmlns:a="http://schemas.openxmlformats.org/drawingml/2006/main">
              <a:ext uri="{FF2B5EF4-FFF2-40B4-BE49-F238E27FC236}">
                <a16:creationId xmlns:a16="http://schemas.microsoft.com/office/drawing/2014/main" id="{AC8D802C-1DBD-428C-85FB-3AD84D5BFF51}"/>
              </a:ext>
            </a:extLst>
          </p:cNvPr>
          <p:cNvSpPr>
            <a:spLocks xmlns:a="http://schemas.openxmlformats.org/drawingml/2006/main" noGrp="1"/>
          </p:cNvSpPr>
          <p:nvPr/>
        </p:nvSpPr>
        <p:spPr>
          <a:xfrm xmlns:a="http://schemas.openxmlformats.org/drawingml/2006/main">
            <a:off x="609600" y="1666875"/>
            <a:ext cx="3238500" cy="1028700"/>
          </a:xfrm>
          <a:prstGeom xmlns:a="http://schemas.openxmlformats.org/drawingml/2006/main" prst="rect">
            <a:avLst/>
          </a:prstGeom>
          <a:solidFill xmlns:a="http://schemas.openxmlformats.org/drawingml/2006/main">
            <a:srgbClr val="FFFFFF"/>
          </a:solidFill>
          <a:ln xmlns:a="http://schemas.openxmlformats.org/drawingml/2006/main" w="14288">
            <a:solidFill>
              <a:srgbClr val="C9D3D2"/>
            </a:solidFill>
          </a:ln>
        </p:spPr>
        <p:txBody>
          <a:bodyPr xmlns:a="http://schemas.openxmlformats.org/drawingml/2006/main" lIns="133350" tIns="133350" rIns="133350" bIns="133350" anchor="ctr">
            <a:noAutofit/>
          </a:bodyPr>
          <a:lstStyle xmlns:a="http://schemas.openxmlformats.org/drawingml/2006/main">
            <a:defPPr algn="ctr">
              <a:defRPr sz="1875">
                <a:solidFill>
                  <a:srgbClr val="0B2F38"/>
                </a:solidFill>
                <a:latin typeface="Arial"/>
                <a:ea typeface="Arial"/>
                <a:cs typeface="Arial"/>
              </a:defRPr>
            </a:defPPr>
            <a:lvl1pPr algn="ctr">
              <a:defRPr sz="1875">
                <a:solidFill>
                  <a:srgbClr val="0B2F38"/>
                </a:solidFill>
                <a:latin typeface="Arial"/>
                <a:ea typeface="Arial"/>
                <a:cs typeface="Arial"/>
              </a:defRPr>
            </a:lvl1pPr>
            <a:lvl2pPr algn="ctr">
              <a:defRPr sz="1875">
                <a:solidFill>
                  <a:srgbClr val="0B2F38"/>
                </a:solidFill>
                <a:latin typeface="Arial"/>
                <a:ea typeface="Arial"/>
                <a:cs typeface="Arial"/>
              </a:defRPr>
            </a:lvl2pPr>
            <a:lvl3pPr algn="ctr">
              <a:defRPr sz="1875">
                <a:solidFill>
                  <a:srgbClr val="0B2F38"/>
                </a:solidFill>
                <a:latin typeface="Arial"/>
                <a:ea typeface="Arial"/>
                <a:cs typeface="Arial"/>
              </a:defRPr>
            </a:lvl3pPr>
            <a:lvl4pPr algn="ctr">
              <a:defRPr sz="1875">
                <a:solidFill>
                  <a:srgbClr val="0B2F38"/>
                </a:solidFill>
                <a:latin typeface="Arial"/>
                <a:ea typeface="Arial"/>
                <a:cs typeface="Arial"/>
              </a:defRPr>
            </a:lvl4pPr>
            <a:lvl5pPr algn="ctr">
              <a:defRPr sz="1875">
                <a:solidFill>
                  <a:srgbClr val="0B2F38"/>
                </a:solidFill>
                <a:latin typeface="Arial"/>
                <a:ea typeface="Arial"/>
                <a:cs typeface="Arial"/>
              </a:defRPr>
            </a:lvl5pPr>
            <a:lvl6pPr algn="ctr">
              <a:defRPr sz="1875">
                <a:solidFill>
                  <a:srgbClr val="0B2F38"/>
                </a:solidFill>
                <a:latin typeface="Arial"/>
                <a:ea typeface="Arial"/>
                <a:cs typeface="Arial"/>
              </a:defRPr>
            </a:lvl6pPr>
            <a:lvl7pPr algn="ctr">
              <a:defRPr sz="1875">
                <a:solidFill>
                  <a:srgbClr val="0B2F38"/>
                </a:solidFill>
                <a:latin typeface="Arial"/>
                <a:ea typeface="Arial"/>
                <a:cs typeface="Arial"/>
              </a:defRPr>
            </a:lvl7pPr>
            <a:lvl8pPr algn="ctr">
              <a:defRPr sz="1875">
                <a:solidFill>
                  <a:srgbClr val="0B2F38"/>
                </a:solidFill>
                <a:latin typeface="Arial"/>
                <a:ea typeface="Arial"/>
                <a:cs typeface="Arial"/>
              </a:defRPr>
            </a:lvl8pPr>
            <a:lvl9pPr algn="ctr">
              <a:defRPr sz="1875">
                <a:solidFill>
                  <a:srgbClr val="0B2F38"/>
                </a:solidFill>
                <a:latin typeface="Arial"/>
                <a:ea typeface="Arial"/>
                <a:cs typeface="Arial"/>
              </a:defRPr>
            </a:lvl9pPr>
          </a:lstStyle>
          <a:p xmlns:a="http://schemas.openxmlformats.org/drawingml/2006/main">
            <a:pPr algn="ctr">
              <a:defRPr sz="1875">
                <a:solidFill>
                  <a:srgbClr val="0B2F38"/>
                </a:solidFill>
                <a:latin typeface="Arial"/>
                <a:ea typeface="Arial"/>
                <a:cs typeface="Arial"/>
              </a:defRPr>
            </a:pPr>
            <a:r>
              <a:rPr sz="1875">
                <a:solidFill>
                  <a:srgbClr val="0B2F38"/>
                </a:solidFill>
                <a:latin typeface="Arial"/>
                <a:ea typeface="Arial"/>
                <a:cs typeface="Arial"/>
              </a:rPr>
              <a:t>Menschliche Labels</a:t>
            </a:r>
          </a:p>
          <a:p xmlns:a="http://schemas.openxmlformats.org/drawingml/2006/main">
            <a:pPr algn="ctr">
              <a:defRPr sz="1875">
                <a:solidFill>
                  <a:srgbClr val="0B2F38"/>
                </a:solidFill>
                <a:latin typeface="Arial"/>
                <a:ea typeface="Arial"/>
                <a:cs typeface="Arial"/>
              </a:defRPr>
            </a:pPr>
            <a:r>
              <a:rPr sz="1875">
                <a:solidFill>
                  <a:srgbClr val="0B2F38"/>
                </a:solidFill>
                <a:latin typeface="Arial"/>
                <a:ea typeface="Arial"/>
                <a:cs typeface="Arial"/>
              </a:rPr>
              <a:t>Train / Validation / Test</a:t>
            </a:r>
          </a:p>
        </p:txBody>
      </p:sp>
      <p:sp>
        <p:nvSpPr>
          <p:cNvPr id="4" name="diagram-Training">
            <a:extLst xmlns:a="http://schemas.openxmlformats.org/drawingml/2006/main">
              <a:ext uri="{FF2B5EF4-FFF2-40B4-BE49-F238E27FC236}">
                <a16:creationId xmlns:a16="http://schemas.microsoft.com/office/drawing/2014/main" id="{C6132D6A-59E5-4104-A350-4A6EF6A49D80}"/>
              </a:ext>
            </a:extLst>
          </p:cNvPr>
          <p:cNvSpPr>
            <a:spLocks xmlns:a="http://schemas.openxmlformats.org/drawingml/2006/main" noGrp="1"/>
          </p:cNvSpPr>
          <p:nvPr/>
        </p:nvSpPr>
        <p:spPr>
          <a:xfrm xmlns:a="http://schemas.openxmlformats.org/drawingml/2006/main">
            <a:off x="4514850" y="1666875"/>
            <a:ext cx="3162300" cy="1028700"/>
          </a:xfrm>
          <a:prstGeom xmlns:a="http://schemas.openxmlformats.org/drawingml/2006/main" prst="rect">
            <a:avLst/>
          </a:prstGeom>
          <a:solidFill xmlns:a="http://schemas.openxmlformats.org/drawingml/2006/main">
            <a:srgbClr val="FFFFFF"/>
          </a:solidFill>
          <a:ln xmlns:a="http://schemas.openxmlformats.org/drawingml/2006/main" w="14288">
            <a:solidFill>
              <a:srgbClr val="C9D3D2"/>
            </a:solidFill>
          </a:ln>
        </p:spPr>
        <p:txBody>
          <a:bodyPr xmlns:a="http://schemas.openxmlformats.org/drawingml/2006/main" lIns="133350" tIns="133350" rIns="133350" bIns="133350" anchor="ctr">
            <a:noAutofit/>
          </a:bodyPr>
          <a:lstStyle xmlns:a="http://schemas.openxmlformats.org/drawingml/2006/main">
            <a:defPPr algn="ctr">
              <a:defRPr sz="1875">
                <a:solidFill>
                  <a:srgbClr val="0B2F38"/>
                </a:solidFill>
                <a:latin typeface="Arial"/>
                <a:ea typeface="Arial"/>
                <a:cs typeface="Arial"/>
              </a:defRPr>
            </a:defPPr>
            <a:lvl1pPr algn="ctr">
              <a:defRPr sz="1875">
                <a:solidFill>
                  <a:srgbClr val="0B2F38"/>
                </a:solidFill>
                <a:latin typeface="Arial"/>
                <a:ea typeface="Arial"/>
                <a:cs typeface="Arial"/>
              </a:defRPr>
            </a:lvl1pPr>
            <a:lvl2pPr algn="ctr">
              <a:defRPr sz="1875">
                <a:solidFill>
                  <a:srgbClr val="0B2F38"/>
                </a:solidFill>
                <a:latin typeface="Arial"/>
                <a:ea typeface="Arial"/>
                <a:cs typeface="Arial"/>
              </a:defRPr>
            </a:lvl2pPr>
            <a:lvl3pPr algn="ctr">
              <a:defRPr sz="1875">
                <a:solidFill>
                  <a:srgbClr val="0B2F38"/>
                </a:solidFill>
                <a:latin typeface="Arial"/>
                <a:ea typeface="Arial"/>
                <a:cs typeface="Arial"/>
              </a:defRPr>
            </a:lvl3pPr>
            <a:lvl4pPr algn="ctr">
              <a:defRPr sz="1875">
                <a:solidFill>
                  <a:srgbClr val="0B2F38"/>
                </a:solidFill>
                <a:latin typeface="Arial"/>
                <a:ea typeface="Arial"/>
                <a:cs typeface="Arial"/>
              </a:defRPr>
            </a:lvl4pPr>
            <a:lvl5pPr algn="ctr">
              <a:defRPr sz="1875">
                <a:solidFill>
                  <a:srgbClr val="0B2F38"/>
                </a:solidFill>
                <a:latin typeface="Arial"/>
                <a:ea typeface="Arial"/>
                <a:cs typeface="Arial"/>
              </a:defRPr>
            </a:lvl5pPr>
            <a:lvl6pPr algn="ctr">
              <a:defRPr sz="1875">
                <a:solidFill>
                  <a:srgbClr val="0B2F38"/>
                </a:solidFill>
                <a:latin typeface="Arial"/>
                <a:ea typeface="Arial"/>
                <a:cs typeface="Arial"/>
              </a:defRPr>
            </a:lvl6pPr>
            <a:lvl7pPr algn="ctr">
              <a:defRPr sz="1875">
                <a:solidFill>
                  <a:srgbClr val="0B2F38"/>
                </a:solidFill>
                <a:latin typeface="Arial"/>
                <a:ea typeface="Arial"/>
                <a:cs typeface="Arial"/>
              </a:defRPr>
            </a:lvl7pPr>
            <a:lvl8pPr algn="ctr">
              <a:defRPr sz="1875">
                <a:solidFill>
                  <a:srgbClr val="0B2F38"/>
                </a:solidFill>
                <a:latin typeface="Arial"/>
                <a:ea typeface="Arial"/>
                <a:cs typeface="Arial"/>
              </a:defRPr>
            </a:lvl8pPr>
            <a:lvl9pPr algn="ctr">
              <a:defRPr sz="1875">
                <a:solidFill>
                  <a:srgbClr val="0B2F38"/>
                </a:solidFill>
                <a:latin typeface="Arial"/>
                <a:ea typeface="Arial"/>
                <a:cs typeface="Arial"/>
              </a:defRPr>
            </a:lvl9pPr>
          </a:lstStyle>
          <a:p xmlns:a="http://schemas.openxmlformats.org/drawingml/2006/main">
            <a:pPr algn="ctr">
              <a:defRPr sz="1875">
                <a:solidFill>
                  <a:srgbClr val="0B2F38"/>
                </a:solidFill>
                <a:latin typeface="Arial"/>
                <a:ea typeface="Arial"/>
                <a:cs typeface="Arial"/>
              </a:defRPr>
            </a:pPr>
            <a:r>
              <a:rPr sz="1875">
                <a:solidFill>
                  <a:srgbClr val="0B2F38"/>
                </a:solidFill>
                <a:latin typeface="Arial"/>
                <a:ea typeface="Arial"/>
                <a:cs typeface="Arial"/>
              </a:rPr>
              <a:t>Training</a:t>
            </a:r>
          </a:p>
          <a:p xmlns:a="http://schemas.openxmlformats.org/drawingml/2006/main">
            <a:pPr algn="ctr">
              <a:defRPr sz="1875">
                <a:solidFill>
                  <a:srgbClr val="0B2F38"/>
                </a:solidFill>
                <a:latin typeface="Arial"/>
                <a:ea typeface="Arial"/>
                <a:cs typeface="Arial"/>
              </a:defRPr>
            </a:pPr>
            <a:r>
              <a:rPr sz="1875">
                <a:solidFill>
                  <a:srgbClr val="0B2F38"/>
                </a:solidFill>
                <a:latin typeface="Arial"/>
                <a:ea typeface="Arial"/>
                <a:cs typeface="Arial"/>
              </a:rPr>
              <a:t>Gewichte lernen</a:t>
            </a:r>
          </a:p>
        </p:txBody>
      </p:sp>
      <p:sp>
        <p:nvSpPr>
          <p:cNvPr id="5" name="diagram-Validierung">
            <a:extLst xmlns:a="http://schemas.openxmlformats.org/drawingml/2006/main">
              <a:ext uri="{FF2B5EF4-FFF2-40B4-BE49-F238E27FC236}">
                <a16:creationId xmlns:a16="http://schemas.microsoft.com/office/drawing/2014/main" id="{59C67B45-28D4-44E1-9965-64D59CC7C9F4}"/>
              </a:ext>
            </a:extLst>
          </p:cNvPr>
          <p:cNvSpPr>
            <a:spLocks xmlns:a="http://schemas.openxmlformats.org/drawingml/2006/main" noGrp="1"/>
          </p:cNvSpPr>
          <p:nvPr/>
        </p:nvSpPr>
        <p:spPr>
          <a:xfrm xmlns:a="http://schemas.openxmlformats.org/drawingml/2006/main">
            <a:off x="8343900" y="1666875"/>
            <a:ext cx="3238500" cy="1028700"/>
          </a:xfrm>
          <a:prstGeom xmlns:a="http://schemas.openxmlformats.org/drawingml/2006/main" prst="rect">
            <a:avLst/>
          </a:prstGeom>
          <a:solidFill xmlns:a="http://schemas.openxmlformats.org/drawingml/2006/main">
            <a:srgbClr val="FFFFFF"/>
          </a:solidFill>
          <a:ln xmlns:a="http://schemas.openxmlformats.org/drawingml/2006/main" w="14288">
            <a:solidFill>
              <a:srgbClr val="C9D3D2"/>
            </a:solidFill>
          </a:ln>
        </p:spPr>
        <p:txBody>
          <a:bodyPr xmlns:a="http://schemas.openxmlformats.org/drawingml/2006/main" lIns="133350" tIns="133350" rIns="133350" bIns="133350" anchor="ctr">
            <a:noAutofit/>
          </a:bodyPr>
          <a:lstStyle xmlns:a="http://schemas.openxmlformats.org/drawingml/2006/main">
            <a:defPPr algn="ctr">
              <a:defRPr sz="1875">
                <a:solidFill>
                  <a:srgbClr val="0B2F38"/>
                </a:solidFill>
                <a:latin typeface="Arial"/>
                <a:ea typeface="Arial"/>
                <a:cs typeface="Arial"/>
              </a:defRPr>
            </a:defPPr>
            <a:lvl1pPr algn="ctr">
              <a:defRPr sz="1875">
                <a:solidFill>
                  <a:srgbClr val="0B2F38"/>
                </a:solidFill>
                <a:latin typeface="Arial"/>
                <a:ea typeface="Arial"/>
                <a:cs typeface="Arial"/>
              </a:defRPr>
            </a:lvl1pPr>
            <a:lvl2pPr algn="ctr">
              <a:defRPr sz="1875">
                <a:solidFill>
                  <a:srgbClr val="0B2F38"/>
                </a:solidFill>
                <a:latin typeface="Arial"/>
                <a:ea typeface="Arial"/>
                <a:cs typeface="Arial"/>
              </a:defRPr>
            </a:lvl2pPr>
            <a:lvl3pPr algn="ctr">
              <a:defRPr sz="1875">
                <a:solidFill>
                  <a:srgbClr val="0B2F38"/>
                </a:solidFill>
                <a:latin typeface="Arial"/>
                <a:ea typeface="Arial"/>
                <a:cs typeface="Arial"/>
              </a:defRPr>
            </a:lvl3pPr>
            <a:lvl4pPr algn="ctr">
              <a:defRPr sz="1875">
                <a:solidFill>
                  <a:srgbClr val="0B2F38"/>
                </a:solidFill>
                <a:latin typeface="Arial"/>
                <a:ea typeface="Arial"/>
                <a:cs typeface="Arial"/>
              </a:defRPr>
            </a:lvl4pPr>
            <a:lvl5pPr algn="ctr">
              <a:defRPr sz="1875">
                <a:solidFill>
                  <a:srgbClr val="0B2F38"/>
                </a:solidFill>
                <a:latin typeface="Arial"/>
                <a:ea typeface="Arial"/>
                <a:cs typeface="Arial"/>
              </a:defRPr>
            </a:lvl5pPr>
            <a:lvl6pPr algn="ctr">
              <a:defRPr sz="1875">
                <a:solidFill>
                  <a:srgbClr val="0B2F38"/>
                </a:solidFill>
                <a:latin typeface="Arial"/>
                <a:ea typeface="Arial"/>
                <a:cs typeface="Arial"/>
              </a:defRPr>
            </a:lvl6pPr>
            <a:lvl7pPr algn="ctr">
              <a:defRPr sz="1875">
                <a:solidFill>
                  <a:srgbClr val="0B2F38"/>
                </a:solidFill>
                <a:latin typeface="Arial"/>
                <a:ea typeface="Arial"/>
                <a:cs typeface="Arial"/>
              </a:defRPr>
            </a:lvl7pPr>
            <a:lvl8pPr algn="ctr">
              <a:defRPr sz="1875">
                <a:solidFill>
                  <a:srgbClr val="0B2F38"/>
                </a:solidFill>
                <a:latin typeface="Arial"/>
                <a:ea typeface="Arial"/>
                <a:cs typeface="Arial"/>
              </a:defRPr>
            </a:lvl8pPr>
            <a:lvl9pPr algn="ctr">
              <a:defRPr sz="1875">
                <a:solidFill>
                  <a:srgbClr val="0B2F38"/>
                </a:solidFill>
                <a:latin typeface="Arial"/>
                <a:ea typeface="Arial"/>
                <a:cs typeface="Arial"/>
              </a:defRPr>
            </a:lvl9pPr>
          </a:lstStyle>
          <a:p xmlns:a="http://schemas.openxmlformats.org/drawingml/2006/main">
            <a:pPr algn="ctr">
              <a:defRPr sz="1875">
                <a:solidFill>
                  <a:srgbClr val="0B2F38"/>
                </a:solidFill>
                <a:latin typeface="Arial"/>
                <a:ea typeface="Arial"/>
                <a:cs typeface="Arial"/>
              </a:defRPr>
            </a:pPr>
            <a:r>
              <a:rPr sz="1875">
                <a:solidFill>
                  <a:srgbClr val="0B2F38"/>
                </a:solidFill>
                <a:latin typeface="Arial"/>
                <a:ea typeface="Arial"/>
                <a:cs typeface="Arial"/>
              </a:rPr>
              <a:t>Validierung</a:t>
            </a:r>
          </a:p>
          <a:p xmlns:a="http://schemas.openxmlformats.org/drawingml/2006/main">
            <a:pPr algn="ctr">
              <a:defRPr sz="1875">
                <a:solidFill>
                  <a:srgbClr val="0B2F38"/>
                </a:solidFill>
                <a:latin typeface="Arial"/>
                <a:ea typeface="Arial"/>
                <a:cs typeface="Arial"/>
              </a:defRPr>
            </a:pPr>
            <a:r>
              <a:rPr sz="1875">
                <a:solidFill>
                  <a:srgbClr val="0B2F38"/>
                </a:solidFill>
                <a:latin typeface="Arial"/>
                <a:ea typeface="Arial"/>
                <a:cs typeface="Arial"/>
              </a:rPr>
              <a:t>Modell auswählen</a:t>
            </a:r>
          </a:p>
        </p:txBody>
      </p:sp>
      <p:sp>
        <p:nvSpPr>
          <p:cNvPr id="8" name="diagram-Unabhängiger Test">
            <a:extLst xmlns:a="http://schemas.openxmlformats.org/drawingml/2006/main">
              <a:ext uri="{FF2B5EF4-FFF2-40B4-BE49-F238E27FC236}">
                <a16:creationId xmlns:a16="http://schemas.microsoft.com/office/drawing/2014/main" id="{DE0ABC6C-51CE-4B42-9367-C2813C3DDAF1}"/>
              </a:ext>
            </a:extLst>
          </p:cNvPr>
          <p:cNvSpPr>
            <a:spLocks xmlns:a="http://schemas.openxmlformats.org/drawingml/2006/main" noGrp="1"/>
          </p:cNvSpPr>
          <p:nvPr/>
        </p:nvSpPr>
        <p:spPr>
          <a:xfrm xmlns:a="http://schemas.openxmlformats.org/drawingml/2006/main">
            <a:off x="8343900" y="3457575"/>
            <a:ext cx="3238500" cy="1104900"/>
          </a:xfrm>
          <a:prstGeom xmlns:a="http://schemas.openxmlformats.org/drawingml/2006/main" prst="rect">
            <a:avLst/>
          </a:prstGeom>
          <a:solidFill xmlns:a="http://schemas.openxmlformats.org/drawingml/2006/main">
            <a:srgbClr val="0B2F38"/>
          </a:solidFill>
          <a:ln xmlns:a="http://schemas.openxmlformats.org/drawingml/2006/main" w="14288">
            <a:solidFill>
              <a:srgbClr val="0B2F38"/>
            </a:solidFill>
          </a:ln>
        </p:spPr>
        <p:txBody>
          <a:bodyPr xmlns:a="http://schemas.openxmlformats.org/drawingml/2006/main" lIns="133350" tIns="133350" rIns="133350" bIns="133350" anchor="ctr">
            <a:noAutofit/>
          </a:bodyPr>
          <a:lstStyle xmlns:a="http://schemas.openxmlformats.org/drawingml/2006/main">
            <a:defPPr algn="ctr">
              <a:defRPr sz="1875">
                <a:solidFill>
                  <a:srgbClr val="FFFFFF"/>
                </a:solidFill>
                <a:latin typeface="Arial"/>
                <a:ea typeface="Arial"/>
                <a:cs typeface="Arial"/>
              </a:defRPr>
            </a:defPPr>
            <a:lvl1pPr algn="ctr">
              <a:defRPr sz="1875">
                <a:solidFill>
                  <a:srgbClr val="FFFFFF"/>
                </a:solidFill>
                <a:latin typeface="Arial"/>
                <a:ea typeface="Arial"/>
                <a:cs typeface="Arial"/>
              </a:defRPr>
            </a:lvl1pPr>
            <a:lvl2pPr algn="ctr">
              <a:defRPr sz="1875">
                <a:solidFill>
                  <a:srgbClr val="FFFFFF"/>
                </a:solidFill>
                <a:latin typeface="Arial"/>
                <a:ea typeface="Arial"/>
                <a:cs typeface="Arial"/>
              </a:defRPr>
            </a:lvl2pPr>
            <a:lvl3pPr algn="ctr">
              <a:defRPr sz="1875">
                <a:solidFill>
                  <a:srgbClr val="FFFFFF"/>
                </a:solidFill>
                <a:latin typeface="Arial"/>
                <a:ea typeface="Arial"/>
                <a:cs typeface="Arial"/>
              </a:defRPr>
            </a:lvl3pPr>
            <a:lvl4pPr algn="ctr">
              <a:defRPr sz="1875">
                <a:solidFill>
                  <a:srgbClr val="FFFFFF"/>
                </a:solidFill>
                <a:latin typeface="Arial"/>
                <a:ea typeface="Arial"/>
                <a:cs typeface="Arial"/>
              </a:defRPr>
            </a:lvl4pPr>
            <a:lvl5pPr algn="ctr">
              <a:defRPr sz="1875">
                <a:solidFill>
                  <a:srgbClr val="FFFFFF"/>
                </a:solidFill>
                <a:latin typeface="Arial"/>
                <a:ea typeface="Arial"/>
                <a:cs typeface="Arial"/>
              </a:defRPr>
            </a:lvl5pPr>
            <a:lvl6pPr algn="ctr">
              <a:defRPr sz="1875">
                <a:solidFill>
                  <a:srgbClr val="FFFFFF"/>
                </a:solidFill>
                <a:latin typeface="Arial"/>
                <a:ea typeface="Arial"/>
                <a:cs typeface="Arial"/>
              </a:defRPr>
            </a:lvl6pPr>
            <a:lvl7pPr algn="ctr">
              <a:defRPr sz="1875">
                <a:solidFill>
                  <a:srgbClr val="FFFFFF"/>
                </a:solidFill>
                <a:latin typeface="Arial"/>
                <a:ea typeface="Arial"/>
                <a:cs typeface="Arial"/>
              </a:defRPr>
            </a:lvl7pPr>
            <a:lvl8pPr algn="ctr">
              <a:defRPr sz="1875">
                <a:solidFill>
                  <a:srgbClr val="FFFFFF"/>
                </a:solidFill>
                <a:latin typeface="Arial"/>
                <a:ea typeface="Arial"/>
                <a:cs typeface="Arial"/>
              </a:defRPr>
            </a:lvl8pPr>
            <a:lvl9pPr algn="ctr">
              <a:defRPr sz="1875">
                <a:solidFill>
                  <a:srgbClr val="FFFFFF"/>
                </a:solidFill>
                <a:latin typeface="Arial"/>
                <a:ea typeface="Arial"/>
                <a:cs typeface="Arial"/>
              </a:defRPr>
            </a:lvl9pPr>
          </a:lstStyle>
          <a:p xmlns:a="http://schemas.openxmlformats.org/drawingml/2006/main">
            <a:pPr algn="ctr">
              <a:defRPr sz="1875">
                <a:solidFill>
                  <a:srgbClr val="FFFFFF"/>
                </a:solidFill>
                <a:latin typeface="Arial"/>
                <a:ea typeface="Arial"/>
                <a:cs typeface="Arial"/>
              </a:defRPr>
            </a:pPr>
            <a:r>
              <a:rPr sz="1875">
                <a:solidFill>
                  <a:srgbClr val="FFFFFF"/>
                </a:solidFill>
                <a:latin typeface="Arial"/>
                <a:ea typeface="Arial"/>
                <a:cs typeface="Arial"/>
              </a:rPr>
              <a:t>Unabhängiger Test</a:t>
            </a:r>
          </a:p>
          <a:p xmlns:a="http://schemas.openxmlformats.org/drawingml/2006/main">
            <a:pPr algn="ctr">
              <a:defRPr sz="1875">
                <a:solidFill>
                  <a:srgbClr val="FFFFFF"/>
                </a:solidFill>
                <a:latin typeface="Arial"/>
                <a:ea typeface="Arial"/>
                <a:cs typeface="Arial"/>
              </a:defRPr>
            </a:pPr>
            <a:r>
              <a:rPr sz="1875">
                <a:solidFill>
                  <a:srgbClr val="FFFFFF"/>
                </a:solidFill>
                <a:latin typeface="Arial"/>
                <a:ea typeface="Arial"/>
                <a:cs typeface="Arial"/>
              </a:rPr>
              <a:t>Qualität + Fehleranalyse</a:t>
            </a:r>
          </a:p>
        </p:txBody>
      </p:sp>
      <p:sp>
        <p:nvSpPr>
          <p:cNvPr id="9" name="diagram-Bereitstellung">
            <a:extLst xmlns:a="http://schemas.openxmlformats.org/drawingml/2006/main">
              <a:ext uri="{FF2B5EF4-FFF2-40B4-BE49-F238E27FC236}">
                <a16:creationId xmlns:a16="http://schemas.microsoft.com/office/drawing/2014/main" id="{21411172-6FE1-4D7F-A737-66C0B2E91C11}"/>
              </a:ext>
            </a:extLst>
          </p:cNvPr>
          <p:cNvSpPr>
            <a:spLocks xmlns:a="http://schemas.openxmlformats.org/drawingml/2006/main" noGrp="1"/>
          </p:cNvSpPr>
          <p:nvPr/>
        </p:nvSpPr>
        <p:spPr>
          <a:xfrm xmlns:a="http://schemas.openxmlformats.org/drawingml/2006/main">
            <a:off x="4514850" y="3457575"/>
            <a:ext cx="3162300" cy="1104900"/>
          </a:xfrm>
          <a:prstGeom xmlns:a="http://schemas.openxmlformats.org/drawingml/2006/main" prst="rect">
            <a:avLst/>
          </a:prstGeom>
          <a:solidFill xmlns:a="http://schemas.openxmlformats.org/drawingml/2006/main">
            <a:srgbClr val="FFFFFF"/>
          </a:solidFill>
          <a:ln xmlns:a="http://schemas.openxmlformats.org/drawingml/2006/main" w="14288">
            <a:solidFill>
              <a:srgbClr val="C9D3D2"/>
            </a:solidFill>
          </a:ln>
        </p:spPr>
        <p:txBody>
          <a:bodyPr xmlns:a="http://schemas.openxmlformats.org/drawingml/2006/main" lIns="133350" tIns="133350" rIns="133350" bIns="133350" anchor="ctr">
            <a:noAutofit/>
          </a:bodyPr>
          <a:lstStyle xmlns:a="http://schemas.openxmlformats.org/drawingml/2006/main">
            <a:defPPr algn="ctr">
              <a:defRPr sz="1875">
                <a:solidFill>
                  <a:srgbClr val="0B2F38"/>
                </a:solidFill>
                <a:latin typeface="Arial"/>
                <a:ea typeface="Arial"/>
                <a:cs typeface="Arial"/>
              </a:defRPr>
            </a:defPPr>
            <a:lvl1pPr algn="ctr">
              <a:defRPr sz="1875">
                <a:solidFill>
                  <a:srgbClr val="0B2F38"/>
                </a:solidFill>
                <a:latin typeface="Arial"/>
                <a:ea typeface="Arial"/>
                <a:cs typeface="Arial"/>
              </a:defRPr>
            </a:lvl1pPr>
            <a:lvl2pPr algn="ctr">
              <a:defRPr sz="1875">
                <a:solidFill>
                  <a:srgbClr val="0B2F38"/>
                </a:solidFill>
                <a:latin typeface="Arial"/>
                <a:ea typeface="Arial"/>
                <a:cs typeface="Arial"/>
              </a:defRPr>
            </a:lvl2pPr>
            <a:lvl3pPr algn="ctr">
              <a:defRPr sz="1875">
                <a:solidFill>
                  <a:srgbClr val="0B2F38"/>
                </a:solidFill>
                <a:latin typeface="Arial"/>
                <a:ea typeface="Arial"/>
                <a:cs typeface="Arial"/>
              </a:defRPr>
            </a:lvl3pPr>
            <a:lvl4pPr algn="ctr">
              <a:defRPr sz="1875">
                <a:solidFill>
                  <a:srgbClr val="0B2F38"/>
                </a:solidFill>
                <a:latin typeface="Arial"/>
                <a:ea typeface="Arial"/>
                <a:cs typeface="Arial"/>
              </a:defRPr>
            </a:lvl4pPr>
            <a:lvl5pPr algn="ctr">
              <a:defRPr sz="1875">
                <a:solidFill>
                  <a:srgbClr val="0B2F38"/>
                </a:solidFill>
                <a:latin typeface="Arial"/>
                <a:ea typeface="Arial"/>
                <a:cs typeface="Arial"/>
              </a:defRPr>
            </a:lvl5pPr>
            <a:lvl6pPr algn="ctr">
              <a:defRPr sz="1875">
                <a:solidFill>
                  <a:srgbClr val="0B2F38"/>
                </a:solidFill>
                <a:latin typeface="Arial"/>
                <a:ea typeface="Arial"/>
                <a:cs typeface="Arial"/>
              </a:defRPr>
            </a:lvl6pPr>
            <a:lvl7pPr algn="ctr">
              <a:defRPr sz="1875">
                <a:solidFill>
                  <a:srgbClr val="0B2F38"/>
                </a:solidFill>
                <a:latin typeface="Arial"/>
                <a:ea typeface="Arial"/>
                <a:cs typeface="Arial"/>
              </a:defRPr>
            </a:lvl7pPr>
            <a:lvl8pPr algn="ctr">
              <a:defRPr sz="1875">
                <a:solidFill>
                  <a:srgbClr val="0B2F38"/>
                </a:solidFill>
                <a:latin typeface="Arial"/>
                <a:ea typeface="Arial"/>
                <a:cs typeface="Arial"/>
              </a:defRPr>
            </a:lvl8pPr>
            <a:lvl9pPr algn="ctr">
              <a:defRPr sz="1875">
                <a:solidFill>
                  <a:srgbClr val="0B2F38"/>
                </a:solidFill>
                <a:latin typeface="Arial"/>
                <a:ea typeface="Arial"/>
                <a:cs typeface="Arial"/>
              </a:defRPr>
            </a:lvl9pPr>
          </a:lstStyle>
          <a:p xmlns:a="http://schemas.openxmlformats.org/drawingml/2006/main">
            <a:pPr algn="ctr">
              <a:defRPr sz="1875">
                <a:solidFill>
                  <a:srgbClr val="0B2F38"/>
                </a:solidFill>
                <a:latin typeface="Arial"/>
                <a:ea typeface="Arial"/>
                <a:cs typeface="Arial"/>
              </a:defRPr>
            </a:pPr>
            <a:r>
              <a:rPr sz="1875">
                <a:solidFill>
                  <a:srgbClr val="0B2F38"/>
                </a:solidFill>
                <a:latin typeface="Arial"/>
                <a:ea typeface="Arial"/>
                <a:cs typeface="Arial"/>
              </a:rPr>
              <a:t>Bereitstellung</a:t>
            </a:r>
          </a:p>
          <a:p xmlns:a="http://schemas.openxmlformats.org/drawingml/2006/main">
            <a:pPr algn="ctr">
              <a:defRPr sz="1875">
                <a:solidFill>
                  <a:srgbClr val="0B2F38"/>
                </a:solidFill>
                <a:latin typeface="Arial"/>
                <a:ea typeface="Arial"/>
                <a:cs typeface="Arial"/>
              </a:defRPr>
            </a:pPr>
            <a:r>
              <a:rPr sz="1875">
                <a:solidFill>
                  <a:srgbClr val="0B2F38"/>
                </a:solidFill>
                <a:latin typeface="Arial"/>
                <a:ea typeface="Arial"/>
                <a:cs typeface="Arial"/>
              </a:rPr>
              <a:t>Server + Core ML / LiteRT</a:t>
            </a:r>
          </a:p>
        </p:txBody>
      </p:sp>
      <p:sp>
        <p:nvSpPr>
          <p:cNvPr id="10" name="diagram-Neue Datenversion">
            <a:extLst xmlns:a="http://schemas.openxmlformats.org/drawingml/2006/main">
              <a:ext uri="{FF2B5EF4-FFF2-40B4-BE49-F238E27FC236}">
                <a16:creationId xmlns:a16="http://schemas.microsoft.com/office/drawing/2014/main" id="{1019BD89-D8D4-484B-A15E-2048B9E71C63}"/>
              </a:ext>
            </a:extLst>
          </p:cNvPr>
          <p:cNvSpPr>
            <a:spLocks xmlns:a="http://schemas.openxmlformats.org/drawingml/2006/main" noGrp="1"/>
          </p:cNvSpPr>
          <p:nvPr/>
        </p:nvSpPr>
        <p:spPr>
          <a:xfrm xmlns:a="http://schemas.openxmlformats.org/drawingml/2006/main">
            <a:off x="609600" y="3457575"/>
            <a:ext cx="3238500" cy="1104900"/>
          </a:xfrm>
          <a:prstGeom xmlns:a="http://schemas.openxmlformats.org/drawingml/2006/main" prst="rect">
            <a:avLst/>
          </a:prstGeom>
          <a:solidFill xmlns:a="http://schemas.openxmlformats.org/drawingml/2006/main">
            <a:srgbClr val="FFFFFF"/>
          </a:solidFill>
          <a:ln xmlns:a="http://schemas.openxmlformats.org/drawingml/2006/main" w="14288">
            <a:solidFill>
              <a:srgbClr val="C9D3D2"/>
            </a:solidFill>
          </a:ln>
        </p:spPr>
        <p:txBody>
          <a:bodyPr xmlns:a="http://schemas.openxmlformats.org/drawingml/2006/main" lIns="133350" tIns="133350" rIns="133350" bIns="133350" anchor="ctr">
            <a:noAutofit/>
          </a:bodyPr>
          <a:lstStyle xmlns:a="http://schemas.openxmlformats.org/drawingml/2006/main">
            <a:defPPr algn="ctr">
              <a:defRPr sz="1875">
                <a:solidFill>
                  <a:srgbClr val="0B2F38"/>
                </a:solidFill>
                <a:latin typeface="Arial"/>
                <a:ea typeface="Arial"/>
                <a:cs typeface="Arial"/>
              </a:defRPr>
            </a:defPPr>
            <a:lvl1pPr algn="ctr">
              <a:defRPr sz="1875">
                <a:solidFill>
                  <a:srgbClr val="0B2F38"/>
                </a:solidFill>
                <a:latin typeface="Arial"/>
                <a:ea typeface="Arial"/>
                <a:cs typeface="Arial"/>
              </a:defRPr>
            </a:lvl1pPr>
            <a:lvl2pPr algn="ctr">
              <a:defRPr sz="1875">
                <a:solidFill>
                  <a:srgbClr val="0B2F38"/>
                </a:solidFill>
                <a:latin typeface="Arial"/>
                <a:ea typeface="Arial"/>
                <a:cs typeface="Arial"/>
              </a:defRPr>
            </a:lvl2pPr>
            <a:lvl3pPr algn="ctr">
              <a:defRPr sz="1875">
                <a:solidFill>
                  <a:srgbClr val="0B2F38"/>
                </a:solidFill>
                <a:latin typeface="Arial"/>
                <a:ea typeface="Arial"/>
                <a:cs typeface="Arial"/>
              </a:defRPr>
            </a:lvl3pPr>
            <a:lvl4pPr algn="ctr">
              <a:defRPr sz="1875">
                <a:solidFill>
                  <a:srgbClr val="0B2F38"/>
                </a:solidFill>
                <a:latin typeface="Arial"/>
                <a:ea typeface="Arial"/>
                <a:cs typeface="Arial"/>
              </a:defRPr>
            </a:lvl4pPr>
            <a:lvl5pPr algn="ctr">
              <a:defRPr sz="1875">
                <a:solidFill>
                  <a:srgbClr val="0B2F38"/>
                </a:solidFill>
                <a:latin typeface="Arial"/>
                <a:ea typeface="Arial"/>
                <a:cs typeface="Arial"/>
              </a:defRPr>
            </a:lvl5pPr>
            <a:lvl6pPr algn="ctr">
              <a:defRPr sz="1875">
                <a:solidFill>
                  <a:srgbClr val="0B2F38"/>
                </a:solidFill>
                <a:latin typeface="Arial"/>
                <a:ea typeface="Arial"/>
                <a:cs typeface="Arial"/>
              </a:defRPr>
            </a:lvl6pPr>
            <a:lvl7pPr algn="ctr">
              <a:defRPr sz="1875">
                <a:solidFill>
                  <a:srgbClr val="0B2F38"/>
                </a:solidFill>
                <a:latin typeface="Arial"/>
                <a:ea typeface="Arial"/>
                <a:cs typeface="Arial"/>
              </a:defRPr>
            </a:lvl7pPr>
            <a:lvl8pPr algn="ctr">
              <a:defRPr sz="1875">
                <a:solidFill>
                  <a:srgbClr val="0B2F38"/>
                </a:solidFill>
                <a:latin typeface="Arial"/>
                <a:ea typeface="Arial"/>
                <a:cs typeface="Arial"/>
              </a:defRPr>
            </a:lvl8pPr>
            <a:lvl9pPr algn="ctr">
              <a:defRPr sz="1875">
                <a:solidFill>
                  <a:srgbClr val="0B2F38"/>
                </a:solidFill>
                <a:latin typeface="Arial"/>
                <a:ea typeface="Arial"/>
                <a:cs typeface="Arial"/>
              </a:defRPr>
            </a:lvl9pPr>
          </a:lstStyle>
          <a:p xmlns:a="http://schemas.openxmlformats.org/drawingml/2006/main">
            <a:pPr algn="ctr">
              <a:defRPr sz="1875">
                <a:solidFill>
                  <a:srgbClr val="0B2F38"/>
                </a:solidFill>
                <a:latin typeface="Arial"/>
                <a:ea typeface="Arial"/>
                <a:cs typeface="Arial"/>
              </a:defRPr>
            </a:pPr>
            <a:r>
              <a:rPr sz="1875">
                <a:solidFill>
                  <a:srgbClr val="0B2F38"/>
                </a:solidFill>
                <a:latin typeface="Arial"/>
                <a:ea typeface="Arial"/>
                <a:cs typeface="Arial"/>
              </a:rPr>
              <a:t>Neue Datenversion</a:t>
            </a:r>
          </a:p>
          <a:p xmlns:a="http://schemas.openxmlformats.org/drawingml/2006/main">
            <a:pPr algn="ctr">
              <a:defRPr sz="1875">
                <a:solidFill>
                  <a:srgbClr val="0B2F38"/>
                </a:solidFill>
                <a:latin typeface="Arial"/>
                <a:ea typeface="Arial"/>
                <a:cs typeface="Arial"/>
              </a:defRPr>
            </a:pPr>
            <a:r>
              <a:rPr sz="1875">
                <a:solidFill>
                  <a:srgbClr val="0B2F38"/>
                </a:solidFill>
                <a:latin typeface="Arial"/>
                <a:ea typeface="Arial"/>
                <a:cs typeface="Arial"/>
              </a:rPr>
              <a:t>Label- und Fehleranalyse</a:t>
            </a:r>
          </a:p>
        </p:txBody>
      </p:sp>
      <p:sp>
        <p:nvSpPr>
          <p:cNvPr id="15" name="text-14">
            <a:extLst xmlns:a="http://schemas.openxmlformats.org/drawingml/2006/main">
              <a:ext uri="{FF2B5EF4-FFF2-40B4-BE49-F238E27FC236}">
                <a16:creationId xmlns:a16="http://schemas.microsoft.com/office/drawing/2014/main" id="{B85EF1C5-F96D-4244-892C-37EBDE504B5B}"/>
              </a:ext>
            </a:extLst>
          </p:cNvPr>
          <p:cNvSpPr>
            <a:spLocks xmlns:a="http://schemas.openxmlformats.org/drawingml/2006/main" noGrp="1"/>
          </p:cNvSpPr>
          <p:nvPr/>
        </p:nvSpPr>
        <p:spPr>
          <a:xfrm xmlns:a="http://schemas.openxmlformats.org/drawingml/2006/main">
            <a:off x="609600" y="509587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50646A"/>
                </a:solidFill>
                <a:latin typeface="Arial"/>
                <a:ea typeface="Arial"/>
                <a:cs typeface="Arial"/>
              </a:defRPr>
            </a:defPPr>
            <a:lvl1pPr algn="l">
              <a:defRPr sz="2175" b="0">
                <a:solidFill>
                  <a:srgbClr val="50646A"/>
                </a:solidFill>
                <a:latin typeface="Arial"/>
                <a:ea typeface="Arial"/>
                <a:cs typeface="Arial"/>
              </a:defRPr>
            </a:lvl1pPr>
            <a:lvl2pPr algn="l">
              <a:defRPr sz="2175" b="0">
                <a:solidFill>
                  <a:srgbClr val="50646A"/>
                </a:solidFill>
                <a:latin typeface="Arial"/>
                <a:ea typeface="Arial"/>
                <a:cs typeface="Arial"/>
              </a:defRPr>
            </a:lvl2pPr>
            <a:lvl3pPr algn="l">
              <a:defRPr sz="2175" b="0">
                <a:solidFill>
                  <a:srgbClr val="50646A"/>
                </a:solidFill>
                <a:latin typeface="Arial"/>
                <a:ea typeface="Arial"/>
                <a:cs typeface="Arial"/>
              </a:defRPr>
            </a:lvl3pPr>
            <a:lvl4pPr algn="l">
              <a:defRPr sz="2175" b="0">
                <a:solidFill>
                  <a:srgbClr val="50646A"/>
                </a:solidFill>
                <a:latin typeface="Arial"/>
                <a:ea typeface="Arial"/>
                <a:cs typeface="Arial"/>
              </a:defRPr>
            </a:lvl4pPr>
            <a:lvl5pPr algn="l">
              <a:defRPr sz="2175" b="0">
                <a:solidFill>
                  <a:srgbClr val="50646A"/>
                </a:solidFill>
                <a:latin typeface="Arial"/>
                <a:ea typeface="Arial"/>
                <a:cs typeface="Arial"/>
              </a:defRPr>
            </a:lvl5pPr>
            <a:lvl6pPr algn="l">
              <a:defRPr sz="2175" b="0">
                <a:solidFill>
                  <a:srgbClr val="50646A"/>
                </a:solidFill>
                <a:latin typeface="Arial"/>
                <a:ea typeface="Arial"/>
                <a:cs typeface="Arial"/>
              </a:defRPr>
            </a:lvl6pPr>
            <a:lvl7pPr algn="l">
              <a:defRPr sz="2175" b="0">
                <a:solidFill>
                  <a:srgbClr val="50646A"/>
                </a:solidFill>
                <a:latin typeface="Arial"/>
                <a:ea typeface="Arial"/>
                <a:cs typeface="Arial"/>
              </a:defRPr>
            </a:lvl7pPr>
            <a:lvl8pPr algn="l">
              <a:defRPr sz="2175" b="0">
                <a:solidFill>
                  <a:srgbClr val="50646A"/>
                </a:solidFill>
                <a:latin typeface="Arial"/>
                <a:ea typeface="Arial"/>
                <a:cs typeface="Arial"/>
              </a:defRPr>
            </a:lvl8pPr>
            <a:lvl9pPr algn="l">
              <a:defRPr sz="2175" b="0">
                <a:solidFill>
                  <a:srgbClr val="50646A"/>
                </a:solidFill>
                <a:latin typeface="Arial"/>
                <a:ea typeface="Arial"/>
                <a:cs typeface="Arial"/>
              </a:defRPr>
            </a:lvl9pPr>
          </a:lstStyle>
          <a:p xmlns:a="http://schemas.openxmlformats.org/drawingml/2006/main">
            <a:pPr algn="l">
              <a:defRPr sz="2175" b="0">
                <a:solidFill>
                  <a:srgbClr val="50646A"/>
                </a:solidFill>
                <a:latin typeface="Arial"/>
                <a:ea typeface="Arial"/>
                <a:cs typeface="Arial"/>
              </a:defRPr>
            </a:pPr>
            <a:r>
              <a:rPr sz="2175" b="0">
                <a:solidFill>
                  <a:srgbClr val="50646A"/>
                </a:solidFill>
                <a:latin typeface="Arial"/>
                <a:ea typeface="Arial"/>
                <a:cs typeface="Arial"/>
              </a:rPr>
              <a:t>Servermodell und Geräteexport werden jeweils geprüft</a:t>
            </a:r>
          </a:p>
        </p:txBody>
      </p:sp>
      <p:sp>
        <p:nvSpPr>
          <p:cNvPr id="16" name="text-15">
            <a:extLst xmlns:a="http://schemas.openxmlformats.org/drawingml/2006/main">
              <a:ext uri="{FF2B5EF4-FFF2-40B4-BE49-F238E27FC236}">
                <a16:creationId xmlns:a16="http://schemas.microsoft.com/office/drawing/2014/main" id="{5004233D-3CF5-4A7C-827A-38093EDE0A2A}"/>
              </a:ext>
            </a:extLst>
          </p:cNvPr>
          <p:cNvSpPr>
            <a:spLocks xmlns:a="http://schemas.openxmlformats.org/drawingml/2006/main" noGrp="1"/>
          </p:cNvSpPr>
          <p:nvPr/>
        </p:nvSpPr>
        <p:spPr>
          <a:xfrm xmlns:a="http://schemas.openxmlformats.org/drawingml/2006/main">
            <a:off x="609600" y="590550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0646A"/>
                </a:solidFill>
                <a:latin typeface="Arial"/>
                <a:ea typeface="Arial"/>
                <a:cs typeface="Arial"/>
              </a:defRPr>
            </a:defPPr>
            <a:lvl1pPr algn="l">
              <a:defRPr sz="1575" b="0">
                <a:solidFill>
                  <a:srgbClr val="50646A"/>
                </a:solidFill>
                <a:latin typeface="Arial"/>
                <a:ea typeface="Arial"/>
                <a:cs typeface="Arial"/>
              </a:defRPr>
            </a:lvl1pPr>
            <a:lvl2pPr algn="l">
              <a:defRPr sz="1575" b="0">
                <a:solidFill>
                  <a:srgbClr val="50646A"/>
                </a:solidFill>
                <a:latin typeface="Arial"/>
                <a:ea typeface="Arial"/>
                <a:cs typeface="Arial"/>
              </a:defRPr>
            </a:lvl2pPr>
            <a:lvl3pPr algn="l">
              <a:defRPr sz="1575" b="0">
                <a:solidFill>
                  <a:srgbClr val="50646A"/>
                </a:solidFill>
                <a:latin typeface="Arial"/>
                <a:ea typeface="Arial"/>
                <a:cs typeface="Arial"/>
              </a:defRPr>
            </a:lvl3pPr>
            <a:lvl4pPr algn="l">
              <a:defRPr sz="1575" b="0">
                <a:solidFill>
                  <a:srgbClr val="50646A"/>
                </a:solidFill>
                <a:latin typeface="Arial"/>
                <a:ea typeface="Arial"/>
                <a:cs typeface="Arial"/>
              </a:defRPr>
            </a:lvl4pPr>
            <a:lvl5pPr algn="l">
              <a:defRPr sz="1575" b="0">
                <a:solidFill>
                  <a:srgbClr val="50646A"/>
                </a:solidFill>
                <a:latin typeface="Arial"/>
                <a:ea typeface="Arial"/>
                <a:cs typeface="Arial"/>
              </a:defRPr>
            </a:lvl5pPr>
            <a:lvl6pPr algn="l">
              <a:defRPr sz="1575" b="0">
                <a:solidFill>
                  <a:srgbClr val="50646A"/>
                </a:solidFill>
                <a:latin typeface="Arial"/>
                <a:ea typeface="Arial"/>
                <a:cs typeface="Arial"/>
              </a:defRPr>
            </a:lvl6pPr>
            <a:lvl7pPr algn="l">
              <a:defRPr sz="1575" b="0">
                <a:solidFill>
                  <a:srgbClr val="50646A"/>
                </a:solidFill>
                <a:latin typeface="Arial"/>
                <a:ea typeface="Arial"/>
                <a:cs typeface="Arial"/>
              </a:defRPr>
            </a:lvl7pPr>
            <a:lvl8pPr algn="l">
              <a:defRPr sz="1575" b="0">
                <a:solidFill>
                  <a:srgbClr val="50646A"/>
                </a:solidFill>
                <a:latin typeface="Arial"/>
                <a:ea typeface="Arial"/>
                <a:cs typeface="Arial"/>
              </a:defRPr>
            </a:lvl8pPr>
            <a:lvl9pPr algn="l">
              <a:defRPr sz="1575" b="0">
                <a:solidFill>
                  <a:srgbClr val="50646A"/>
                </a:solidFill>
                <a:latin typeface="Arial"/>
                <a:ea typeface="Arial"/>
                <a:cs typeface="Arial"/>
              </a:defRPr>
            </a:lvl9pPr>
          </a:lstStyle>
          <a:p xmlns:a="http://schemas.openxmlformats.org/drawingml/2006/main">
            <a:pPr algn="l">
              <a:defRPr sz="1575" b="0">
                <a:solidFill>
                  <a:srgbClr val="50646A"/>
                </a:solidFill>
                <a:latin typeface="Arial"/>
                <a:ea typeface="Arial"/>
                <a:cs typeface="Arial"/>
              </a:defRPr>
            </a:pPr>
            <a:r>
              <a:rPr sz="1575" b="0">
                <a:solidFill>
                  <a:srgbClr val="50646A"/>
                </a:solidFill>
                <a:latin typeface="Arial"/>
                <a:ea typeface="Arial"/>
                <a:cs typeface="Arial"/>
              </a:rPr>
              <a:t>Trainieren und auswählen auf Train / Validation; abschließend auf unabhängigen Testdaten prüfen</a:t>
            </a:r>
          </a:p>
        </p:txBody>
      </p:sp>
    </p:spTree>
    <p:extLst>
      <p:ext uri="{BB962C8B-B14F-4D97-AF65-F5344CB8AC3E}">
        <p14:creationId xmlns:p14="http://schemas.microsoft.com/office/powerpoint/2010/main" val="368342657"/>
      </p:ext>
    </p:extLst>
  </p:cSld>
</p:sld>
</file>

<file path=ppt/slides/slide21.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ED53A9E4-C64C-4A49-8166-A97B00F2AA96}"/>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B2F38"/>
                </a:solidFill>
                <a:latin typeface="Arial"/>
                <a:ea typeface="Arial"/>
                <a:cs typeface="Arial"/>
              </a:defRPr>
            </a:defPPr>
            <a:lvl1pPr algn="l">
              <a:defRPr sz="3300" b="1">
                <a:solidFill>
                  <a:srgbClr val="0B2F38"/>
                </a:solidFill>
                <a:latin typeface="Arial"/>
                <a:ea typeface="Arial"/>
                <a:cs typeface="Arial"/>
              </a:defRPr>
            </a:lvl1pPr>
            <a:lvl2pPr algn="l">
              <a:defRPr sz="3300" b="1">
                <a:solidFill>
                  <a:srgbClr val="0B2F38"/>
                </a:solidFill>
                <a:latin typeface="Arial"/>
                <a:ea typeface="Arial"/>
                <a:cs typeface="Arial"/>
              </a:defRPr>
            </a:lvl2pPr>
            <a:lvl3pPr algn="l">
              <a:defRPr sz="3300" b="1">
                <a:solidFill>
                  <a:srgbClr val="0B2F38"/>
                </a:solidFill>
                <a:latin typeface="Arial"/>
                <a:ea typeface="Arial"/>
                <a:cs typeface="Arial"/>
              </a:defRPr>
            </a:lvl3pPr>
            <a:lvl4pPr algn="l">
              <a:defRPr sz="3300" b="1">
                <a:solidFill>
                  <a:srgbClr val="0B2F38"/>
                </a:solidFill>
                <a:latin typeface="Arial"/>
                <a:ea typeface="Arial"/>
                <a:cs typeface="Arial"/>
              </a:defRPr>
            </a:lvl4pPr>
            <a:lvl5pPr algn="l">
              <a:defRPr sz="3300" b="1">
                <a:solidFill>
                  <a:srgbClr val="0B2F38"/>
                </a:solidFill>
                <a:latin typeface="Arial"/>
                <a:ea typeface="Arial"/>
                <a:cs typeface="Arial"/>
              </a:defRPr>
            </a:lvl5pPr>
            <a:lvl6pPr algn="l">
              <a:defRPr sz="3300" b="1">
                <a:solidFill>
                  <a:srgbClr val="0B2F38"/>
                </a:solidFill>
                <a:latin typeface="Arial"/>
                <a:ea typeface="Arial"/>
                <a:cs typeface="Arial"/>
              </a:defRPr>
            </a:lvl6pPr>
            <a:lvl7pPr algn="l">
              <a:defRPr sz="3300" b="1">
                <a:solidFill>
                  <a:srgbClr val="0B2F38"/>
                </a:solidFill>
                <a:latin typeface="Arial"/>
                <a:ea typeface="Arial"/>
                <a:cs typeface="Arial"/>
              </a:defRPr>
            </a:lvl7pPr>
            <a:lvl8pPr algn="l">
              <a:defRPr sz="3300" b="1">
                <a:solidFill>
                  <a:srgbClr val="0B2F38"/>
                </a:solidFill>
                <a:latin typeface="Arial"/>
                <a:ea typeface="Arial"/>
                <a:cs typeface="Arial"/>
              </a:defRPr>
            </a:lvl8pPr>
            <a:lvl9pPr algn="l">
              <a:defRPr sz="3300" b="1">
                <a:solidFill>
                  <a:srgbClr val="0B2F38"/>
                </a:solidFill>
                <a:latin typeface="Arial"/>
                <a:ea typeface="Arial"/>
                <a:cs typeface="Arial"/>
              </a:defRPr>
            </a:lvl9pPr>
          </a:lstStyle>
          <a:p xmlns:a="http://schemas.openxmlformats.org/drawingml/2006/main">
            <a:pPr algn="l">
              <a:defRPr sz="3300" b="1">
                <a:solidFill>
                  <a:srgbClr val="0B2F38"/>
                </a:solidFill>
                <a:latin typeface="Arial"/>
                <a:ea typeface="Arial"/>
                <a:cs typeface="Arial"/>
              </a:defRPr>
            </a:pPr>
            <a:r>
              <a:rPr sz="3300" b="1">
                <a:solidFill>
                  <a:srgbClr val="0B2F38"/>
                </a:solidFill>
                <a:latin typeface="Arial"/>
                <a:ea typeface="Arial"/>
                <a:cs typeface="Arial"/>
              </a:rPr>
              <a:t>Ziel-Datenbank: Sichtungen, Crops und Prüfung</a:t>
            </a:r>
          </a:p>
        </p:txBody>
      </p:sp>
      <p:sp>
        <p:nvSpPr>
          <p:cNvPr id="2" name="text-1">
            <a:extLst xmlns:a="http://schemas.openxmlformats.org/drawingml/2006/main">
              <a:ext uri="{FF2B5EF4-FFF2-40B4-BE49-F238E27FC236}">
                <a16:creationId xmlns:a16="http://schemas.microsoft.com/office/drawing/2014/main" id="{217FEB63-ACF7-43C7-ADD7-A897AE90D46F}"/>
              </a:ext>
            </a:extLst>
          </p:cNvPr>
          <p:cNvSpPr>
            <a:spLocks xmlns:a="http://schemas.openxmlformats.org/drawingml/2006/main" noGrp="1"/>
          </p:cNvSpPr>
          <p:nvPr/>
        </p:nvSpPr>
        <p:spPr>
          <a:xfrm xmlns:a="http://schemas.openxmlformats.org/drawingml/2006/main">
            <a:off x="11144250" y="6477000"/>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defRPr sz="1125" b="0">
                <a:solidFill>
                  <a:srgbClr val="50646A"/>
                </a:solidFill>
                <a:latin typeface="Arial"/>
                <a:ea typeface="Arial"/>
                <a:cs typeface="Arial"/>
              </a:defRPr>
            </a:lvl1pPr>
            <a:lvl2pPr algn="r">
              <a:defRPr sz="1125" b="0">
                <a:solidFill>
                  <a:srgbClr val="50646A"/>
                </a:solidFill>
                <a:latin typeface="Arial"/>
                <a:ea typeface="Arial"/>
                <a:cs typeface="Arial"/>
              </a:defRPr>
            </a:lvl2pPr>
            <a:lvl3pPr algn="r">
              <a:defRPr sz="1125" b="0">
                <a:solidFill>
                  <a:srgbClr val="50646A"/>
                </a:solidFill>
                <a:latin typeface="Arial"/>
                <a:ea typeface="Arial"/>
                <a:cs typeface="Arial"/>
              </a:defRPr>
            </a:lvl3pPr>
            <a:lvl4pPr algn="r">
              <a:defRPr sz="1125" b="0">
                <a:solidFill>
                  <a:srgbClr val="50646A"/>
                </a:solidFill>
                <a:latin typeface="Arial"/>
                <a:ea typeface="Arial"/>
                <a:cs typeface="Arial"/>
              </a:defRPr>
            </a:lvl4pPr>
            <a:lvl5pPr algn="r">
              <a:defRPr sz="1125" b="0">
                <a:solidFill>
                  <a:srgbClr val="50646A"/>
                </a:solidFill>
                <a:latin typeface="Arial"/>
                <a:ea typeface="Arial"/>
                <a:cs typeface="Arial"/>
              </a:defRPr>
            </a:lvl5pPr>
            <a:lvl6pPr algn="r">
              <a:defRPr sz="1125" b="0">
                <a:solidFill>
                  <a:srgbClr val="50646A"/>
                </a:solidFill>
                <a:latin typeface="Arial"/>
                <a:ea typeface="Arial"/>
                <a:cs typeface="Arial"/>
              </a:defRPr>
            </a:lvl6pPr>
            <a:lvl7pPr algn="r">
              <a:defRPr sz="1125" b="0">
                <a:solidFill>
                  <a:srgbClr val="50646A"/>
                </a:solidFill>
                <a:latin typeface="Arial"/>
                <a:ea typeface="Arial"/>
                <a:cs typeface="Arial"/>
              </a:defRPr>
            </a:lvl7pPr>
            <a:lvl8pPr algn="r">
              <a:defRPr sz="1125" b="0">
                <a:solidFill>
                  <a:srgbClr val="50646A"/>
                </a:solidFill>
                <a:latin typeface="Arial"/>
                <a:ea typeface="Arial"/>
                <a:cs typeface="Arial"/>
              </a:defRPr>
            </a:lvl8pPr>
            <a:lvl9pPr algn="r">
              <a:defRPr sz="1125" b="0">
                <a:solidFill>
                  <a:srgbClr val="50646A"/>
                </a:solidFill>
                <a:latin typeface="Arial"/>
                <a:ea typeface="Arial"/>
                <a:cs typeface="Arial"/>
              </a:defRPr>
            </a:lvl9pPr>
          </a:lstStyle>
          <a:p xmlns:a="http://schemas.openxmlformats.org/drawingml/2006/main">
            <a:pPr algn="r">
              <a:defRPr sz="1125" b="0">
                <a:solidFill>
                  <a:srgbClr val="50646A"/>
                </a:solidFill>
                <a:latin typeface="Arial"/>
                <a:ea typeface="Arial"/>
                <a:cs typeface="Arial"/>
              </a:defRPr>
            </a:pPr>
            <a:r>
              <a:rPr sz="1125" b="0">
                <a:solidFill>
                  <a:srgbClr val="50646A"/>
                </a:solidFill>
                <a:latin typeface="Arial"/>
                <a:ea typeface="Arial"/>
                <a:cs typeface="Arial"/>
              </a:rPr>
              <a:t>21</a:t>
            </a:r>
          </a:p>
        </p:txBody>
      </p:sp>
      <p:pic>
        <p:nvPicPr>
          <p:cNvPr id="3" name="">
            <a:extLst xmlns:a="http://schemas.openxmlformats.org/drawingml/2006/main">
              <a:ext uri="{FF2B5EF4-FFF2-40B4-BE49-F238E27FC236}">
                <a16:creationId xmlns:a16="http://schemas.microsoft.com/office/drawing/2014/main" id="{17DBC3C2-9487-4179-AD84-1A74B8CBEB7E}"/>
              </a:ext>
            </a:extLst>
          </p:cNvPr>
          <p:cNvPicPr>
            <a:picLocks xmlns:a="http://schemas.openxmlformats.org/drawingml/2006/main" noChangeAspect="1"/>
          </p:cNvPicPr>
          <p:nvPr/>
        </p:nvPicPr>
        <p:blipFill>
          <a:blip xmlns:r="http://schemas.openxmlformats.org/officeDocument/2006/relationships" xmlns:a="http://schemas.openxmlformats.org/drawingml/2006/main" r:embed="Rb31b5cb7100e4f3c"/>
          <a:stretch xmlns:a="http://schemas.openxmlformats.org/drawingml/2006/main"/>
        </p:blipFill>
        <p:spPr>
          <a:xfrm xmlns:a="http://schemas.openxmlformats.org/drawingml/2006/main">
            <a:off x="609600" y="1543050"/>
            <a:ext cx="7620000" cy="4286250"/>
          </a:xfrm>
          <a:prstGeom xmlns:a="http://schemas.openxmlformats.org/drawingml/2006/main" prst="rect">
            <a:avLst/>
          </a:prstGeom>
        </p:spPr>
      </p:pic>
      <p:sp>
        <p:nvSpPr>
          <p:cNvPr id="4" name="text-2">
            <a:extLst xmlns:a="http://schemas.openxmlformats.org/drawingml/2006/main">
              <a:ext uri="{FF2B5EF4-FFF2-40B4-BE49-F238E27FC236}">
                <a16:creationId xmlns:a16="http://schemas.microsoft.com/office/drawing/2014/main" id="{6991C9A9-0862-4DDC-935C-37F5892E0AFB}"/>
              </a:ext>
            </a:extLst>
          </p:cNvPr>
          <p:cNvSpPr>
            <a:spLocks xmlns:a="http://schemas.openxmlformats.org/drawingml/2006/main" noGrp="1"/>
          </p:cNvSpPr>
          <p:nvPr/>
        </p:nvSpPr>
        <p:spPr>
          <a:xfrm xmlns:a="http://schemas.openxmlformats.org/drawingml/2006/main">
            <a:off x="8610600" y="1752600"/>
            <a:ext cx="2971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defRPr sz="1875" b="0">
                <a:solidFill>
                  <a:srgbClr val="0B2F38"/>
                </a:solidFill>
                <a:latin typeface="Arial"/>
                <a:ea typeface="Arial"/>
                <a:cs typeface="Arial"/>
              </a:defRPr>
            </a:lvl1pPr>
            <a:lvl2pPr algn="l">
              <a:defRPr sz="1875" b="0">
                <a:solidFill>
                  <a:srgbClr val="0B2F38"/>
                </a:solidFill>
                <a:latin typeface="Arial"/>
                <a:ea typeface="Arial"/>
                <a:cs typeface="Arial"/>
              </a:defRPr>
            </a:lvl2pPr>
            <a:lvl3pPr algn="l">
              <a:defRPr sz="1875" b="0">
                <a:solidFill>
                  <a:srgbClr val="0B2F38"/>
                </a:solidFill>
                <a:latin typeface="Arial"/>
                <a:ea typeface="Arial"/>
                <a:cs typeface="Arial"/>
              </a:defRPr>
            </a:lvl3pPr>
            <a:lvl4pPr algn="l">
              <a:defRPr sz="1875" b="0">
                <a:solidFill>
                  <a:srgbClr val="0B2F38"/>
                </a:solidFill>
                <a:latin typeface="Arial"/>
                <a:ea typeface="Arial"/>
                <a:cs typeface="Arial"/>
              </a:defRPr>
            </a:lvl4pPr>
            <a:lvl5pPr algn="l">
              <a:defRPr sz="1875" b="0">
                <a:solidFill>
                  <a:srgbClr val="0B2F38"/>
                </a:solidFill>
                <a:latin typeface="Arial"/>
                <a:ea typeface="Arial"/>
                <a:cs typeface="Arial"/>
              </a:defRPr>
            </a:lvl5pPr>
            <a:lvl6pPr algn="l">
              <a:defRPr sz="1875" b="0">
                <a:solidFill>
                  <a:srgbClr val="0B2F38"/>
                </a:solidFill>
                <a:latin typeface="Arial"/>
                <a:ea typeface="Arial"/>
                <a:cs typeface="Arial"/>
              </a:defRPr>
            </a:lvl6pPr>
            <a:lvl7pPr algn="l">
              <a:defRPr sz="1875" b="0">
                <a:solidFill>
                  <a:srgbClr val="0B2F38"/>
                </a:solidFill>
                <a:latin typeface="Arial"/>
                <a:ea typeface="Arial"/>
                <a:cs typeface="Arial"/>
              </a:defRPr>
            </a:lvl7pPr>
            <a:lvl8pPr algn="l">
              <a:defRPr sz="1875" b="0">
                <a:solidFill>
                  <a:srgbClr val="0B2F38"/>
                </a:solidFill>
                <a:latin typeface="Arial"/>
                <a:ea typeface="Arial"/>
                <a:cs typeface="Arial"/>
              </a:defRPr>
            </a:lvl8pPr>
            <a:lvl9pPr algn="l">
              <a:defRPr sz="1875" b="0">
                <a:solidFill>
                  <a:srgbClr val="0B2F38"/>
                </a:solidFill>
                <a:latin typeface="Arial"/>
                <a:ea typeface="Arial"/>
                <a:cs typeface="Arial"/>
              </a:defRPr>
            </a:lvl9pPr>
          </a:lstStyle>
          <a:p xmlns:a="http://schemas.openxmlformats.org/drawingml/2006/main">
            <a:pPr algn="l">
              <a:defRPr sz="1875" b="0">
                <a:solidFill>
                  <a:srgbClr val="0B2F38"/>
                </a:solidFill>
                <a:latin typeface="Arial"/>
                <a:ea typeface="Arial"/>
                <a:cs typeface="Arial"/>
              </a:defRPr>
            </a:pPr>
            <a:r>
              <a:rPr sz="1875" b="0">
                <a:solidFill>
                  <a:srgbClr val="0B2F38"/>
                </a:solidFill>
                <a:latin typeface="Arial"/>
                <a:ea typeface="Arial"/>
                <a:cs typeface="Arial"/>
              </a:rPr>
              <a:t>Reale Bilder mit Modellklasse und Herkunft</a:t>
            </a:r>
          </a:p>
        </p:txBody>
      </p:sp>
      <p:sp>
        <p:nvSpPr>
          <p:cNvPr id="5" name="text-3">
            <a:extLst xmlns:a="http://schemas.openxmlformats.org/drawingml/2006/main">
              <a:ext uri="{FF2B5EF4-FFF2-40B4-BE49-F238E27FC236}">
                <a16:creationId xmlns:a16="http://schemas.microsoft.com/office/drawing/2014/main" id="{AA262748-0EA9-4CB3-BAD8-8CC65ECA89E7}"/>
              </a:ext>
            </a:extLst>
          </p:cNvPr>
          <p:cNvSpPr>
            <a:spLocks xmlns:a="http://schemas.openxmlformats.org/drawingml/2006/main" noGrp="1"/>
          </p:cNvSpPr>
          <p:nvPr/>
        </p:nvSpPr>
        <p:spPr>
          <a:xfrm xmlns:a="http://schemas.openxmlformats.org/drawingml/2006/main">
            <a:off x="8610600" y="3028950"/>
            <a:ext cx="2971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defRPr sz="1875" b="0">
                <a:solidFill>
                  <a:srgbClr val="0B2F38"/>
                </a:solidFill>
                <a:latin typeface="Arial"/>
                <a:ea typeface="Arial"/>
                <a:cs typeface="Arial"/>
              </a:defRPr>
            </a:lvl1pPr>
            <a:lvl2pPr algn="l">
              <a:defRPr sz="1875" b="0">
                <a:solidFill>
                  <a:srgbClr val="0B2F38"/>
                </a:solidFill>
                <a:latin typeface="Arial"/>
                <a:ea typeface="Arial"/>
                <a:cs typeface="Arial"/>
              </a:defRPr>
            </a:lvl2pPr>
            <a:lvl3pPr algn="l">
              <a:defRPr sz="1875" b="0">
                <a:solidFill>
                  <a:srgbClr val="0B2F38"/>
                </a:solidFill>
                <a:latin typeface="Arial"/>
                <a:ea typeface="Arial"/>
                <a:cs typeface="Arial"/>
              </a:defRPr>
            </a:lvl3pPr>
            <a:lvl4pPr algn="l">
              <a:defRPr sz="1875" b="0">
                <a:solidFill>
                  <a:srgbClr val="0B2F38"/>
                </a:solidFill>
                <a:latin typeface="Arial"/>
                <a:ea typeface="Arial"/>
                <a:cs typeface="Arial"/>
              </a:defRPr>
            </a:lvl4pPr>
            <a:lvl5pPr algn="l">
              <a:defRPr sz="1875" b="0">
                <a:solidFill>
                  <a:srgbClr val="0B2F38"/>
                </a:solidFill>
                <a:latin typeface="Arial"/>
                <a:ea typeface="Arial"/>
                <a:cs typeface="Arial"/>
              </a:defRPr>
            </a:lvl5pPr>
            <a:lvl6pPr algn="l">
              <a:defRPr sz="1875" b="0">
                <a:solidFill>
                  <a:srgbClr val="0B2F38"/>
                </a:solidFill>
                <a:latin typeface="Arial"/>
                <a:ea typeface="Arial"/>
                <a:cs typeface="Arial"/>
              </a:defRPr>
            </a:lvl6pPr>
            <a:lvl7pPr algn="l">
              <a:defRPr sz="1875" b="0">
                <a:solidFill>
                  <a:srgbClr val="0B2F38"/>
                </a:solidFill>
                <a:latin typeface="Arial"/>
                <a:ea typeface="Arial"/>
                <a:cs typeface="Arial"/>
              </a:defRPr>
            </a:lvl7pPr>
            <a:lvl8pPr algn="l">
              <a:defRPr sz="1875" b="0">
                <a:solidFill>
                  <a:srgbClr val="0B2F38"/>
                </a:solidFill>
                <a:latin typeface="Arial"/>
                <a:ea typeface="Arial"/>
                <a:cs typeface="Arial"/>
              </a:defRPr>
            </a:lvl8pPr>
            <a:lvl9pPr algn="l">
              <a:defRPr sz="1875" b="0">
                <a:solidFill>
                  <a:srgbClr val="0B2F38"/>
                </a:solidFill>
                <a:latin typeface="Arial"/>
                <a:ea typeface="Arial"/>
                <a:cs typeface="Arial"/>
              </a:defRPr>
            </a:lvl9pPr>
          </a:lstStyle>
          <a:p xmlns:a="http://schemas.openxmlformats.org/drawingml/2006/main">
            <a:pPr algn="l">
              <a:defRPr sz="1875" b="0">
                <a:solidFill>
                  <a:srgbClr val="0B2F38"/>
                </a:solidFill>
                <a:latin typeface="Arial"/>
                <a:ea typeface="Arial"/>
                <a:cs typeface="Arial"/>
              </a:defRPr>
            </a:pPr>
            <a:r>
              <a:rPr sz="1875" b="0">
                <a:solidFill>
                  <a:srgbClr val="0B2F38"/>
                </a:solidFill>
                <a:latin typeface="Arial"/>
                <a:ea typeface="Arial"/>
                <a:cs typeface="Arial"/>
              </a:rPr>
              <a:t>Prüfung getrennt von der Originalerkennung</a:t>
            </a:r>
          </a:p>
        </p:txBody>
      </p:sp>
      <p:sp>
        <p:nvSpPr>
          <p:cNvPr id="6" name="text-4">
            <a:extLst xmlns:a="http://schemas.openxmlformats.org/drawingml/2006/main">
              <a:ext uri="{FF2B5EF4-FFF2-40B4-BE49-F238E27FC236}">
                <a16:creationId xmlns:a16="http://schemas.microsoft.com/office/drawing/2014/main" id="{17C1CC1E-CF9F-48BF-8FDE-E7C8F5A37CC1}"/>
              </a:ext>
            </a:extLst>
          </p:cNvPr>
          <p:cNvSpPr>
            <a:spLocks xmlns:a="http://schemas.openxmlformats.org/drawingml/2006/main" noGrp="1"/>
          </p:cNvSpPr>
          <p:nvPr/>
        </p:nvSpPr>
        <p:spPr>
          <a:xfrm xmlns:a="http://schemas.openxmlformats.org/drawingml/2006/main">
            <a:off x="8610600" y="4305300"/>
            <a:ext cx="2971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defRPr sz="1875" b="0">
                <a:solidFill>
                  <a:srgbClr val="0B2F38"/>
                </a:solidFill>
                <a:latin typeface="Arial"/>
                <a:ea typeface="Arial"/>
                <a:cs typeface="Arial"/>
              </a:defRPr>
            </a:lvl1pPr>
            <a:lvl2pPr algn="l">
              <a:defRPr sz="1875" b="0">
                <a:solidFill>
                  <a:srgbClr val="0B2F38"/>
                </a:solidFill>
                <a:latin typeface="Arial"/>
                <a:ea typeface="Arial"/>
                <a:cs typeface="Arial"/>
              </a:defRPr>
            </a:lvl2pPr>
            <a:lvl3pPr algn="l">
              <a:defRPr sz="1875" b="0">
                <a:solidFill>
                  <a:srgbClr val="0B2F38"/>
                </a:solidFill>
                <a:latin typeface="Arial"/>
                <a:ea typeface="Arial"/>
                <a:cs typeface="Arial"/>
              </a:defRPr>
            </a:lvl3pPr>
            <a:lvl4pPr algn="l">
              <a:defRPr sz="1875" b="0">
                <a:solidFill>
                  <a:srgbClr val="0B2F38"/>
                </a:solidFill>
                <a:latin typeface="Arial"/>
                <a:ea typeface="Arial"/>
                <a:cs typeface="Arial"/>
              </a:defRPr>
            </a:lvl4pPr>
            <a:lvl5pPr algn="l">
              <a:defRPr sz="1875" b="0">
                <a:solidFill>
                  <a:srgbClr val="0B2F38"/>
                </a:solidFill>
                <a:latin typeface="Arial"/>
                <a:ea typeface="Arial"/>
                <a:cs typeface="Arial"/>
              </a:defRPr>
            </a:lvl5pPr>
            <a:lvl6pPr algn="l">
              <a:defRPr sz="1875" b="0">
                <a:solidFill>
                  <a:srgbClr val="0B2F38"/>
                </a:solidFill>
                <a:latin typeface="Arial"/>
                <a:ea typeface="Arial"/>
                <a:cs typeface="Arial"/>
              </a:defRPr>
            </a:lvl6pPr>
            <a:lvl7pPr algn="l">
              <a:defRPr sz="1875" b="0">
                <a:solidFill>
                  <a:srgbClr val="0B2F38"/>
                </a:solidFill>
                <a:latin typeface="Arial"/>
                <a:ea typeface="Arial"/>
                <a:cs typeface="Arial"/>
              </a:defRPr>
            </a:lvl7pPr>
            <a:lvl8pPr algn="l">
              <a:defRPr sz="1875" b="0">
                <a:solidFill>
                  <a:srgbClr val="0B2F38"/>
                </a:solidFill>
                <a:latin typeface="Arial"/>
                <a:ea typeface="Arial"/>
                <a:cs typeface="Arial"/>
              </a:defRPr>
            </a:lvl8pPr>
            <a:lvl9pPr algn="l">
              <a:defRPr sz="1875" b="0">
                <a:solidFill>
                  <a:srgbClr val="0B2F38"/>
                </a:solidFill>
                <a:latin typeface="Arial"/>
                <a:ea typeface="Arial"/>
                <a:cs typeface="Arial"/>
              </a:defRPr>
            </a:lvl9pPr>
          </a:lstStyle>
          <a:p xmlns:a="http://schemas.openxmlformats.org/drawingml/2006/main">
            <a:pPr algn="l">
              <a:defRPr sz="1875" b="0">
                <a:solidFill>
                  <a:srgbClr val="0B2F38"/>
                </a:solidFill>
                <a:latin typeface="Arial"/>
                <a:ea typeface="Arial"/>
                <a:cs typeface="Arial"/>
              </a:defRPr>
            </a:pPr>
            <a:r>
              <a:rPr sz="1875" b="0">
                <a:solidFill>
                  <a:srgbClr val="0B2F38"/>
                </a:solidFill>
                <a:latin typeface="Arial"/>
                <a:ea typeface="Arial"/>
                <a:cs typeface="Arial"/>
              </a:rPr>
              <a:t>Viele Sichtungen sind nicht automatisch viele Schilder</a:t>
            </a:r>
          </a:p>
        </p:txBody>
      </p:sp>
      <p:sp>
        <p:nvSpPr>
          <p:cNvPr id="7" name="text-5">
            <a:extLst xmlns:a="http://schemas.openxmlformats.org/drawingml/2006/main">
              <a:ext uri="{FF2B5EF4-FFF2-40B4-BE49-F238E27FC236}">
                <a16:creationId xmlns:a16="http://schemas.microsoft.com/office/drawing/2014/main" id="{16D106CB-5BF7-4C9C-8A77-9E786AB943D3}"/>
              </a:ext>
            </a:extLst>
          </p:cNvPr>
          <p:cNvSpPr>
            <a:spLocks xmlns:a="http://schemas.openxmlformats.org/drawingml/2006/main" noGrp="1"/>
          </p:cNvSpPr>
          <p:nvPr/>
        </p:nvSpPr>
        <p:spPr>
          <a:xfrm xmlns:a="http://schemas.openxmlformats.org/drawingml/2006/main">
            <a:off x="609600" y="606742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0646A"/>
                </a:solidFill>
                <a:latin typeface="Arial"/>
                <a:ea typeface="Arial"/>
                <a:cs typeface="Arial"/>
              </a:defRPr>
            </a:defPPr>
            <a:lvl1pPr algn="l">
              <a:defRPr sz="1575" b="0">
                <a:solidFill>
                  <a:srgbClr val="50646A"/>
                </a:solidFill>
                <a:latin typeface="Arial"/>
                <a:ea typeface="Arial"/>
                <a:cs typeface="Arial"/>
              </a:defRPr>
            </a:lvl1pPr>
            <a:lvl2pPr algn="l">
              <a:defRPr sz="1575" b="0">
                <a:solidFill>
                  <a:srgbClr val="50646A"/>
                </a:solidFill>
                <a:latin typeface="Arial"/>
                <a:ea typeface="Arial"/>
                <a:cs typeface="Arial"/>
              </a:defRPr>
            </a:lvl2pPr>
            <a:lvl3pPr algn="l">
              <a:defRPr sz="1575" b="0">
                <a:solidFill>
                  <a:srgbClr val="50646A"/>
                </a:solidFill>
                <a:latin typeface="Arial"/>
                <a:ea typeface="Arial"/>
                <a:cs typeface="Arial"/>
              </a:defRPr>
            </a:lvl3pPr>
            <a:lvl4pPr algn="l">
              <a:defRPr sz="1575" b="0">
                <a:solidFill>
                  <a:srgbClr val="50646A"/>
                </a:solidFill>
                <a:latin typeface="Arial"/>
                <a:ea typeface="Arial"/>
                <a:cs typeface="Arial"/>
              </a:defRPr>
            </a:lvl4pPr>
            <a:lvl5pPr algn="l">
              <a:defRPr sz="1575" b="0">
                <a:solidFill>
                  <a:srgbClr val="50646A"/>
                </a:solidFill>
                <a:latin typeface="Arial"/>
                <a:ea typeface="Arial"/>
                <a:cs typeface="Arial"/>
              </a:defRPr>
            </a:lvl5pPr>
            <a:lvl6pPr algn="l">
              <a:defRPr sz="1575" b="0">
                <a:solidFill>
                  <a:srgbClr val="50646A"/>
                </a:solidFill>
                <a:latin typeface="Arial"/>
                <a:ea typeface="Arial"/>
                <a:cs typeface="Arial"/>
              </a:defRPr>
            </a:lvl6pPr>
            <a:lvl7pPr algn="l">
              <a:defRPr sz="1575" b="0">
                <a:solidFill>
                  <a:srgbClr val="50646A"/>
                </a:solidFill>
                <a:latin typeface="Arial"/>
                <a:ea typeface="Arial"/>
                <a:cs typeface="Arial"/>
              </a:defRPr>
            </a:lvl7pPr>
            <a:lvl8pPr algn="l">
              <a:defRPr sz="1575" b="0">
                <a:solidFill>
                  <a:srgbClr val="50646A"/>
                </a:solidFill>
                <a:latin typeface="Arial"/>
                <a:ea typeface="Arial"/>
                <a:cs typeface="Arial"/>
              </a:defRPr>
            </a:lvl8pPr>
            <a:lvl9pPr algn="l">
              <a:defRPr sz="1575" b="0">
                <a:solidFill>
                  <a:srgbClr val="50646A"/>
                </a:solidFill>
                <a:latin typeface="Arial"/>
                <a:ea typeface="Arial"/>
                <a:cs typeface="Arial"/>
              </a:defRPr>
            </a:lvl9pPr>
          </a:lstStyle>
          <a:p xmlns:a="http://schemas.openxmlformats.org/drawingml/2006/main">
            <a:pPr algn="l">
              <a:defRPr sz="1575" b="0">
                <a:solidFill>
                  <a:srgbClr val="50646A"/>
                </a:solidFill>
                <a:latin typeface="Arial"/>
                <a:ea typeface="Arial"/>
                <a:cs typeface="Arial"/>
              </a:defRPr>
            </a:pPr>
            <a:r>
              <a:rPr sz="1575" b="0">
                <a:solidFill>
                  <a:srgbClr val="50646A"/>
                </a:solidFill>
                <a:latin typeface="Arial"/>
                <a:ea typeface="Arial"/>
                <a:cs typeface="Arial"/>
              </a:rPr>
              <a:t>Echter Inspector-Zugriff auf die YouSpeed-Sichtungs-/Crop-Datenbank</a:t>
            </a:r>
          </a:p>
        </p:txBody>
      </p:sp>
    </p:spTree>
    <p:extLst>
      <p:ext uri="{BB962C8B-B14F-4D97-AF65-F5344CB8AC3E}">
        <p14:creationId xmlns:p14="http://schemas.microsoft.com/office/powerpoint/2010/main" val="1291139033"/>
      </p:ext>
    </p:extLst>
  </p:cSld>
</p:sld>
</file>

<file path=ppt/slides/slide22.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DD1C0C5E-D31B-45F5-9E9C-3A1E750C39F4}"/>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B2F38"/>
                </a:solidFill>
                <a:latin typeface="Arial"/>
                <a:ea typeface="Arial"/>
                <a:cs typeface="Arial"/>
              </a:defRPr>
            </a:defPPr>
            <a:lvl1pPr algn="l">
              <a:defRPr sz="3300" b="1">
                <a:solidFill>
                  <a:srgbClr val="0B2F38"/>
                </a:solidFill>
                <a:latin typeface="Arial"/>
                <a:ea typeface="Arial"/>
                <a:cs typeface="Arial"/>
              </a:defRPr>
            </a:lvl1pPr>
            <a:lvl2pPr algn="l">
              <a:defRPr sz="3300" b="1">
                <a:solidFill>
                  <a:srgbClr val="0B2F38"/>
                </a:solidFill>
                <a:latin typeface="Arial"/>
                <a:ea typeface="Arial"/>
                <a:cs typeface="Arial"/>
              </a:defRPr>
            </a:lvl2pPr>
            <a:lvl3pPr algn="l">
              <a:defRPr sz="3300" b="1">
                <a:solidFill>
                  <a:srgbClr val="0B2F38"/>
                </a:solidFill>
                <a:latin typeface="Arial"/>
                <a:ea typeface="Arial"/>
                <a:cs typeface="Arial"/>
              </a:defRPr>
            </a:lvl3pPr>
            <a:lvl4pPr algn="l">
              <a:defRPr sz="3300" b="1">
                <a:solidFill>
                  <a:srgbClr val="0B2F38"/>
                </a:solidFill>
                <a:latin typeface="Arial"/>
                <a:ea typeface="Arial"/>
                <a:cs typeface="Arial"/>
              </a:defRPr>
            </a:lvl4pPr>
            <a:lvl5pPr algn="l">
              <a:defRPr sz="3300" b="1">
                <a:solidFill>
                  <a:srgbClr val="0B2F38"/>
                </a:solidFill>
                <a:latin typeface="Arial"/>
                <a:ea typeface="Arial"/>
                <a:cs typeface="Arial"/>
              </a:defRPr>
            </a:lvl5pPr>
            <a:lvl6pPr algn="l">
              <a:defRPr sz="3300" b="1">
                <a:solidFill>
                  <a:srgbClr val="0B2F38"/>
                </a:solidFill>
                <a:latin typeface="Arial"/>
                <a:ea typeface="Arial"/>
                <a:cs typeface="Arial"/>
              </a:defRPr>
            </a:lvl6pPr>
            <a:lvl7pPr algn="l">
              <a:defRPr sz="3300" b="1">
                <a:solidFill>
                  <a:srgbClr val="0B2F38"/>
                </a:solidFill>
                <a:latin typeface="Arial"/>
                <a:ea typeface="Arial"/>
                <a:cs typeface="Arial"/>
              </a:defRPr>
            </a:lvl7pPr>
            <a:lvl8pPr algn="l">
              <a:defRPr sz="3300" b="1">
                <a:solidFill>
                  <a:srgbClr val="0B2F38"/>
                </a:solidFill>
                <a:latin typeface="Arial"/>
                <a:ea typeface="Arial"/>
                <a:cs typeface="Arial"/>
              </a:defRPr>
            </a:lvl8pPr>
            <a:lvl9pPr algn="l">
              <a:defRPr sz="3300" b="1">
                <a:solidFill>
                  <a:srgbClr val="0B2F38"/>
                </a:solidFill>
                <a:latin typeface="Arial"/>
                <a:ea typeface="Arial"/>
                <a:cs typeface="Arial"/>
              </a:defRPr>
            </a:lvl9pPr>
          </a:lstStyle>
          <a:p xmlns:a="http://schemas.openxmlformats.org/drawingml/2006/main">
            <a:pPr algn="l">
              <a:defRPr sz="3300" b="1">
                <a:solidFill>
                  <a:srgbClr val="0B2F38"/>
                </a:solidFill>
                <a:latin typeface="Arial"/>
                <a:ea typeface="Arial"/>
                <a:cs typeface="Arial"/>
              </a:defRPr>
            </a:pPr>
            <a:r>
              <a:rPr sz="3300" b="1">
                <a:solidFill>
                  <a:srgbClr val="0B2F38"/>
                </a:solidFill>
                <a:latin typeface="Arial"/>
                <a:ea typeface="Arial"/>
                <a:cs typeface="Arial"/>
              </a:rPr>
              <a:t>Datenbestand nach Modellland</a:t>
            </a:r>
          </a:p>
        </p:txBody>
      </p:sp>
      <p:sp>
        <p:nvSpPr>
          <p:cNvPr id="2" name="text-1">
            <a:extLst xmlns:a="http://schemas.openxmlformats.org/drawingml/2006/main">
              <a:ext uri="{FF2B5EF4-FFF2-40B4-BE49-F238E27FC236}">
                <a16:creationId xmlns:a16="http://schemas.microsoft.com/office/drawing/2014/main" id="{CD903812-88EC-4618-A558-C295572FA771}"/>
              </a:ext>
            </a:extLst>
          </p:cNvPr>
          <p:cNvSpPr>
            <a:spLocks xmlns:a="http://schemas.openxmlformats.org/drawingml/2006/main" noGrp="1"/>
          </p:cNvSpPr>
          <p:nvPr/>
        </p:nvSpPr>
        <p:spPr>
          <a:xfrm xmlns:a="http://schemas.openxmlformats.org/drawingml/2006/main">
            <a:off x="11144250" y="6477000"/>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defRPr sz="1125" b="0">
                <a:solidFill>
                  <a:srgbClr val="50646A"/>
                </a:solidFill>
                <a:latin typeface="Arial"/>
                <a:ea typeface="Arial"/>
                <a:cs typeface="Arial"/>
              </a:defRPr>
            </a:lvl1pPr>
            <a:lvl2pPr algn="r">
              <a:defRPr sz="1125" b="0">
                <a:solidFill>
                  <a:srgbClr val="50646A"/>
                </a:solidFill>
                <a:latin typeface="Arial"/>
                <a:ea typeface="Arial"/>
                <a:cs typeface="Arial"/>
              </a:defRPr>
            </a:lvl2pPr>
            <a:lvl3pPr algn="r">
              <a:defRPr sz="1125" b="0">
                <a:solidFill>
                  <a:srgbClr val="50646A"/>
                </a:solidFill>
                <a:latin typeface="Arial"/>
                <a:ea typeface="Arial"/>
                <a:cs typeface="Arial"/>
              </a:defRPr>
            </a:lvl3pPr>
            <a:lvl4pPr algn="r">
              <a:defRPr sz="1125" b="0">
                <a:solidFill>
                  <a:srgbClr val="50646A"/>
                </a:solidFill>
                <a:latin typeface="Arial"/>
                <a:ea typeface="Arial"/>
                <a:cs typeface="Arial"/>
              </a:defRPr>
            </a:lvl4pPr>
            <a:lvl5pPr algn="r">
              <a:defRPr sz="1125" b="0">
                <a:solidFill>
                  <a:srgbClr val="50646A"/>
                </a:solidFill>
                <a:latin typeface="Arial"/>
                <a:ea typeface="Arial"/>
                <a:cs typeface="Arial"/>
              </a:defRPr>
            </a:lvl5pPr>
            <a:lvl6pPr algn="r">
              <a:defRPr sz="1125" b="0">
                <a:solidFill>
                  <a:srgbClr val="50646A"/>
                </a:solidFill>
                <a:latin typeface="Arial"/>
                <a:ea typeface="Arial"/>
                <a:cs typeface="Arial"/>
              </a:defRPr>
            </a:lvl6pPr>
            <a:lvl7pPr algn="r">
              <a:defRPr sz="1125" b="0">
                <a:solidFill>
                  <a:srgbClr val="50646A"/>
                </a:solidFill>
                <a:latin typeface="Arial"/>
                <a:ea typeface="Arial"/>
                <a:cs typeface="Arial"/>
              </a:defRPr>
            </a:lvl7pPr>
            <a:lvl8pPr algn="r">
              <a:defRPr sz="1125" b="0">
                <a:solidFill>
                  <a:srgbClr val="50646A"/>
                </a:solidFill>
                <a:latin typeface="Arial"/>
                <a:ea typeface="Arial"/>
                <a:cs typeface="Arial"/>
              </a:defRPr>
            </a:lvl8pPr>
            <a:lvl9pPr algn="r">
              <a:defRPr sz="1125" b="0">
                <a:solidFill>
                  <a:srgbClr val="50646A"/>
                </a:solidFill>
                <a:latin typeface="Arial"/>
                <a:ea typeface="Arial"/>
                <a:cs typeface="Arial"/>
              </a:defRPr>
            </a:lvl9pPr>
          </a:lstStyle>
          <a:p xmlns:a="http://schemas.openxmlformats.org/drawingml/2006/main">
            <a:pPr algn="r">
              <a:defRPr sz="1125" b="0">
                <a:solidFill>
                  <a:srgbClr val="50646A"/>
                </a:solidFill>
                <a:latin typeface="Arial"/>
                <a:ea typeface="Arial"/>
                <a:cs typeface="Arial"/>
              </a:defRPr>
            </a:pPr>
            <a:r>
              <a:rPr sz="1125" b="0">
                <a:solidFill>
                  <a:srgbClr val="50646A"/>
                </a:solidFill>
                <a:latin typeface="Arial"/>
                <a:ea typeface="Arial"/>
                <a:cs typeface="Arial"/>
              </a:rPr>
              <a:t>22</a:t>
            </a:r>
          </a:p>
        </p:txBody>
      </p:sp>
      <p:sp>
        <p:nvSpPr>
          <p:cNvPr id="3" name="text-2">
            <a:extLst xmlns:a="http://schemas.openxmlformats.org/drawingml/2006/main">
              <a:ext uri="{FF2B5EF4-FFF2-40B4-BE49-F238E27FC236}">
                <a16:creationId xmlns:a16="http://schemas.microsoft.com/office/drawing/2014/main" id="{ACBABFB6-E1BF-479C-A91C-B3F15FC229DA}"/>
              </a:ext>
            </a:extLst>
          </p:cNvPr>
          <p:cNvSpPr>
            <a:spLocks xmlns:a="http://schemas.openxmlformats.org/drawingml/2006/main" noGrp="1"/>
          </p:cNvSpPr>
          <p:nvPr/>
        </p:nvSpPr>
        <p:spPr>
          <a:xfrm xmlns:a="http://schemas.openxmlformats.org/drawingml/2006/main">
            <a:off x="609600" y="1524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0646A"/>
                </a:solidFill>
                <a:latin typeface="Arial"/>
                <a:ea typeface="Arial"/>
                <a:cs typeface="Arial"/>
              </a:defRPr>
            </a:defPPr>
            <a:lvl1pPr algn="l">
              <a:defRPr sz="1725" b="0">
                <a:solidFill>
                  <a:srgbClr val="50646A"/>
                </a:solidFill>
                <a:latin typeface="Arial"/>
                <a:ea typeface="Arial"/>
                <a:cs typeface="Arial"/>
              </a:defRPr>
            </a:lvl1pPr>
            <a:lvl2pPr algn="l">
              <a:defRPr sz="1725" b="0">
                <a:solidFill>
                  <a:srgbClr val="50646A"/>
                </a:solidFill>
                <a:latin typeface="Arial"/>
                <a:ea typeface="Arial"/>
                <a:cs typeface="Arial"/>
              </a:defRPr>
            </a:lvl2pPr>
            <a:lvl3pPr algn="l">
              <a:defRPr sz="1725" b="0">
                <a:solidFill>
                  <a:srgbClr val="50646A"/>
                </a:solidFill>
                <a:latin typeface="Arial"/>
                <a:ea typeface="Arial"/>
                <a:cs typeface="Arial"/>
              </a:defRPr>
            </a:lvl3pPr>
            <a:lvl4pPr algn="l">
              <a:defRPr sz="1725" b="0">
                <a:solidFill>
                  <a:srgbClr val="50646A"/>
                </a:solidFill>
                <a:latin typeface="Arial"/>
                <a:ea typeface="Arial"/>
                <a:cs typeface="Arial"/>
              </a:defRPr>
            </a:lvl4pPr>
            <a:lvl5pPr algn="l">
              <a:defRPr sz="1725" b="0">
                <a:solidFill>
                  <a:srgbClr val="50646A"/>
                </a:solidFill>
                <a:latin typeface="Arial"/>
                <a:ea typeface="Arial"/>
                <a:cs typeface="Arial"/>
              </a:defRPr>
            </a:lvl5pPr>
            <a:lvl6pPr algn="l">
              <a:defRPr sz="1725" b="0">
                <a:solidFill>
                  <a:srgbClr val="50646A"/>
                </a:solidFill>
                <a:latin typeface="Arial"/>
                <a:ea typeface="Arial"/>
                <a:cs typeface="Arial"/>
              </a:defRPr>
            </a:lvl6pPr>
            <a:lvl7pPr algn="l">
              <a:defRPr sz="1725" b="0">
                <a:solidFill>
                  <a:srgbClr val="50646A"/>
                </a:solidFill>
                <a:latin typeface="Arial"/>
                <a:ea typeface="Arial"/>
                <a:cs typeface="Arial"/>
              </a:defRPr>
            </a:lvl7pPr>
            <a:lvl8pPr algn="l">
              <a:defRPr sz="1725" b="0">
                <a:solidFill>
                  <a:srgbClr val="50646A"/>
                </a:solidFill>
                <a:latin typeface="Arial"/>
                <a:ea typeface="Arial"/>
                <a:cs typeface="Arial"/>
              </a:defRPr>
            </a:lvl8pPr>
            <a:lvl9pPr algn="l">
              <a:defRPr sz="1725" b="0">
                <a:solidFill>
                  <a:srgbClr val="50646A"/>
                </a:solidFill>
                <a:latin typeface="Arial"/>
                <a:ea typeface="Arial"/>
                <a:cs typeface="Arial"/>
              </a:defRPr>
            </a:lvl9pPr>
          </a:lstStyle>
          <a:p xmlns:a="http://schemas.openxmlformats.org/drawingml/2006/main">
            <a:pPr algn="l">
              <a:defRPr sz="1725" b="0">
                <a:solidFill>
                  <a:srgbClr val="50646A"/>
                </a:solidFill>
                <a:latin typeface="Arial"/>
                <a:ea typeface="Arial"/>
                <a:cs typeface="Arial"/>
              </a:defRPr>
            </a:pPr>
            <a:r>
              <a:rPr sz="1725" b="0">
                <a:solidFill>
                  <a:srgbClr val="50646A"/>
                </a:solidFill>
                <a:latin typeface="Arial"/>
                <a:ea typeface="Arial"/>
                <a:cs typeface="Arial"/>
              </a:rPr>
              <a:t>Stand 18.10.2026, 11:44 MESZ</a:t>
            </a:r>
          </a:p>
        </p:txBody>
      </p:sp>
      <p:graphicFrame>
        <p:nvGraphicFramePr>
          <p:cNvPr id="4" name="">
            <a:extLst xmlns:a="http://schemas.openxmlformats.org/drawingml/2006/main">
              <a:ext uri="{FF2B5EF4-FFF2-40B4-BE49-F238E27FC236}">
                <a16:creationId xmlns:a16="http://schemas.microsoft.com/office/drawing/2014/main" id="{2873577E-2D24-4598-8555-5ED067245687}"/>
              </a:ext>
            </a:extLst>
          </p:cNvPr>
          <p:cNvGraphicFramePr/>
          <p:nvPr/>
        </p:nvGraphicFramePr>
        <p:xfrm>
          <a:off xmlns:a="http://schemas.openxmlformats.org/drawingml/2006/main" x="609600" y="2009775"/>
          <a:ext xmlns:a="http://schemas.openxmlformats.org/drawingml/2006/main" cx="10972800" cy="3657600"/>
        </p:xfrm>
        <a:graphic xmlns:a="http://schemas.openxmlformats.org/drawingml/2006/main">
          <a:graphicData uri="http://schemas.openxmlformats.org/drawingml/2006/table">
            <a:tbl>
              <a:tblPr/>
              <a:tblGrid>
                <a:gridCol w="3028950"/>
                <a:gridCol w="2647950"/>
                <a:gridCol w="2647950"/>
                <a:gridCol w="2647950"/>
              </a:tblGrid>
              <a:tr h="457200">
                <a:tc>
                  <a:txBody>
                    <a:bodyPr lIns="85725" tIns="85725" rIns="85725" bIns="85725"/>
                    <a:lstStyle/>
                    <a:p>
                      <a:pPr algn="l"/>
                      <a:r>
                        <a:rPr sz="1875" b="1">
                          <a:solidFill>
                            <a:srgbClr val="FFFFFF"/>
                          </a:solidFill>
                          <a:latin typeface="Arial"/>
                          <a:ea typeface="Arial"/>
                          <a:cs typeface="Arial"/>
                        </a:rPr>
                        <a:t>Modellland</a:t>
                      </a:r>
                    </a:p>
                  </a:txBody>
                  <a:tcPr marL="91440" marR="91440" marT="45720" marB="45720" anchor="ctr">
                    <a:lnL w="9525">
                      <a:solidFill>
                        <a:srgbClr val="C9D3D2"/>
                      </a:solidFill>
                    </a:lnL>
                    <a:lnR w="9525">
                      <a:solidFill>
                        <a:srgbClr val="C9D3D2"/>
                      </a:solidFill>
                    </a:lnR>
                    <a:lnT w="9525">
                      <a:solidFill>
                        <a:srgbClr val="C9D3D2"/>
                      </a:solidFill>
                    </a:lnT>
                    <a:lnB w="9525">
                      <a:solidFill>
                        <a:srgbClr val="C9D3D2"/>
                      </a:solidFill>
                    </a:lnB>
                    <a:solidFill>
                      <a:srgbClr val="0B2F38"/>
                    </a:solidFill>
                  </a:tcPr>
                </a:tc>
                <a:tc>
                  <a:txBody>
                    <a:bodyPr lIns="85725" tIns="85725" rIns="85725" bIns="85725"/>
                    <a:lstStyle/>
                    <a:p>
                      <a:pPr algn="r"/>
                      <a:r>
                        <a:rPr sz="1875" b="1">
                          <a:solidFill>
                            <a:srgbClr val="FFFFFF"/>
                          </a:solidFill>
                          <a:latin typeface="Arial"/>
                          <a:ea typeface="Arial"/>
                          <a:cs typeface="Arial"/>
                        </a:rPr>
                        <a:t>Panoramax</a:t>
                      </a:r>
                    </a:p>
                  </a:txBody>
                  <a:tcPr marL="91440" marR="91440" marT="45720" marB="45720" anchor="ctr">
                    <a:lnR w="9525">
                      <a:solidFill>
                        <a:srgbClr val="C9D3D2"/>
                      </a:solidFill>
                    </a:lnR>
                    <a:lnT w="9525">
                      <a:solidFill>
                        <a:srgbClr val="C9D3D2"/>
                      </a:solidFill>
                    </a:lnT>
                    <a:lnB w="9525">
                      <a:solidFill>
                        <a:srgbClr val="C9D3D2"/>
                      </a:solidFill>
                    </a:lnB>
                    <a:solidFill>
                      <a:srgbClr val="0B2F38"/>
                    </a:solidFill>
                  </a:tcPr>
                </a:tc>
                <a:tc>
                  <a:txBody>
                    <a:bodyPr lIns="85725" tIns="85725" rIns="85725" bIns="85725"/>
                    <a:lstStyle/>
                    <a:p>
                      <a:pPr algn="r"/>
                      <a:r>
                        <a:rPr sz="1875" b="1">
                          <a:solidFill>
                            <a:srgbClr val="FFFFFF"/>
                          </a:solidFill>
                          <a:latin typeface="Arial"/>
                          <a:ea typeface="Arial"/>
                          <a:cs typeface="Arial"/>
                        </a:rPr>
                        <a:t>Crops</a:t>
                      </a:r>
                    </a:p>
                  </a:txBody>
                  <a:tcPr marL="91440" marR="91440" marT="45720" marB="45720" anchor="ctr">
                    <a:lnR w="9525">
                      <a:solidFill>
                        <a:srgbClr val="C9D3D2"/>
                      </a:solidFill>
                    </a:lnR>
                    <a:lnT w="9525">
                      <a:solidFill>
                        <a:srgbClr val="C9D3D2"/>
                      </a:solidFill>
                    </a:lnT>
                    <a:lnB w="9525">
                      <a:solidFill>
                        <a:srgbClr val="C9D3D2"/>
                      </a:solidFill>
                    </a:lnB>
                    <a:solidFill>
                      <a:srgbClr val="0B2F38"/>
                    </a:solidFill>
                  </a:tcPr>
                </a:tc>
                <a:tc>
                  <a:txBody>
                    <a:bodyPr lIns="85725" tIns="85725" rIns="85725" bIns="85725"/>
                    <a:lstStyle/>
                    <a:p>
                      <a:pPr algn="r"/>
                      <a:r>
                        <a:rPr sz="1875" b="1">
                          <a:solidFill>
                            <a:srgbClr val="FFFFFF"/>
                          </a:solidFill>
                          <a:latin typeface="Arial"/>
                          <a:ea typeface="Arial"/>
                          <a:cs typeface="Arial"/>
                        </a:rPr>
                        <a:t>Sightings</a:t>
                      </a:r>
                    </a:p>
                  </a:txBody>
                  <a:tcPr marL="91440" marR="91440" marT="45720" marB="45720" anchor="ctr">
                    <a:lnR w="9525">
                      <a:solidFill>
                        <a:srgbClr val="C9D3D2"/>
                      </a:solidFill>
                    </a:lnR>
                    <a:lnT w="9525">
                      <a:solidFill>
                        <a:srgbClr val="C9D3D2"/>
                      </a:solidFill>
                    </a:lnT>
                    <a:lnB w="9525">
                      <a:solidFill>
                        <a:srgbClr val="C9D3D2"/>
                      </a:solidFill>
                    </a:lnB>
                    <a:solidFill>
                      <a:srgbClr val="0B2F38"/>
                    </a:solidFill>
                  </a:tcPr>
                </a:tc>
              </a:tr>
              <a:tr h="457200">
                <a:tc>
                  <a:txBody>
                    <a:bodyPr lIns="85725" tIns="85725" rIns="85725" bIns="85725"/>
                    <a:lstStyle/>
                    <a:p>
                      <a:pPr algn="l"/>
                      <a:r>
                        <a:rPr sz="1875" b="0">
                          <a:solidFill>
                            <a:srgbClr val="0B2F38"/>
                          </a:solidFill>
                          <a:latin typeface="Arial"/>
                          <a:ea typeface="Arial"/>
                          <a:cs typeface="Arial"/>
                        </a:rPr>
                        <a:t>Deutschland</a:t>
                      </a:r>
                    </a:p>
                  </a:txBody>
                  <a:tcPr marL="91440" marR="91440" marT="45720" marB="45720" anchor="ctr">
                    <a:lnL w="9525">
                      <a:solidFill>
                        <a:srgbClr val="C9D3D2"/>
                      </a:solidFill>
                    </a:lnL>
                    <a:lnR w="9525">
                      <a:solidFill>
                        <a:srgbClr val="C9D3D2"/>
                      </a:solidFill>
                    </a:lnR>
                    <a:lnB w="9525">
                      <a:solidFill>
                        <a:srgbClr val="C9D3D2"/>
                      </a:solidFill>
                    </a:lnB>
                    <a:solidFill>
                      <a:srgbClr val="F4F2EB"/>
                    </a:solidFill>
                  </a:tcPr>
                </a:tc>
                <a:tc>
                  <a:txBody>
                    <a:bodyPr lIns="85725" tIns="85725" rIns="85725" bIns="85725"/>
                    <a:lstStyle/>
                    <a:p>
                      <a:pPr algn="r"/>
                      <a:r>
                        <a:rPr sz="1875" b="0">
                          <a:solidFill>
                            <a:srgbClr val="0B2F38"/>
                          </a:solidFill>
                          <a:latin typeface="Arial"/>
                          <a:ea typeface="Arial"/>
                          <a:cs typeface="Arial"/>
                        </a:rPr>
                        <a:t>9.431</a:t>
                      </a:r>
                    </a:p>
                  </a:txBody>
                  <a:tcPr marL="91440" marR="91440" marT="45720" marB="45720" anchor="ctr">
                    <a:lnR w="9525">
                      <a:solidFill>
                        <a:srgbClr val="C9D3D2"/>
                      </a:solidFill>
                    </a:lnR>
                    <a:lnB w="9525">
                      <a:solidFill>
                        <a:srgbClr val="C9D3D2"/>
                      </a:solidFill>
                    </a:lnB>
                    <a:solidFill>
                      <a:srgbClr val="F4F2EB"/>
                    </a:solidFill>
                  </a:tcPr>
                </a:tc>
                <a:tc>
                  <a:txBody>
                    <a:bodyPr lIns="85725" tIns="85725" rIns="85725" bIns="85725"/>
                    <a:lstStyle/>
                    <a:p>
                      <a:pPr algn="r"/>
                      <a:r>
                        <a:rPr sz="1875" b="0">
                          <a:solidFill>
                            <a:srgbClr val="0B2F38"/>
                          </a:solidFill>
                          <a:latin typeface="Arial"/>
                          <a:ea typeface="Arial"/>
                          <a:cs typeface="Arial"/>
                        </a:rPr>
                        <a:t>5.391</a:t>
                      </a:r>
                    </a:p>
                  </a:txBody>
                  <a:tcPr marL="91440" marR="91440" marT="45720" marB="45720" anchor="ctr">
                    <a:lnR w="9525">
                      <a:solidFill>
                        <a:srgbClr val="C9D3D2"/>
                      </a:solidFill>
                    </a:lnR>
                    <a:lnB w="9525">
                      <a:solidFill>
                        <a:srgbClr val="C9D3D2"/>
                      </a:solidFill>
                    </a:lnB>
                    <a:solidFill>
                      <a:srgbClr val="F4F2EB"/>
                    </a:solidFill>
                  </a:tcPr>
                </a:tc>
                <a:tc>
                  <a:txBody>
                    <a:bodyPr lIns="85725" tIns="85725" rIns="85725" bIns="85725"/>
                    <a:lstStyle/>
                    <a:p>
                      <a:pPr algn="r"/>
                      <a:r>
                        <a:rPr sz="1875" b="0">
                          <a:solidFill>
                            <a:srgbClr val="0B2F38"/>
                          </a:solidFill>
                          <a:latin typeface="Arial"/>
                          <a:ea typeface="Arial"/>
                          <a:cs typeface="Arial"/>
                        </a:rPr>
                        <a:t>3.751</a:t>
                      </a:r>
                    </a:p>
                  </a:txBody>
                  <a:tcPr marL="91440" marR="91440" marT="45720" marB="45720" anchor="ctr">
                    <a:lnR w="9525">
                      <a:solidFill>
                        <a:srgbClr val="C9D3D2"/>
                      </a:solidFill>
                    </a:lnR>
                    <a:lnB w="9525">
                      <a:solidFill>
                        <a:srgbClr val="C9D3D2"/>
                      </a:solidFill>
                    </a:lnB>
                    <a:solidFill>
                      <a:srgbClr val="F4F2EB"/>
                    </a:solidFill>
                  </a:tcPr>
                </a:tc>
              </a:tr>
              <a:tr h="457200">
                <a:tc>
                  <a:txBody>
                    <a:bodyPr lIns="85725" tIns="85725" rIns="85725" bIns="85725"/>
                    <a:lstStyle/>
                    <a:p>
                      <a:pPr algn="l"/>
                      <a:r>
                        <a:rPr sz="1875" b="0">
                          <a:solidFill>
                            <a:srgbClr val="0B2F38"/>
                          </a:solidFill>
                          <a:latin typeface="Arial"/>
                          <a:ea typeface="Arial"/>
                          <a:cs typeface="Arial"/>
                        </a:rPr>
                        <a:t>Frankreich</a:t>
                      </a:r>
                    </a:p>
                  </a:txBody>
                  <a:tcPr marL="91440" marR="91440" marT="45720" marB="45720" anchor="ctr">
                    <a:lnL w="9525">
                      <a:solidFill>
                        <a:srgbClr val="C9D3D2"/>
                      </a:solidFill>
                    </a:lnL>
                    <a:lnR w="9525">
                      <a:solidFill>
                        <a:srgbClr val="C9D3D2"/>
                      </a:solidFill>
                    </a:lnR>
                    <a:lnB w="9525">
                      <a:solidFill>
                        <a:srgbClr val="C9D3D2"/>
                      </a:solidFill>
                    </a:lnB>
                    <a:solidFill>
                      <a:srgbClr val="F4F2EB"/>
                    </a:solidFill>
                  </a:tcPr>
                </a:tc>
                <a:tc>
                  <a:txBody>
                    <a:bodyPr lIns="85725" tIns="85725" rIns="85725" bIns="85725"/>
                    <a:lstStyle/>
                    <a:p>
                      <a:pPr algn="r"/>
                      <a:r>
                        <a:rPr sz="1875" b="0">
                          <a:solidFill>
                            <a:srgbClr val="0B2F38"/>
                          </a:solidFill>
                          <a:latin typeface="Arial"/>
                          <a:ea typeface="Arial"/>
                          <a:cs typeface="Arial"/>
                        </a:rPr>
                        <a:t>1.723</a:t>
                      </a:r>
                    </a:p>
                  </a:txBody>
                  <a:tcPr marL="91440" marR="91440" marT="45720" marB="45720" anchor="ctr">
                    <a:lnR w="9525">
                      <a:solidFill>
                        <a:srgbClr val="C9D3D2"/>
                      </a:solidFill>
                    </a:lnR>
                    <a:lnB w="9525">
                      <a:solidFill>
                        <a:srgbClr val="C9D3D2"/>
                      </a:solidFill>
                    </a:lnB>
                    <a:solidFill>
                      <a:srgbClr val="F4F2EB"/>
                    </a:solidFill>
                  </a:tcPr>
                </a:tc>
                <a:tc>
                  <a:txBody>
                    <a:bodyPr lIns="85725" tIns="85725" rIns="85725" bIns="85725"/>
                    <a:lstStyle/>
                    <a:p>
                      <a:pPr algn="r"/>
                      <a:r>
                        <a:rPr sz="1875" b="0">
                          <a:solidFill>
                            <a:srgbClr val="0B2F38"/>
                          </a:solidFill>
                          <a:latin typeface="Arial"/>
                          <a:ea typeface="Arial"/>
                          <a:cs typeface="Arial"/>
                        </a:rPr>
                        <a:t>214</a:t>
                      </a:r>
                    </a:p>
                  </a:txBody>
                  <a:tcPr marL="91440" marR="91440" marT="45720" marB="45720" anchor="ctr">
                    <a:lnR w="9525">
                      <a:solidFill>
                        <a:srgbClr val="C9D3D2"/>
                      </a:solidFill>
                    </a:lnR>
                    <a:lnB w="9525">
                      <a:solidFill>
                        <a:srgbClr val="C9D3D2"/>
                      </a:solidFill>
                    </a:lnB>
                    <a:solidFill>
                      <a:srgbClr val="F4F2EB"/>
                    </a:solidFill>
                  </a:tcPr>
                </a:tc>
                <a:tc>
                  <a:txBody>
                    <a:bodyPr lIns="85725" tIns="85725" rIns="85725" bIns="85725"/>
                    <a:lstStyle/>
                    <a:p>
                      <a:pPr algn="r"/>
                      <a:r>
                        <a:rPr sz="1875" b="0">
                          <a:solidFill>
                            <a:srgbClr val="0B2F38"/>
                          </a:solidFill>
                          <a:latin typeface="Arial"/>
                          <a:ea typeface="Arial"/>
                          <a:cs typeface="Arial"/>
                        </a:rPr>
                        <a:t>112</a:t>
                      </a:r>
                    </a:p>
                  </a:txBody>
                  <a:tcPr marL="91440" marR="91440" marT="45720" marB="45720" anchor="ctr">
                    <a:lnR w="9525">
                      <a:solidFill>
                        <a:srgbClr val="C9D3D2"/>
                      </a:solidFill>
                    </a:lnR>
                    <a:lnB w="9525">
                      <a:solidFill>
                        <a:srgbClr val="C9D3D2"/>
                      </a:solidFill>
                    </a:lnB>
                    <a:solidFill>
                      <a:srgbClr val="F4F2EB"/>
                    </a:solidFill>
                  </a:tcPr>
                </a:tc>
              </a:tr>
              <a:tr h="457200">
                <a:tc>
                  <a:txBody>
                    <a:bodyPr lIns="85725" tIns="85725" rIns="85725" bIns="85725"/>
                    <a:lstStyle/>
                    <a:p>
                      <a:pPr algn="l"/>
                      <a:r>
                        <a:rPr sz="1875" b="0">
                          <a:solidFill>
                            <a:srgbClr val="0B2F38"/>
                          </a:solidFill>
                          <a:latin typeface="Arial"/>
                          <a:ea typeface="Arial"/>
                          <a:cs typeface="Arial"/>
                        </a:rPr>
                        <a:t>Belgien*</a:t>
                      </a:r>
                    </a:p>
                  </a:txBody>
                  <a:tcPr marL="91440" marR="91440" marT="45720" marB="45720" anchor="ctr">
                    <a:lnL w="9525">
                      <a:solidFill>
                        <a:srgbClr val="C9D3D2"/>
                      </a:solidFill>
                    </a:lnL>
                    <a:lnR w="9525">
                      <a:solidFill>
                        <a:srgbClr val="C9D3D2"/>
                      </a:solidFill>
                    </a:lnR>
                    <a:lnB w="9525">
                      <a:solidFill>
                        <a:srgbClr val="C9D3D2"/>
                      </a:solidFill>
                    </a:lnB>
                    <a:solidFill>
                      <a:srgbClr val="F4F2EB"/>
                    </a:solidFill>
                  </a:tcPr>
                </a:tc>
                <a:tc>
                  <a:txBody>
                    <a:bodyPr lIns="85725" tIns="85725" rIns="85725" bIns="85725"/>
                    <a:lstStyle/>
                    <a:p>
                      <a:pPr algn="r"/>
                      <a:r>
                        <a:rPr sz="1875" b="0">
                          <a:solidFill>
                            <a:srgbClr val="0B2F38"/>
                          </a:solidFill>
                          <a:latin typeface="Arial"/>
                          <a:ea typeface="Arial"/>
                          <a:cs typeface="Arial"/>
                        </a:rPr>
                        <a:t>33</a:t>
                      </a:r>
                    </a:p>
                  </a:txBody>
                  <a:tcPr marL="91440" marR="91440" marT="45720" marB="45720" anchor="ctr">
                    <a:lnR w="9525">
                      <a:solidFill>
                        <a:srgbClr val="C9D3D2"/>
                      </a:solidFill>
                    </a:lnR>
                    <a:lnB w="9525">
                      <a:solidFill>
                        <a:srgbClr val="C9D3D2"/>
                      </a:solidFill>
                    </a:lnB>
                    <a:solidFill>
                      <a:srgbClr val="F4F2EB"/>
                    </a:solidFill>
                  </a:tcPr>
                </a:tc>
                <a:tc>
                  <a:txBody>
                    <a:bodyPr lIns="85725" tIns="85725" rIns="85725" bIns="85725"/>
                    <a:lstStyle/>
                    <a:p>
                      <a:pPr algn="r"/>
                      <a:r>
                        <a:rPr sz="1875" b="0">
                          <a:solidFill>
                            <a:srgbClr val="0B2F38"/>
                          </a:solidFill>
                          <a:latin typeface="Arial"/>
                          <a:ea typeface="Arial"/>
                          <a:cs typeface="Arial"/>
                        </a:rPr>
                        <a:t>0</a:t>
                      </a:r>
                    </a:p>
                  </a:txBody>
                  <a:tcPr marL="91440" marR="91440" marT="45720" marB="45720" anchor="ctr">
                    <a:lnR w="9525">
                      <a:solidFill>
                        <a:srgbClr val="C9D3D2"/>
                      </a:solidFill>
                    </a:lnR>
                    <a:lnB w="9525">
                      <a:solidFill>
                        <a:srgbClr val="C9D3D2"/>
                      </a:solidFill>
                    </a:lnB>
                    <a:solidFill>
                      <a:srgbClr val="F4F2EB"/>
                    </a:solidFill>
                  </a:tcPr>
                </a:tc>
                <a:tc>
                  <a:txBody>
                    <a:bodyPr lIns="85725" tIns="85725" rIns="85725" bIns="85725"/>
                    <a:lstStyle/>
                    <a:p>
                      <a:pPr algn="r"/>
                      <a:r>
                        <a:rPr sz="1875" b="0">
                          <a:solidFill>
                            <a:srgbClr val="0B2F38"/>
                          </a:solidFill>
                          <a:latin typeface="Arial"/>
                          <a:ea typeface="Arial"/>
                          <a:cs typeface="Arial"/>
                        </a:rPr>
                        <a:t>0</a:t>
                      </a:r>
                    </a:p>
                  </a:txBody>
                  <a:tcPr marL="91440" marR="91440" marT="45720" marB="45720" anchor="ctr">
                    <a:lnR w="9525">
                      <a:solidFill>
                        <a:srgbClr val="C9D3D2"/>
                      </a:solidFill>
                    </a:lnR>
                    <a:lnB w="9525">
                      <a:solidFill>
                        <a:srgbClr val="C9D3D2"/>
                      </a:solidFill>
                    </a:lnB>
                    <a:solidFill>
                      <a:srgbClr val="F4F2EB"/>
                    </a:solidFill>
                  </a:tcPr>
                </a:tc>
              </a:tr>
              <a:tr h="457200">
                <a:tc>
                  <a:txBody>
                    <a:bodyPr lIns="85725" tIns="85725" rIns="85725" bIns="85725"/>
                    <a:lstStyle/>
                    <a:p>
                      <a:pPr algn="l"/>
                      <a:r>
                        <a:rPr sz="1875" b="0">
                          <a:solidFill>
                            <a:srgbClr val="0B2F38"/>
                          </a:solidFill>
                          <a:latin typeface="Arial"/>
                          <a:ea typeface="Arial"/>
                          <a:cs typeface="Arial"/>
                        </a:rPr>
                        <a:t>Niederlande</a:t>
                      </a:r>
                    </a:p>
                  </a:txBody>
                  <a:tcPr marL="91440" marR="91440" marT="45720" marB="45720" anchor="ctr">
                    <a:lnL w="9525">
                      <a:solidFill>
                        <a:srgbClr val="C9D3D2"/>
                      </a:solidFill>
                    </a:lnL>
                    <a:lnR w="9525">
                      <a:solidFill>
                        <a:srgbClr val="C9D3D2"/>
                      </a:solidFill>
                    </a:lnR>
                    <a:lnB w="9525">
                      <a:solidFill>
                        <a:srgbClr val="C9D3D2"/>
                      </a:solidFill>
                    </a:lnB>
                    <a:solidFill>
                      <a:srgbClr val="F4F2EB"/>
                    </a:solidFill>
                  </a:tcPr>
                </a:tc>
                <a:tc>
                  <a:txBody>
                    <a:bodyPr lIns="85725" tIns="85725" rIns="85725" bIns="85725"/>
                    <a:lstStyle/>
                    <a:p>
                      <a:pPr algn="r"/>
                      <a:r>
                        <a:rPr sz="1875" b="0">
                          <a:solidFill>
                            <a:srgbClr val="0B2F38"/>
                          </a:solidFill>
                          <a:latin typeface="Arial"/>
                          <a:ea typeface="Arial"/>
                          <a:cs typeface="Arial"/>
                        </a:rPr>
                        <a:t>248</a:t>
                      </a:r>
                    </a:p>
                  </a:txBody>
                  <a:tcPr marL="91440" marR="91440" marT="45720" marB="45720" anchor="ctr">
                    <a:lnR w="9525">
                      <a:solidFill>
                        <a:srgbClr val="C9D3D2"/>
                      </a:solidFill>
                    </a:lnR>
                    <a:lnB w="9525">
                      <a:solidFill>
                        <a:srgbClr val="C9D3D2"/>
                      </a:solidFill>
                    </a:lnB>
                    <a:solidFill>
                      <a:srgbClr val="F4F2EB"/>
                    </a:solidFill>
                  </a:tcPr>
                </a:tc>
                <a:tc>
                  <a:txBody>
                    <a:bodyPr lIns="85725" tIns="85725" rIns="85725" bIns="85725"/>
                    <a:lstStyle/>
                    <a:p>
                      <a:pPr algn="r"/>
                      <a:r>
                        <a:rPr sz="1875" b="0">
                          <a:solidFill>
                            <a:srgbClr val="0B2F38"/>
                          </a:solidFill>
                          <a:latin typeface="Arial"/>
                          <a:ea typeface="Arial"/>
                          <a:cs typeface="Arial"/>
                        </a:rPr>
                        <a:t>0</a:t>
                      </a:r>
                    </a:p>
                  </a:txBody>
                  <a:tcPr marL="91440" marR="91440" marT="45720" marB="45720" anchor="ctr">
                    <a:lnR w="9525">
                      <a:solidFill>
                        <a:srgbClr val="C9D3D2"/>
                      </a:solidFill>
                    </a:lnR>
                    <a:lnB w="9525">
                      <a:solidFill>
                        <a:srgbClr val="C9D3D2"/>
                      </a:solidFill>
                    </a:lnB>
                    <a:solidFill>
                      <a:srgbClr val="F4F2EB"/>
                    </a:solidFill>
                  </a:tcPr>
                </a:tc>
                <a:tc>
                  <a:txBody>
                    <a:bodyPr lIns="85725" tIns="85725" rIns="85725" bIns="85725"/>
                    <a:lstStyle/>
                    <a:p>
                      <a:pPr algn="r"/>
                      <a:r>
                        <a:rPr sz="1875" b="0">
                          <a:solidFill>
                            <a:srgbClr val="0B2F38"/>
                          </a:solidFill>
                          <a:latin typeface="Arial"/>
                          <a:ea typeface="Arial"/>
                          <a:cs typeface="Arial"/>
                        </a:rPr>
                        <a:t>0</a:t>
                      </a:r>
                    </a:p>
                  </a:txBody>
                  <a:tcPr marL="91440" marR="91440" marT="45720" marB="45720" anchor="ctr">
                    <a:lnR w="9525">
                      <a:solidFill>
                        <a:srgbClr val="C9D3D2"/>
                      </a:solidFill>
                    </a:lnR>
                    <a:lnB w="9525">
                      <a:solidFill>
                        <a:srgbClr val="C9D3D2"/>
                      </a:solidFill>
                    </a:lnB>
                    <a:solidFill>
                      <a:srgbClr val="F4F2EB"/>
                    </a:solidFill>
                  </a:tcPr>
                </a:tc>
              </a:tr>
              <a:tr h="457200">
                <a:tc>
                  <a:txBody>
                    <a:bodyPr lIns="85725" tIns="85725" rIns="85725" bIns="85725"/>
                    <a:lstStyle/>
                    <a:p>
                      <a:pPr algn="l"/>
                      <a:r>
                        <a:rPr sz="1875" b="0">
                          <a:solidFill>
                            <a:srgbClr val="0B2F38"/>
                          </a:solidFill>
                          <a:latin typeface="Arial"/>
                          <a:ea typeface="Arial"/>
                          <a:cs typeface="Arial"/>
                        </a:rPr>
                        <a:t>Schweiz</a:t>
                      </a:r>
                    </a:p>
                  </a:txBody>
                  <a:tcPr marL="91440" marR="91440" marT="45720" marB="45720" anchor="ctr">
                    <a:lnL w="9525">
                      <a:solidFill>
                        <a:srgbClr val="C9D3D2"/>
                      </a:solidFill>
                    </a:lnL>
                    <a:lnR w="9525">
                      <a:solidFill>
                        <a:srgbClr val="C9D3D2"/>
                      </a:solidFill>
                    </a:lnR>
                    <a:lnB w="9525">
                      <a:solidFill>
                        <a:srgbClr val="C9D3D2"/>
                      </a:solidFill>
                    </a:lnB>
                    <a:solidFill>
                      <a:srgbClr val="F4F2EB"/>
                    </a:solidFill>
                  </a:tcPr>
                </a:tc>
                <a:tc>
                  <a:txBody>
                    <a:bodyPr lIns="85725" tIns="85725" rIns="85725" bIns="85725"/>
                    <a:lstStyle/>
                    <a:p>
                      <a:pPr algn="r"/>
                      <a:r>
                        <a:rPr sz="1875" b="0">
                          <a:solidFill>
                            <a:srgbClr val="0B2F38"/>
                          </a:solidFill>
                          <a:latin typeface="Arial"/>
                          <a:ea typeface="Arial"/>
                          <a:cs typeface="Arial"/>
                        </a:rPr>
                        <a:t>216</a:t>
                      </a:r>
                    </a:p>
                  </a:txBody>
                  <a:tcPr marL="91440" marR="91440" marT="45720" marB="45720" anchor="ctr">
                    <a:lnR w="9525">
                      <a:solidFill>
                        <a:srgbClr val="C9D3D2"/>
                      </a:solidFill>
                    </a:lnR>
                    <a:lnB w="9525">
                      <a:solidFill>
                        <a:srgbClr val="C9D3D2"/>
                      </a:solidFill>
                    </a:lnB>
                    <a:solidFill>
                      <a:srgbClr val="F4F2EB"/>
                    </a:solidFill>
                  </a:tcPr>
                </a:tc>
                <a:tc>
                  <a:txBody>
                    <a:bodyPr lIns="85725" tIns="85725" rIns="85725" bIns="85725"/>
                    <a:lstStyle/>
                    <a:p>
                      <a:pPr algn="r"/>
                      <a:r>
                        <a:rPr sz="1875" b="0">
                          <a:solidFill>
                            <a:srgbClr val="0B2F38"/>
                          </a:solidFill>
                          <a:latin typeface="Arial"/>
                          <a:ea typeface="Arial"/>
                          <a:cs typeface="Arial"/>
                        </a:rPr>
                        <a:t>5.973</a:t>
                      </a:r>
                    </a:p>
                  </a:txBody>
                  <a:tcPr marL="91440" marR="91440" marT="45720" marB="45720" anchor="ctr">
                    <a:lnR w="9525">
                      <a:solidFill>
                        <a:srgbClr val="C9D3D2"/>
                      </a:solidFill>
                    </a:lnR>
                    <a:lnB w="9525">
                      <a:solidFill>
                        <a:srgbClr val="C9D3D2"/>
                      </a:solidFill>
                    </a:lnB>
                    <a:solidFill>
                      <a:srgbClr val="F4F2EB"/>
                    </a:solidFill>
                  </a:tcPr>
                </a:tc>
                <a:tc>
                  <a:txBody>
                    <a:bodyPr lIns="85725" tIns="85725" rIns="85725" bIns="85725"/>
                    <a:lstStyle/>
                    <a:p>
                      <a:pPr algn="r"/>
                      <a:r>
                        <a:rPr sz="1875" b="0">
                          <a:solidFill>
                            <a:srgbClr val="0B2F38"/>
                          </a:solidFill>
                          <a:latin typeface="Arial"/>
                          <a:ea typeface="Arial"/>
                          <a:cs typeface="Arial"/>
                        </a:rPr>
                        <a:t>2.940</a:t>
                      </a:r>
                    </a:p>
                  </a:txBody>
                  <a:tcPr marL="91440" marR="91440" marT="45720" marB="45720" anchor="ctr">
                    <a:lnR w="9525">
                      <a:solidFill>
                        <a:srgbClr val="C9D3D2"/>
                      </a:solidFill>
                    </a:lnR>
                    <a:lnB w="9525">
                      <a:solidFill>
                        <a:srgbClr val="C9D3D2"/>
                      </a:solidFill>
                    </a:lnB>
                    <a:solidFill>
                      <a:srgbClr val="F4F2EB"/>
                    </a:solidFill>
                  </a:tcPr>
                </a:tc>
              </a:tr>
              <a:tr h="457200">
                <a:tc>
                  <a:txBody>
                    <a:bodyPr lIns="85725" tIns="85725" rIns="85725" bIns="85725"/>
                    <a:lstStyle/>
                    <a:p>
                      <a:pPr algn="l"/>
                      <a:r>
                        <a:rPr sz="1875" b="0">
                          <a:solidFill>
                            <a:srgbClr val="0B2F38"/>
                          </a:solidFill>
                          <a:latin typeface="Arial"/>
                          <a:ea typeface="Arial"/>
                          <a:cs typeface="Arial"/>
                        </a:rPr>
                        <a:t>Unklar*</a:t>
                      </a:r>
                    </a:p>
                  </a:txBody>
                  <a:tcPr marL="91440" marR="91440" marT="45720" marB="45720" anchor="ctr">
                    <a:lnL w="9525">
                      <a:solidFill>
                        <a:srgbClr val="C9D3D2"/>
                      </a:solidFill>
                    </a:lnL>
                    <a:lnR w="9525">
                      <a:solidFill>
                        <a:srgbClr val="C9D3D2"/>
                      </a:solidFill>
                    </a:lnR>
                    <a:lnB w="9525">
                      <a:solidFill>
                        <a:srgbClr val="C9D3D2"/>
                      </a:solidFill>
                    </a:lnB>
                    <a:solidFill>
                      <a:srgbClr val="F4F2EB"/>
                    </a:solidFill>
                  </a:tcPr>
                </a:tc>
                <a:tc>
                  <a:txBody>
                    <a:bodyPr lIns="85725" tIns="85725" rIns="85725" bIns="85725"/>
                    <a:lstStyle/>
                    <a:p>
                      <a:pPr algn="r"/>
                      <a:r>
                        <a:rPr sz="1875" b="0">
                          <a:solidFill>
                            <a:srgbClr val="0B2F38"/>
                          </a:solidFill>
                          <a:latin typeface="Arial"/>
                          <a:ea typeface="Arial"/>
                          <a:cs typeface="Arial"/>
                        </a:rPr>
                        <a:t>36</a:t>
                      </a:r>
                    </a:p>
                  </a:txBody>
                  <a:tcPr marL="91440" marR="91440" marT="45720" marB="45720" anchor="ctr">
                    <a:lnR w="9525">
                      <a:solidFill>
                        <a:srgbClr val="C9D3D2"/>
                      </a:solidFill>
                    </a:lnR>
                    <a:lnB w="9525">
                      <a:solidFill>
                        <a:srgbClr val="C9D3D2"/>
                      </a:solidFill>
                    </a:lnB>
                    <a:solidFill>
                      <a:srgbClr val="F4F2EB"/>
                    </a:solidFill>
                  </a:tcPr>
                </a:tc>
                <a:tc>
                  <a:txBody>
                    <a:bodyPr lIns="85725" tIns="85725" rIns="85725" bIns="85725"/>
                    <a:lstStyle/>
                    <a:p>
                      <a:pPr algn="r"/>
                      <a:r>
                        <a:rPr sz="1875" b="0">
                          <a:solidFill>
                            <a:srgbClr val="0B2F38"/>
                          </a:solidFill>
                          <a:latin typeface="Arial"/>
                          <a:ea typeface="Arial"/>
                          <a:cs typeface="Arial"/>
                        </a:rPr>
                        <a:t>0</a:t>
                      </a:r>
                    </a:p>
                  </a:txBody>
                  <a:tcPr marL="91440" marR="91440" marT="45720" marB="45720" anchor="ctr">
                    <a:lnR w="9525">
                      <a:solidFill>
                        <a:srgbClr val="C9D3D2"/>
                      </a:solidFill>
                    </a:lnR>
                    <a:lnB w="9525">
                      <a:solidFill>
                        <a:srgbClr val="C9D3D2"/>
                      </a:solidFill>
                    </a:lnB>
                    <a:solidFill>
                      <a:srgbClr val="F4F2EB"/>
                    </a:solidFill>
                  </a:tcPr>
                </a:tc>
                <a:tc>
                  <a:txBody>
                    <a:bodyPr lIns="85725" tIns="85725" rIns="85725" bIns="85725"/>
                    <a:lstStyle/>
                    <a:p>
                      <a:pPr algn="r"/>
                      <a:r>
                        <a:rPr sz="1875" b="0">
                          <a:solidFill>
                            <a:srgbClr val="0B2F38"/>
                          </a:solidFill>
                          <a:latin typeface="Arial"/>
                          <a:ea typeface="Arial"/>
                          <a:cs typeface="Arial"/>
                        </a:rPr>
                        <a:t>0</a:t>
                      </a:r>
                    </a:p>
                  </a:txBody>
                  <a:tcPr marL="91440" marR="91440" marT="45720" marB="45720" anchor="ctr">
                    <a:lnR w="9525">
                      <a:solidFill>
                        <a:srgbClr val="C9D3D2"/>
                      </a:solidFill>
                    </a:lnR>
                    <a:lnB w="9525">
                      <a:solidFill>
                        <a:srgbClr val="C9D3D2"/>
                      </a:solidFill>
                    </a:lnB>
                    <a:solidFill>
                      <a:srgbClr val="F4F2EB"/>
                    </a:solidFill>
                  </a:tcPr>
                </a:tc>
              </a:tr>
              <a:tr h="457200">
                <a:tc>
                  <a:txBody>
                    <a:bodyPr lIns="85725" tIns="85725" rIns="85725" bIns="85725"/>
                    <a:lstStyle/>
                    <a:p>
                      <a:pPr algn="l"/>
                      <a:r>
                        <a:rPr sz="1875" b="1">
                          <a:solidFill>
                            <a:srgbClr val="0B2F38"/>
                          </a:solidFill>
                          <a:latin typeface="Arial"/>
                          <a:ea typeface="Arial"/>
                          <a:cs typeface="Arial"/>
                        </a:rPr>
                        <a:t>Gesamt</a:t>
                      </a:r>
                    </a:p>
                  </a:txBody>
                  <a:tcPr marL="91440" marR="91440" marT="45720" marB="45720" anchor="ctr">
                    <a:lnL w="9525">
                      <a:solidFill>
                        <a:srgbClr val="C9D3D2"/>
                      </a:solidFill>
                    </a:lnL>
                    <a:lnR w="9525">
                      <a:solidFill>
                        <a:srgbClr val="C9D3D2"/>
                      </a:solidFill>
                    </a:lnR>
                    <a:lnB w="9525">
                      <a:solidFill>
                        <a:srgbClr val="C9D3D2"/>
                      </a:solidFill>
                    </a:lnB>
                    <a:solidFill>
                      <a:srgbClr val="F4F2EB"/>
                    </a:solidFill>
                  </a:tcPr>
                </a:tc>
                <a:tc>
                  <a:txBody>
                    <a:bodyPr lIns="85725" tIns="85725" rIns="85725" bIns="85725"/>
                    <a:lstStyle/>
                    <a:p>
                      <a:pPr algn="r"/>
                      <a:r>
                        <a:rPr sz="1875" b="1">
                          <a:solidFill>
                            <a:srgbClr val="0B2F38"/>
                          </a:solidFill>
                          <a:latin typeface="Arial"/>
                          <a:ea typeface="Arial"/>
                          <a:cs typeface="Arial"/>
                        </a:rPr>
                        <a:t>11.687</a:t>
                      </a:r>
                    </a:p>
                  </a:txBody>
                  <a:tcPr marL="91440" marR="91440" marT="45720" marB="45720" anchor="ctr">
                    <a:lnR w="9525">
                      <a:solidFill>
                        <a:srgbClr val="C9D3D2"/>
                      </a:solidFill>
                    </a:lnR>
                    <a:lnB w="9525">
                      <a:solidFill>
                        <a:srgbClr val="C9D3D2"/>
                      </a:solidFill>
                    </a:lnB>
                    <a:solidFill>
                      <a:srgbClr val="F4F2EB"/>
                    </a:solidFill>
                  </a:tcPr>
                </a:tc>
                <a:tc>
                  <a:txBody>
                    <a:bodyPr lIns="85725" tIns="85725" rIns="85725" bIns="85725"/>
                    <a:lstStyle/>
                    <a:p>
                      <a:pPr algn="r"/>
                      <a:r>
                        <a:rPr sz="1875" b="1">
                          <a:solidFill>
                            <a:srgbClr val="0B2F38"/>
                          </a:solidFill>
                          <a:latin typeface="Arial"/>
                          <a:ea typeface="Arial"/>
                          <a:cs typeface="Arial"/>
                        </a:rPr>
                        <a:t>11.578</a:t>
                      </a:r>
                    </a:p>
                  </a:txBody>
                  <a:tcPr marL="91440" marR="91440" marT="45720" marB="45720" anchor="ctr">
                    <a:lnR w="9525">
                      <a:solidFill>
                        <a:srgbClr val="C9D3D2"/>
                      </a:solidFill>
                    </a:lnR>
                    <a:lnB w="9525">
                      <a:solidFill>
                        <a:srgbClr val="C9D3D2"/>
                      </a:solidFill>
                    </a:lnB>
                    <a:solidFill>
                      <a:srgbClr val="F4F2EB"/>
                    </a:solidFill>
                  </a:tcPr>
                </a:tc>
                <a:tc>
                  <a:txBody>
                    <a:bodyPr lIns="85725" tIns="85725" rIns="85725" bIns="85725"/>
                    <a:lstStyle/>
                    <a:p>
                      <a:pPr algn="r"/>
                      <a:r>
                        <a:rPr sz="1875" b="1">
                          <a:solidFill>
                            <a:srgbClr val="0B2F38"/>
                          </a:solidFill>
                          <a:latin typeface="Arial"/>
                          <a:ea typeface="Arial"/>
                          <a:cs typeface="Arial"/>
                        </a:rPr>
                        <a:t>6.803</a:t>
                      </a:r>
                    </a:p>
                  </a:txBody>
                  <a:tcPr marL="91440" marR="91440" marT="45720" marB="45720" anchor="ctr">
                    <a:lnR w="9525">
                      <a:solidFill>
                        <a:srgbClr val="C9D3D2"/>
                      </a:solidFill>
                    </a:lnR>
                    <a:lnB w="9525">
                      <a:solidFill>
                        <a:srgbClr val="C9D3D2"/>
                      </a:solidFill>
                    </a:lnB>
                    <a:solidFill>
                      <a:srgbClr val="F4F2EB"/>
                    </a:solidFill>
                  </a:tcPr>
                </a:tc>
              </a:tr>
            </a:tbl>
          </a:graphicData>
        </a:graphic>
      </p:graphicFrame>
      <p:sp>
        <p:nvSpPr>
          <p:cNvPr id="5" name="text-3">
            <a:extLst xmlns:a="http://schemas.openxmlformats.org/drawingml/2006/main">
              <a:ext uri="{FF2B5EF4-FFF2-40B4-BE49-F238E27FC236}">
                <a16:creationId xmlns:a16="http://schemas.microsoft.com/office/drawing/2014/main" id="{A0382DB8-6DC1-4F4C-8FF7-B909B010B2AE}"/>
              </a:ext>
            </a:extLst>
          </p:cNvPr>
          <p:cNvSpPr>
            <a:spLocks xmlns:a="http://schemas.openxmlformats.org/drawingml/2006/main" noGrp="1"/>
          </p:cNvSpPr>
          <p:nvPr/>
        </p:nvSpPr>
        <p:spPr>
          <a:xfrm xmlns:a="http://schemas.openxmlformats.org/drawingml/2006/main">
            <a:off x="609600" y="58483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0646A"/>
                </a:solidFill>
                <a:latin typeface="Arial"/>
                <a:ea typeface="Arial"/>
                <a:cs typeface="Arial"/>
              </a:defRPr>
            </a:defPPr>
            <a:lvl1pPr algn="l">
              <a:defRPr sz="1575" b="0">
                <a:solidFill>
                  <a:srgbClr val="50646A"/>
                </a:solidFill>
                <a:latin typeface="Arial"/>
                <a:ea typeface="Arial"/>
                <a:cs typeface="Arial"/>
              </a:defRPr>
            </a:lvl1pPr>
            <a:lvl2pPr algn="l">
              <a:defRPr sz="1575" b="0">
                <a:solidFill>
                  <a:srgbClr val="50646A"/>
                </a:solidFill>
                <a:latin typeface="Arial"/>
                <a:ea typeface="Arial"/>
                <a:cs typeface="Arial"/>
              </a:defRPr>
            </a:lvl2pPr>
            <a:lvl3pPr algn="l">
              <a:defRPr sz="1575" b="0">
                <a:solidFill>
                  <a:srgbClr val="50646A"/>
                </a:solidFill>
                <a:latin typeface="Arial"/>
                <a:ea typeface="Arial"/>
                <a:cs typeface="Arial"/>
              </a:defRPr>
            </a:lvl3pPr>
            <a:lvl4pPr algn="l">
              <a:defRPr sz="1575" b="0">
                <a:solidFill>
                  <a:srgbClr val="50646A"/>
                </a:solidFill>
                <a:latin typeface="Arial"/>
                <a:ea typeface="Arial"/>
                <a:cs typeface="Arial"/>
              </a:defRPr>
            </a:lvl4pPr>
            <a:lvl5pPr algn="l">
              <a:defRPr sz="1575" b="0">
                <a:solidFill>
                  <a:srgbClr val="50646A"/>
                </a:solidFill>
                <a:latin typeface="Arial"/>
                <a:ea typeface="Arial"/>
                <a:cs typeface="Arial"/>
              </a:defRPr>
            </a:lvl5pPr>
            <a:lvl6pPr algn="l">
              <a:defRPr sz="1575" b="0">
                <a:solidFill>
                  <a:srgbClr val="50646A"/>
                </a:solidFill>
                <a:latin typeface="Arial"/>
                <a:ea typeface="Arial"/>
                <a:cs typeface="Arial"/>
              </a:defRPr>
            </a:lvl6pPr>
            <a:lvl7pPr algn="l">
              <a:defRPr sz="1575" b="0">
                <a:solidFill>
                  <a:srgbClr val="50646A"/>
                </a:solidFill>
                <a:latin typeface="Arial"/>
                <a:ea typeface="Arial"/>
                <a:cs typeface="Arial"/>
              </a:defRPr>
            </a:lvl7pPr>
            <a:lvl8pPr algn="l">
              <a:defRPr sz="1575" b="0">
                <a:solidFill>
                  <a:srgbClr val="50646A"/>
                </a:solidFill>
                <a:latin typeface="Arial"/>
                <a:ea typeface="Arial"/>
                <a:cs typeface="Arial"/>
              </a:defRPr>
            </a:lvl8pPr>
            <a:lvl9pPr algn="l">
              <a:defRPr sz="1575" b="0">
                <a:solidFill>
                  <a:srgbClr val="50646A"/>
                </a:solidFill>
                <a:latin typeface="Arial"/>
                <a:ea typeface="Arial"/>
                <a:cs typeface="Arial"/>
              </a:defRPr>
            </a:lvl9pPr>
          </a:lstStyle>
          <a:p xmlns:a="http://schemas.openxmlformats.org/drawingml/2006/main">
            <a:pPr algn="l">
              <a:defRPr sz="1575" b="0">
                <a:solidFill>
                  <a:srgbClr val="50646A"/>
                </a:solidFill>
                <a:latin typeface="Arial"/>
                <a:ea typeface="Arial"/>
                <a:cs typeface="Arial"/>
              </a:defRPr>
            </a:pPr>
            <a:r>
              <a:rPr sz="1575" b="0">
                <a:solidFill>
                  <a:srgbClr val="50646A"/>
                </a:solidFill>
                <a:latin typeface="Arial"/>
                <a:ea typeface="Arial"/>
                <a:cs typeface="Arial"/>
              </a:rPr>
              <a:t>Panoramax: importierte fertige Schild-Crops. Crops / Sightings: Apps inkl. Replay und Altbestand.</a:t>
            </a:r>
          </a:p>
        </p:txBody>
      </p:sp>
      <p:sp>
        <p:nvSpPr>
          <p:cNvPr id="6" name="text-4">
            <a:extLst xmlns:a="http://schemas.openxmlformats.org/drawingml/2006/main">
              <a:ext uri="{FF2B5EF4-FFF2-40B4-BE49-F238E27FC236}">
                <a16:creationId xmlns:a16="http://schemas.microsoft.com/office/drawing/2014/main" id="{DA0670D8-F663-4320-A979-E758B73CADDC}"/>
              </a:ext>
            </a:extLst>
          </p:cNvPr>
          <p:cNvSpPr>
            <a:spLocks xmlns:a="http://schemas.openxmlformats.org/drawingml/2006/main" noGrp="1"/>
          </p:cNvSpPr>
          <p:nvPr/>
        </p:nvSpPr>
        <p:spPr>
          <a:xfrm xmlns:a="http://schemas.openxmlformats.org/drawingml/2006/main">
            <a:off x="609600" y="62484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0646A"/>
                </a:solidFill>
                <a:latin typeface="Arial"/>
                <a:ea typeface="Arial"/>
                <a:cs typeface="Arial"/>
              </a:defRPr>
            </a:defPPr>
            <a:lvl1pPr algn="l">
              <a:defRPr sz="1500" b="0">
                <a:solidFill>
                  <a:srgbClr val="50646A"/>
                </a:solidFill>
                <a:latin typeface="Arial"/>
                <a:ea typeface="Arial"/>
                <a:cs typeface="Arial"/>
              </a:defRPr>
            </a:lvl1pPr>
            <a:lvl2pPr algn="l">
              <a:defRPr sz="1500" b="0">
                <a:solidFill>
                  <a:srgbClr val="50646A"/>
                </a:solidFill>
                <a:latin typeface="Arial"/>
                <a:ea typeface="Arial"/>
                <a:cs typeface="Arial"/>
              </a:defRPr>
            </a:lvl2pPr>
            <a:lvl3pPr algn="l">
              <a:defRPr sz="1500" b="0">
                <a:solidFill>
                  <a:srgbClr val="50646A"/>
                </a:solidFill>
                <a:latin typeface="Arial"/>
                <a:ea typeface="Arial"/>
                <a:cs typeface="Arial"/>
              </a:defRPr>
            </a:lvl3pPr>
            <a:lvl4pPr algn="l">
              <a:defRPr sz="1500" b="0">
                <a:solidFill>
                  <a:srgbClr val="50646A"/>
                </a:solidFill>
                <a:latin typeface="Arial"/>
                <a:ea typeface="Arial"/>
                <a:cs typeface="Arial"/>
              </a:defRPr>
            </a:lvl4pPr>
            <a:lvl5pPr algn="l">
              <a:defRPr sz="1500" b="0">
                <a:solidFill>
                  <a:srgbClr val="50646A"/>
                </a:solidFill>
                <a:latin typeface="Arial"/>
                <a:ea typeface="Arial"/>
                <a:cs typeface="Arial"/>
              </a:defRPr>
            </a:lvl5pPr>
            <a:lvl6pPr algn="l">
              <a:defRPr sz="1500" b="0">
                <a:solidFill>
                  <a:srgbClr val="50646A"/>
                </a:solidFill>
                <a:latin typeface="Arial"/>
                <a:ea typeface="Arial"/>
                <a:cs typeface="Arial"/>
              </a:defRPr>
            </a:lvl6pPr>
            <a:lvl7pPr algn="l">
              <a:defRPr sz="1500" b="0">
                <a:solidFill>
                  <a:srgbClr val="50646A"/>
                </a:solidFill>
                <a:latin typeface="Arial"/>
                <a:ea typeface="Arial"/>
                <a:cs typeface="Arial"/>
              </a:defRPr>
            </a:lvl7pPr>
            <a:lvl8pPr algn="l">
              <a:defRPr sz="1500" b="0">
                <a:solidFill>
                  <a:srgbClr val="50646A"/>
                </a:solidFill>
                <a:latin typeface="Arial"/>
                <a:ea typeface="Arial"/>
                <a:cs typeface="Arial"/>
              </a:defRPr>
            </a:lvl8pPr>
            <a:lvl9pPr algn="l">
              <a:defRPr sz="1500" b="0">
                <a:solidFill>
                  <a:srgbClr val="50646A"/>
                </a:solidFill>
                <a:latin typeface="Arial"/>
                <a:ea typeface="Arial"/>
                <a:cs typeface="Arial"/>
              </a:defRPr>
            </a:lvl9pPr>
          </a:lstStyle>
          <a:p xmlns:a="http://schemas.openxmlformats.org/drawingml/2006/main">
            <a:pPr algn="l">
              <a:defRPr sz="1500" b="0">
                <a:solidFill>
                  <a:srgbClr val="50646A"/>
                </a:solidFill>
                <a:latin typeface="Arial"/>
                <a:ea typeface="Arial"/>
                <a:cs typeface="Arial"/>
              </a:defRPr>
            </a:pPr>
            <a:r>
              <a:rPr sz="1500" b="0">
                <a:solidFill>
                  <a:srgbClr val="50646A"/>
                </a:solidFill>
                <a:latin typeface="Arial"/>
                <a:ea typeface="Arial"/>
                <a:cs typeface="Arial"/>
              </a:rPr>
              <a:t>* Zuordnungskonflikte bzw. unklar. Länder entsprechen der Modellzuordnung.</a:t>
            </a:r>
          </a:p>
        </p:txBody>
      </p:sp>
    </p:spTree>
    <p:extLst>
      <p:ext uri="{BB962C8B-B14F-4D97-AF65-F5344CB8AC3E}">
        <p14:creationId xmlns:p14="http://schemas.microsoft.com/office/powerpoint/2010/main" val="390672796"/>
      </p:ext>
    </p:extLst>
  </p:cSld>
</p:sld>
</file>

<file path=ppt/slides/slide23.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D43CB03F-E1B8-4549-80E4-09C8BECA6FEB}"/>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B2F38"/>
                </a:solidFill>
                <a:latin typeface="Arial"/>
                <a:ea typeface="Arial"/>
                <a:cs typeface="Arial"/>
              </a:defRPr>
            </a:defPPr>
            <a:lvl1pPr algn="l">
              <a:defRPr sz="3300" b="1">
                <a:solidFill>
                  <a:srgbClr val="0B2F38"/>
                </a:solidFill>
                <a:latin typeface="Arial"/>
                <a:ea typeface="Arial"/>
                <a:cs typeface="Arial"/>
              </a:defRPr>
            </a:lvl1pPr>
            <a:lvl2pPr algn="l">
              <a:defRPr sz="3300" b="1">
                <a:solidFill>
                  <a:srgbClr val="0B2F38"/>
                </a:solidFill>
                <a:latin typeface="Arial"/>
                <a:ea typeface="Arial"/>
                <a:cs typeface="Arial"/>
              </a:defRPr>
            </a:lvl2pPr>
            <a:lvl3pPr algn="l">
              <a:defRPr sz="3300" b="1">
                <a:solidFill>
                  <a:srgbClr val="0B2F38"/>
                </a:solidFill>
                <a:latin typeface="Arial"/>
                <a:ea typeface="Arial"/>
                <a:cs typeface="Arial"/>
              </a:defRPr>
            </a:lvl3pPr>
            <a:lvl4pPr algn="l">
              <a:defRPr sz="3300" b="1">
                <a:solidFill>
                  <a:srgbClr val="0B2F38"/>
                </a:solidFill>
                <a:latin typeface="Arial"/>
                <a:ea typeface="Arial"/>
                <a:cs typeface="Arial"/>
              </a:defRPr>
            </a:lvl4pPr>
            <a:lvl5pPr algn="l">
              <a:defRPr sz="3300" b="1">
                <a:solidFill>
                  <a:srgbClr val="0B2F38"/>
                </a:solidFill>
                <a:latin typeface="Arial"/>
                <a:ea typeface="Arial"/>
                <a:cs typeface="Arial"/>
              </a:defRPr>
            </a:lvl5pPr>
            <a:lvl6pPr algn="l">
              <a:defRPr sz="3300" b="1">
                <a:solidFill>
                  <a:srgbClr val="0B2F38"/>
                </a:solidFill>
                <a:latin typeface="Arial"/>
                <a:ea typeface="Arial"/>
                <a:cs typeface="Arial"/>
              </a:defRPr>
            </a:lvl6pPr>
            <a:lvl7pPr algn="l">
              <a:defRPr sz="3300" b="1">
                <a:solidFill>
                  <a:srgbClr val="0B2F38"/>
                </a:solidFill>
                <a:latin typeface="Arial"/>
                <a:ea typeface="Arial"/>
                <a:cs typeface="Arial"/>
              </a:defRPr>
            </a:lvl7pPr>
            <a:lvl8pPr algn="l">
              <a:defRPr sz="3300" b="1">
                <a:solidFill>
                  <a:srgbClr val="0B2F38"/>
                </a:solidFill>
                <a:latin typeface="Arial"/>
                <a:ea typeface="Arial"/>
                <a:cs typeface="Arial"/>
              </a:defRPr>
            </a:lvl8pPr>
            <a:lvl9pPr algn="l">
              <a:defRPr sz="3300" b="1">
                <a:solidFill>
                  <a:srgbClr val="0B2F38"/>
                </a:solidFill>
                <a:latin typeface="Arial"/>
                <a:ea typeface="Arial"/>
                <a:cs typeface="Arial"/>
              </a:defRPr>
            </a:lvl9pPr>
          </a:lstStyle>
          <a:p xmlns:a="http://schemas.openxmlformats.org/drawingml/2006/main">
            <a:pPr algn="l">
              <a:defRPr sz="3300" b="1">
                <a:solidFill>
                  <a:srgbClr val="0B2F38"/>
                </a:solidFill>
                <a:latin typeface="Arial"/>
                <a:ea typeface="Arial"/>
                <a:cs typeface="Arial"/>
              </a:defRPr>
            </a:pPr>
            <a:r>
              <a:rPr sz="3300" b="1">
                <a:solidFill>
                  <a:srgbClr val="0B2F38"/>
                </a:solidFill>
                <a:latin typeface="Arial"/>
                <a:ea typeface="Arial"/>
                <a:cs typeface="Arial"/>
              </a:rPr>
              <a:t>Agenda · Projektarbeit</a:t>
            </a:r>
          </a:p>
        </p:txBody>
      </p:sp>
      <p:sp>
        <p:nvSpPr>
          <p:cNvPr id="2" name="text-1">
            <a:extLst xmlns:a="http://schemas.openxmlformats.org/drawingml/2006/main">
              <a:ext uri="{FF2B5EF4-FFF2-40B4-BE49-F238E27FC236}">
                <a16:creationId xmlns:a16="http://schemas.microsoft.com/office/drawing/2014/main" id="{AAB6ADBE-E964-405B-8626-9F630452A4BF}"/>
              </a:ext>
            </a:extLst>
          </p:cNvPr>
          <p:cNvSpPr>
            <a:spLocks xmlns:a="http://schemas.openxmlformats.org/drawingml/2006/main" noGrp="1"/>
          </p:cNvSpPr>
          <p:nvPr/>
        </p:nvSpPr>
        <p:spPr>
          <a:xfrm xmlns:a="http://schemas.openxmlformats.org/drawingml/2006/main">
            <a:off x="11144250" y="6477000"/>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defRPr sz="1125" b="0">
                <a:solidFill>
                  <a:srgbClr val="50646A"/>
                </a:solidFill>
                <a:latin typeface="Arial"/>
                <a:ea typeface="Arial"/>
                <a:cs typeface="Arial"/>
              </a:defRPr>
            </a:lvl1pPr>
            <a:lvl2pPr algn="r">
              <a:defRPr sz="1125" b="0">
                <a:solidFill>
                  <a:srgbClr val="50646A"/>
                </a:solidFill>
                <a:latin typeface="Arial"/>
                <a:ea typeface="Arial"/>
                <a:cs typeface="Arial"/>
              </a:defRPr>
            </a:lvl2pPr>
            <a:lvl3pPr algn="r">
              <a:defRPr sz="1125" b="0">
                <a:solidFill>
                  <a:srgbClr val="50646A"/>
                </a:solidFill>
                <a:latin typeface="Arial"/>
                <a:ea typeface="Arial"/>
                <a:cs typeface="Arial"/>
              </a:defRPr>
            </a:lvl3pPr>
            <a:lvl4pPr algn="r">
              <a:defRPr sz="1125" b="0">
                <a:solidFill>
                  <a:srgbClr val="50646A"/>
                </a:solidFill>
                <a:latin typeface="Arial"/>
                <a:ea typeface="Arial"/>
                <a:cs typeface="Arial"/>
              </a:defRPr>
            </a:lvl4pPr>
            <a:lvl5pPr algn="r">
              <a:defRPr sz="1125" b="0">
                <a:solidFill>
                  <a:srgbClr val="50646A"/>
                </a:solidFill>
                <a:latin typeface="Arial"/>
                <a:ea typeface="Arial"/>
                <a:cs typeface="Arial"/>
              </a:defRPr>
            </a:lvl5pPr>
            <a:lvl6pPr algn="r">
              <a:defRPr sz="1125" b="0">
                <a:solidFill>
                  <a:srgbClr val="50646A"/>
                </a:solidFill>
                <a:latin typeface="Arial"/>
                <a:ea typeface="Arial"/>
                <a:cs typeface="Arial"/>
              </a:defRPr>
            </a:lvl6pPr>
            <a:lvl7pPr algn="r">
              <a:defRPr sz="1125" b="0">
                <a:solidFill>
                  <a:srgbClr val="50646A"/>
                </a:solidFill>
                <a:latin typeface="Arial"/>
                <a:ea typeface="Arial"/>
                <a:cs typeface="Arial"/>
              </a:defRPr>
            </a:lvl7pPr>
            <a:lvl8pPr algn="r">
              <a:defRPr sz="1125" b="0">
                <a:solidFill>
                  <a:srgbClr val="50646A"/>
                </a:solidFill>
                <a:latin typeface="Arial"/>
                <a:ea typeface="Arial"/>
                <a:cs typeface="Arial"/>
              </a:defRPr>
            </a:lvl8pPr>
            <a:lvl9pPr algn="r">
              <a:defRPr sz="1125" b="0">
                <a:solidFill>
                  <a:srgbClr val="50646A"/>
                </a:solidFill>
                <a:latin typeface="Arial"/>
                <a:ea typeface="Arial"/>
                <a:cs typeface="Arial"/>
              </a:defRPr>
            </a:lvl9pPr>
          </a:lstStyle>
          <a:p xmlns:a="http://schemas.openxmlformats.org/drawingml/2006/main">
            <a:pPr algn="r">
              <a:defRPr sz="1125" b="0">
                <a:solidFill>
                  <a:srgbClr val="50646A"/>
                </a:solidFill>
                <a:latin typeface="Arial"/>
                <a:ea typeface="Arial"/>
                <a:cs typeface="Arial"/>
              </a:defRPr>
            </a:pPr>
            <a:r>
              <a:rPr sz="1125" b="0">
                <a:solidFill>
                  <a:srgbClr val="50646A"/>
                </a:solidFill>
                <a:latin typeface="Arial"/>
                <a:ea typeface="Arial"/>
                <a:cs typeface="Arial"/>
              </a:rPr>
              <a:t>23</a:t>
            </a:r>
          </a:p>
        </p:txBody>
      </p:sp>
      <p:sp>
        <p:nvSpPr>
          <p:cNvPr id="3" name="text-2">
            <a:extLst xmlns:a="http://schemas.openxmlformats.org/drawingml/2006/main">
              <a:ext uri="{FF2B5EF4-FFF2-40B4-BE49-F238E27FC236}">
                <a16:creationId xmlns:a16="http://schemas.microsoft.com/office/drawing/2014/main" id="{DC5E8EF5-A880-4091-9FBE-487D4CC481BB}"/>
              </a:ext>
            </a:extLst>
          </p:cNvPr>
          <p:cNvSpPr>
            <a:spLocks xmlns:a="http://schemas.openxmlformats.org/drawingml/2006/main" noGrp="1"/>
          </p:cNvSpPr>
          <p:nvPr/>
        </p:nvSpPr>
        <p:spPr>
          <a:xfrm xmlns:a="http://schemas.openxmlformats.org/drawingml/2006/main">
            <a:off x="609600" y="1733550"/>
            <a:ext cx="857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B27D10"/>
                </a:solidFill>
                <a:latin typeface="Arial"/>
                <a:ea typeface="Arial"/>
                <a:cs typeface="Arial"/>
              </a:defRPr>
            </a:defPPr>
            <a:lvl1pPr algn="l">
              <a:defRPr sz="2325" b="1">
                <a:solidFill>
                  <a:srgbClr val="B27D10"/>
                </a:solidFill>
                <a:latin typeface="Arial"/>
                <a:ea typeface="Arial"/>
                <a:cs typeface="Arial"/>
              </a:defRPr>
            </a:lvl1pPr>
            <a:lvl2pPr algn="l">
              <a:defRPr sz="2325" b="1">
                <a:solidFill>
                  <a:srgbClr val="B27D10"/>
                </a:solidFill>
                <a:latin typeface="Arial"/>
                <a:ea typeface="Arial"/>
                <a:cs typeface="Arial"/>
              </a:defRPr>
            </a:lvl2pPr>
            <a:lvl3pPr algn="l">
              <a:defRPr sz="2325" b="1">
                <a:solidFill>
                  <a:srgbClr val="B27D10"/>
                </a:solidFill>
                <a:latin typeface="Arial"/>
                <a:ea typeface="Arial"/>
                <a:cs typeface="Arial"/>
              </a:defRPr>
            </a:lvl3pPr>
            <a:lvl4pPr algn="l">
              <a:defRPr sz="2325" b="1">
                <a:solidFill>
                  <a:srgbClr val="B27D10"/>
                </a:solidFill>
                <a:latin typeface="Arial"/>
                <a:ea typeface="Arial"/>
                <a:cs typeface="Arial"/>
              </a:defRPr>
            </a:lvl4pPr>
            <a:lvl5pPr algn="l">
              <a:defRPr sz="2325" b="1">
                <a:solidFill>
                  <a:srgbClr val="B27D10"/>
                </a:solidFill>
                <a:latin typeface="Arial"/>
                <a:ea typeface="Arial"/>
                <a:cs typeface="Arial"/>
              </a:defRPr>
            </a:lvl5pPr>
            <a:lvl6pPr algn="l">
              <a:defRPr sz="2325" b="1">
                <a:solidFill>
                  <a:srgbClr val="B27D10"/>
                </a:solidFill>
                <a:latin typeface="Arial"/>
                <a:ea typeface="Arial"/>
                <a:cs typeface="Arial"/>
              </a:defRPr>
            </a:lvl6pPr>
            <a:lvl7pPr algn="l">
              <a:defRPr sz="2325" b="1">
                <a:solidFill>
                  <a:srgbClr val="B27D10"/>
                </a:solidFill>
                <a:latin typeface="Arial"/>
                <a:ea typeface="Arial"/>
                <a:cs typeface="Arial"/>
              </a:defRPr>
            </a:lvl7pPr>
            <a:lvl8pPr algn="l">
              <a:defRPr sz="2325" b="1">
                <a:solidFill>
                  <a:srgbClr val="B27D10"/>
                </a:solidFill>
                <a:latin typeface="Arial"/>
                <a:ea typeface="Arial"/>
                <a:cs typeface="Arial"/>
              </a:defRPr>
            </a:lvl8pPr>
            <a:lvl9pPr algn="l">
              <a:defRPr sz="2325" b="1">
                <a:solidFill>
                  <a:srgbClr val="B27D10"/>
                </a:solidFill>
                <a:latin typeface="Arial"/>
                <a:ea typeface="Arial"/>
                <a:cs typeface="Arial"/>
              </a:defRPr>
            </a:lvl9pPr>
          </a:lstStyle>
          <a:p xmlns:a="http://schemas.openxmlformats.org/drawingml/2006/main">
            <a:pPr algn="l">
              <a:defRPr sz="2325" b="1">
                <a:solidFill>
                  <a:srgbClr val="B27D10"/>
                </a:solidFill>
                <a:latin typeface="Arial"/>
                <a:ea typeface="Arial"/>
                <a:cs typeface="Arial"/>
              </a:defRPr>
            </a:pPr>
            <a:r>
              <a:rPr sz="2325" b="1">
                <a:solidFill>
                  <a:srgbClr val="B27D10"/>
                </a:solidFill>
                <a:latin typeface="Arial"/>
                <a:ea typeface="Arial"/>
                <a:cs typeface="Arial"/>
              </a:rPr>
              <a:t>01</a:t>
            </a:r>
          </a:p>
        </p:txBody>
      </p:sp>
      <p:sp>
        <p:nvSpPr>
          <p:cNvPr id="4" name="text-3">
            <a:extLst xmlns:a="http://schemas.openxmlformats.org/drawingml/2006/main">
              <a:ext uri="{FF2B5EF4-FFF2-40B4-BE49-F238E27FC236}">
                <a16:creationId xmlns:a16="http://schemas.microsoft.com/office/drawing/2014/main" id="{425218B1-9B0F-4A55-B433-2435E16323E5}"/>
              </a:ext>
            </a:extLst>
          </p:cNvPr>
          <p:cNvSpPr>
            <a:spLocks xmlns:a="http://schemas.openxmlformats.org/drawingml/2006/main" noGrp="1"/>
          </p:cNvSpPr>
          <p:nvPr/>
        </p:nvSpPr>
        <p:spPr>
          <a:xfrm xmlns:a="http://schemas.openxmlformats.org/drawingml/2006/main">
            <a:off x="1752600" y="1733550"/>
            <a:ext cx="9829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0B2F38"/>
                </a:solidFill>
                <a:latin typeface="Arial"/>
                <a:ea typeface="Arial"/>
                <a:cs typeface="Arial"/>
              </a:defRPr>
            </a:defPPr>
            <a:lvl1pPr algn="l">
              <a:defRPr sz="2325" b="0">
                <a:solidFill>
                  <a:srgbClr val="0B2F38"/>
                </a:solidFill>
                <a:latin typeface="Arial"/>
                <a:ea typeface="Arial"/>
                <a:cs typeface="Arial"/>
              </a:defRPr>
            </a:lvl1pPr>
            <a:lvl2pPr algn="l">
              <a:defRPr sz="2325" b="0">
                <a:solidFill>
                  <a:srgbClr val="0B2F38"/>
                </a:solidFill>
                <a:latin typeface="Arial"/>
                <a:ea typeface="Arial"/>
                <a:cs typeface="Arial"/>
              </a:defRPr>
            </a:lvl2pPr>
            <a:lvl3pPr algn="l">
              <a:defRPr sz="2325" b="0">
                <a:solidFill>
                  <a:srgbClr val="0B2F38"/>
                </a:solidFill>
                <a:latin typeface="Arial"/>
                <a:ea typeface="Arial"/>
                <a:cs typeface="Arial"/>
              </a:defRPr>
            </a:lvl3pPr>
            <a:lvl4pPr algn="l">
              <a:defRPr sz="2325" b="0">
                <a:solidFill>
                  <a:srgbClr val="0B2F38"/>
                </a:solidFill>
                <a:latin typeface="Arial"/>
                <a:ea typeface="Arial"/>
                <a:cs typeface="Arial"/>
              </a:defRPr>
            </a:lvl4pPr>
            <a:lvl5pPr algn="l">
              <a:defRPr sz="2325" b="0">
                <a:solidFill>
                  <a:srgbClr val="0B2F38"/>
                </a:solidFill>
                <a:latin typeface="Arial"/>
                <a:ea typeface="Arial"/>
                <a:cs typeface="Arial"/>
              </a:defRPr>
            </a:lvl5pPr>
            <a:lvl6pPr algn="l">
              <a:defRPr sz="2325" b="0">
                <a:solidFill>
                  <a:srgbClr val="0B2F38"/>
                </a:solidFill>
                <a:latin typeface="Arial"/>
                <a:ea typeface="Arial"/>
                <a:cs typeface="Arial"/>
              </a:defRPr>
            </a:lvl6pPr>
            <a:lvl7pPr algn="l">
              <a:defRPr sz="2325" b="0">
                <a:solidFill>
                  <a:srgbClr val="0B2F38"/>
                </a:solidFill>
                <a:latin typeface="Arial"/>
                <a:ea typeface="Arial"/>
                <a:cs typeface="Arial"/>
              </a:defRPr>
            </a:lvl7pPr>
            <a:lvl8pPr algn="l">
              <a:defRPr sz="2325" b="0">
                <a:solidFill>
                  <a:srgbClr val="0B2F38"/>
                </a:solidFill>
                <a:latin typeface="Arial"/>
                <a:ea typeface="Arial"/>
                <a:cs typeface="Arial"/>
              </a:defRPr>
            </a:lvl8pPr>
            <a:lvl9pPr algn="l">
              <a:defRPr sz="2325" b="0">
                <a:solidFill>
                  <a:srgbClr val="0B2F38"/>
                </a:solidFill>
                <a:latin typeface="Arial"/>
                <a:ea typeface="Arial"/>
                <a:cs typeface="Arial"/>
              </a:defRPr>
            </a:lvl9pPr>
          </a:lstStyle>
          <a:p xmlns:a="http://schemas.openxmlformats.org/drawingml/2006/main">
            <a:pPr algn="l">
              <a:defRPr sz="2325" b="0">
                <a:solidFill>
                  <a:srgbClr val="0B2F38"/>
                </a:solidFill>
                <a:latin typeface="Arial"/>
                <a:ea typeface="Arial"/>
                <a:cs typeface="Arial"/>
              </a:defRPr>
            </a:pPr>
            <a:r>
              <a:rPr sz="2325" b="0">
                <a:solidFill>
                  <a:srgbClr val="0B2F38"/>
                </a:solidFill>
                <a:latin typeface="Arial"/>
                <a:ea typeface="Arial"/>
                <a:cs typeface="Arial"/>
              </a:rPr>
              <a:t>Projektmanagement mit Git und GitHub</a:t>
            </a:r>
          </a:p>
        </p:txBody>
      </p:sp>
      <p:sp>
        <p:nvSpPr>
          <p:cNvPr id="5" name="text-4">
            <a:extLst xmlns:a="http://schemas.openxmlformats.org/drawingml/2006/main">
              <a:ext uri="{FF2B5EF4-FFF2-40B4-BE49-F238E27FC236}">
                <a16:creationId xmlns:a16="http://schemas.microsoft.com/office/drawing/2014/main" id="{483254BA-CB39-4ECB-8E8D-96D38F97F6D7}"/>
              </a:ext>
            </a:extLst>
          </p:cNvPr>
          <p:cNvSpPr>
            <a:spLocks xmlns:a="http://schemas.openxmlformats.org/drawingml/2006/main" noGrp="1"/>
          </p:cNvSpPr>
          <p:nvPr/>
        </p:nvSpPr>
        <p:spPr>
          <a:xfrm xmlns:a="http://schemas.openxmlformats.org/drawingml/2006/main">
            <a:off x="609600" y="2524125"/>
            <a:ext cx="857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B27D10"/>
                </a:solidFill>
                <a:latin typeface="Arial"/>
                <a:ea typeface="Arial"/>
                <a:cs typeface="Arial"/>
              </a:defRPr>
            </a:defPPr>
            <a:lvl1pPr algn="l">
              <a:defRPr sz="2325" b="1">
                <a:solidFill>
                  <a:srgbClr val="B27D10"/>
                </a:solidFill>
                <a:latin typeface="Arial"/>
                <a:ea typeface="Arial"/>
                <a:cs typeface="Arial"/>
              </a:defRPr>
            </a:lvl1pPr>
            <a:lvl2pPr algn="l">
              <a:defRPr sz="2325" b="1">
                <a:solidFill>
                  <a:srgbClr val="B27D10"/>
                </a:solidFill>
                <a:latin typeface="Arial"/>
                <a:ea typeface="Arial"/>
                <a:cs typeface="Arial"/>
              </a:defRPr>
            </a:lvl2pPr>
            <a:lvl3pPr algn="l">
              <a:defRPr sz="2325" b="1">
                <a:solidFill>
                  <a:srgbClr val="B27D10"/>
                </a:solidFill>
                <a:latin typeface="Arial"/>
                <a:ea typeface="Arial"/>
                <a:cs typeface="Arial"/>
              </a:defRPr>
            </a:lvl3pPr>
            <a:lvl4pPr algn="l">
              <a:defRPr sz="2325" b="1">
                <a:solidFill>
                  <a:srgbClr val="B27D10"/>
                </a:solidFill>
                <a:latin typeface="Arial"/>
                <a:ea typeface="Arial"/>
                <a:cs typeface="Arial"/>
              </a:defRPr>
            </a:lvl4pPr>
            <a:lvl5pPr algn="l">
              <a:defRPr sz="2325" b="1">
                <a:solidFill>
                  <a:srgbClr val="B27D10"/>
                </a:solidFill>
                <a:latin typeface="Arial"/>
                <a:ea typeface="Arial"/>
                <a:cs typeface="Arial"/>
              </a:defRPr>
            </a:lvl5pPr>
            <a:lvl6pPr algn="l">
              <a:defRPr sz="2325" b="1">
                <a:solidFill>
                  <a:srgbClr val="B27D10"/>
                </a:solidFill>
                <a:latin typeface="Arial"/>
                <a:ea typeface="Arial"/>
                <a:cs typeface="Arial"/>
              </a:defRPr>
            </a:lvl6pPr>
            <a:lvl7pPr algn="l">
              <a:defRPr sz="2325" b="1">
                <a:solidFill>
                  <a:srgbClr val="B27D10"/>
                </a:solidFill>
                <a:latin typeface="Arial"/>
                <a:ea typeface="Arial"/>
                <a:cs typeface="Arial"/>
              </a:defRPr>
            </a:lvl7pPr>
            <a:lvl8pPr algn="l">
              <a:defRPr sz="2325" b="1">
                <a:solidFill>
                  <a:srgbClr val="B27D10"/>
                </a:solidFill>
                <a:latin typeface="Arial"/>
                <a:ea typeface="Arial"/>
                <a:cs typeface="Arial"/>
              </a:defRPr>
            </a:lvl8pPr>
            <a:lvl9pPr algn="l">
              <a:defRPr sz="2325" b="1">
                <a:solidFill>
                  <a:srgbClr val="B27D10"/>
                </a:solidFill>
                <a:latin typeface="Arial"/>
                <a:ea typeface="Arial"/>
                <a:cs typeface="Arial"/>
              </a:defRPr>
            </a:lvl9pPr>
          </a:lstStyle>
          <a:p xmlns:a="http://schemas.openxmlformats.org/drawingml/2006/main">
            <a:pPr algn="l">
              <a:defRPr sz="2325" b="1">
                <a:solidFill>
                  <a:srgbClr val="B27D10"/>
                </a:solidFill>
                <a:latin typeface="Arial"/>
                <a:ea typeface="Arial"/>
                <a:cs typeface="Arial"/>
              </a:defRPr>
            </a:pPr>
            <a:r>
              <a:rPr sz="2325" b="1">
                <a:solidFill>
                  <a:srgbClr val="B27D10"/>
                </a:solidFill>
                <a:latin typeface="Arial"/>
                <a:ea typeface="Arial"/>
                <a:cs typeface="Arial"/>
              </a:rPr>
              <a:t>02</a:t>
            </a:r>
          </a:p>
        </p:txBody>
      </p:sp>
      <p:sp>
        <p:nvSpPr>
          <p:cNvPr id="6" name="text-5">
            <a:extLst xmlns:a="http://schemas.openxmlformats.org/drawingml/2006/main">
              <a:ext uri="{FF2B5EF4-FFF2-40B4-BE49-F238E27FC236}">
                <a16:creationId xmlns:a16="http://schemas.microsoft.com/office/drawing/2014/main" id="{D9E56449-629C-4E20-A9B3-2A24C4C45617}"/>
              </a:ext>
            </a:extLst>
          </p:cNvPr>
          <p:cNvSpPr>
            <a:spLocks xmlns:a="http://schemas.openxmlformats.org/drawingml/2006/main" noGrp="1"/>
          </p:cNvSpPr>
          <p:nvPr/>
        </p:nvSpPr>
        <p:spPr>
          <a:xfrm xmlns:a="http://schemas.openxmlformats.org/drawingml/2006/main">
            <a:off x="1752600" y="2524125"/>
            <a:ext cx="9829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0B2F38"/>
                </a:solidFill>
                <a:latin typeface="Arial"/>
                <a:ea typeface="Arial"/>
                <a:cs typeface="Arial"/>
              </a:defRPr>
            </a:defPPr>
            <a:lvl1pPr algn="l">
              <a:defRPr sz="2325" b="0">
                <a:solidFill>
                  <a:srgbClr val="0B2F38"/>
                </a:solidFill>
                <a:latin typeface="Arial"/>
                <a:ea typeface="Arial"/>
                <a:cs typeface="Arial"/>
              </a:defRPr>
            </a:lvl1pPr>
            <a:lvl2pPr algn="l">
              <a:defRPr sz="2325" b="0">
                <a:solidFill>
                  <a:srgbClr val="0B2F38"/>
                </a:solidFill>
                <a:latin typeface="Arial"/>
                <a:ea typeface="Arial"/>
                <a:cs typeface="Arial"/>
              </a:defRPr>
            </a:lvl2pPr>
            <a:lvl3pPr algn="l">
              <a:defRPr sz="2325" b="0">
                <a:solidFill>
                  <a:srgbClr val="0B2F38"/>
                </a:solidFill>
                <a:latin typeface="Arial"/>
                <a:ea typeface="Arial"/>
                <a:cs typeface="Arial"/>
              </a:defRPr>
            </a:lvl3pPr>
            <a:lvl4pPr algn="l">
              <a:defRPr sz="2325" b="0">
                <a:solidFill>
                  <a:srgbClr val="0B2F38"/>
                </a:solidFill>
                <a:latin typeface="Arial"/>
                <a:ea typeface="Arial"/>
                <a:cs typeface="Arial"/>
              </a:defRPr>
            </a:lvl4pPr>
            <a:lvl5pPr algn="l">
              <a:defRPr sz="2325" b="0">
                <a:solidFill>
                  <a:srgbClr val="0B2F38"/>
                </a:solidFill>
                <a:latin typeface="Arial"/>
                <a:ea typeface="Arial"/>
                <a:cs typeface="Arial"/>
              </a:defRPr>
            </a:lvl5pPr>
            <a:lvl6pPr algn="l">
              <a:defRPr sz="2325" b="0">
                <a:solidFill>
                  <a:srgbClr val="0B2F38"/>
                </a:solidFill>
                <a:latin typeface="Arial"/>
                <a:ea typeface="Arial"/>
                <a:cs typeface="Arial"/>
              </a:defRPr>
            </a:lvl6pPr>
            <a:lvl7pPr algn="l">
              <a:defRPr sz="2325" b="0">
                <a:solidFill>
                  <a:srgbClr val="0B2F38"/>
                </a:solidFill>
                <a:latin typeface="Arial"/>
                <a:ea typeface="Arial"/>
                <a:cs typeface="Arial"/>
              </a:defRPr>
            </a:lvl7pPr>
            <a:lvl8pPr algn="l">
              <a:defRPr sz="2325" b="0">
                <a:solidFill>
                  <a:srgbClr val="0B2F38"/>
                </a:solidFill>
                <a:latin typeface="Arial"/>
                <a:ea typeface="Arial"/>
                <a:cs typeface="Arial"/>
              </a:defRPr>
            </a:lvl8pPr>
            <a:lvl9pPr algn="l">
              <a:defRPr sz="2325" b="0">
                <a:solidFill>
                  <a:srgbClr val="0B2F38"/>
                </a:solidFill>
                <a:latin typeface="Arial"/>
                <a:ea typeface="Arial"/>
                <a:cs typeface="Arial"/>
              </a:defRPr>
            </a:lvl9pPr>
          </a:lstStyle>
          <a:p xmlns:a="http://schemas.openxmlformats.org/drawingml/2006/main">
            <a:pPr algn="l">
              <a:defRPr sz="2325" b="0">
                <a:solidFill>
                  <a:srgbClr val="0B2F38"/>
                </a:solidFill>
                <a:latin typeface="Arial"/>
                <a:ea typeface="Arial"/>
                <a:cs typeface="Arial"/>
              </a:defRPr>
            </a:pPr>
            <a:r>
              <a:rPr sz="2325" b="0">
                <a:solidFill>
                  <a:srgbClr val="0B2F38"/>
                </a:solidFill>
                <a:latin typeface="Arial"/>
                <a:ea typeface="Arial"/>
                <a:cs typeface="Arial"/>
              </a:rPr>
              <a:t>Apps einrichten und eigene Daten aufnehmen</a:t>
            </a:r>
          </a:p>
        </p:txBody>
      </p:sp>
      <p:sp>
        <p:nvSpPr>
          <p:cNvPr id="7" name="text-6">
            <a:extLst xmlns:a="http://schemas.openxmlformats.org/drawingml/2006/main">
              <a:ext uri="{FF2B5EF4-FFF2-40B4-BE49-F238E27FC236}">
                <a16:creationId xmlns:a16="http://schemas.microsoft.com/office/drawing/2014/main" id="{AC48A065-6970-4995-9497-C6251E2FCEDE}"/>
              </a:ext>
            </a:extLst>
          </p:cNvPr>
          <p:cNvSpPr>
            <a:spLocks xmlns:a="http://schemas.openxmlformats.org/drawingml/2006/main" noGrp="1"/>
          </p:cNvSpPr>
          <p:nvPr/>
        </p:nvSpPr>
        <p:spPr>
          <a:xfrm xmlns:a="http://schemas.openxmlformats.org/drawingml/2006/main">
            <a:off x="609600" y="3314700"/>
            <a:ext cx="857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B27D10"/>
                </a:solidFill>
                <a:latin typeface="Arial"/>
                <a:ea typeface="Arial"/>
                <a:cs typeface="Arial"/>
              </a:defRPr>
            </a:defPPr>
            <a:lvl1pPr algn="l">
              <a:defRPr sz="2325" b="1">
                <a:solidFill>
                  <a:srgbClr val="B27D10"/>
                </a:solidFill>
                <a:latin typeface="Arial"/>
                <a:ea typeface="Arial"/>
                <a:cs typeface="Arial"/>
              </a:defRPr>
            </a:lvl1pPr>
            <a:lvl2pPr algn="l">
              <a:defRPr sz="2325" b="1">
                <a:solidFill>
                  <a:srgbClr val="B27D10"/>
                </a:solidFill>
                <a:latin typeface="Arial"/>
                <a:ea typeface="Arial"/>
                <a:cs typeface="Arial"/>
              </a:defRPr>
            </a:lvl2pPr>
            <a:lvl3pPr algn="l">
              <a:defRPr sz="2325" b="1">
                <a:solidFill>
                  <a:srgbClr val="B27D10"/>
                </a:solidFill>
                <a:latin typeface="Arial"/>
                <a:ea typeface="Arial"/>
                <a:cs typeface="Arial"/>
              </a:defRPr>
            </a:lvl3pPr>
            <a:lvl4pPr algn="l">
              <a:defRPr sz="2325" b="1">
                <a:solidFill>
                  <a:srgbClr val="B27D10"/>
                </a:solidFill>
                <a:latin typeface="Arial"/>
                <a:ea typeface="Arial"/>
                <a:cs typeface="Arial"/>
              </a:defRPr>
            </a:lvl4pPr>
            <a:lvl5pPr algn="l">
              <a:defRPr sz="2325" b="1">
                <a:solidFill>
                  <a:srgbClr val="B27D10"/>
                </a:solidFill>
                <a:latin typeface="Arial"/>
                <a:ea typeface="Arial"/>
                <a:cs typeface="Arial"/>
              </a:defRPr>
            </a:lvl5pPr>
            <a:lvl6pPr algn="l">
              <a:defRPr sz="2325" b="1">
                <a:solidFill>
                  <a:srgbClr val="B27D10"/>
                </a:solidFill>
                <a:latin typeface="Arial"/>
                <a:ea typeface="Arial"/>
                <a:cs typeface="Arial"/>
              </a:defRPr>
            </a:lvl6pPr>
            <a:lvl7pPr algn="l">
              <a:defRPr sz="2325" b="1">
                <a:solidFill>
                  <a:srgbClr val="B27D10"/>
                </a:solidFill>
                <a:latin typeface="Arial"/>
                <a:ea typeface="Arial"/>
                <a:cs typeface="Arial"/>
              </a:defRPr>
            </a:lvl7pPr>
            <a:lvl8pPr algn="l">
              <a:defRPr sz="2325" b="1">
                <a:solidFill>
                  <a:srgbClr val="B27D10"/>
                </a:solidFill>
                <a:latin typeface="Arial"/>
                <a:ea typeface="Arial"/>
                <a:cs typeface="Arial"/>
              </a:defRPr>
            </a:lvl8pPr>
            <a:lvl9pPr algn="l">
              <a:defRPr sz="2325" b="1">
                <a:solidFill>
                  <a:srgbClr val="B27D10"/>
                </a:solidFill>
                <a:latin typeface="Arial"/>
                <a:ea typeface="Arial"/>
                <a:cs typeface="Arial"/>
              </a:defRPr>
            </a:lvl9pPr>
          </a:lstStyle>
          <a:p xmlns:a="http://schemas.openxmlformats.org/drawingml/2006/main">
            <a:pPr algn="l">
              <a:defRPr sz="2325" b="1">
                <a:solidFill>
                  <a:srgbClr val="B27D10"/>
                </a:solidFill>
                <a:latin typeface="Arial"/>
                <a:ea typeface="Arial"/>
                <a:cs typeface="Arial"/>
              </a:defRPr>
            </a:pPr>
            <a:r>
              <a:rPr sz="2325" b="1">
                <a:solidFill>
                  <a:srgbClr val="B27D10"/>
                </a:solidFill>
                <a:latin typeface="Arial"/>
                <a:ea typeface="Arial"/>
                <a:cs typeface="Arial"/>
              </a:rPr>
              <a:t>03</a:t>
            </a:r>
          </a:p>
        </p:txBody>
      </p:sp>
      <p:sp>
        <p:nvSpPr>
          <p:cNvPr id="8" name="text-7">
            <a:extLst xmlns:a="http://schemas.openxmlformats.org/drawingml/2006/main">
              <a:ext uri="{FF2B5EF4-FFF2-40B4-BE49-F238E27FC236}">
                <a16:creationId xmlns:a16="http://schemas.microsoft.com/office/drawing/2014/main" id="{C377CD08-93C4-4856-B192-1FD1569C958D}"/>
              </a:ext>
            </a:extLst>
          </p:cNvPr>
          <p:cNvSpPr>
            <a:spLocks xmlns:a="http://schemas.openxmlformats.org/drawingml/2006/main" noGrp="1"/>
          </p:cNvSpPr>
          <p:nvPr/>
        </p:nvSpPr>
        <p:spPr>
          <a:xfrm xmlns:a="http://schemas.openxmlformats.org/drawingml/2006/main">
            <a:off x="1752600" y="3314700"/>
            <a:ext cx="9829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0B2F38"/>
                </a:solidFill>
                <a:latin typeface="Arial"/>
                <a:ea typeface="Arial"/>
                <a:cs typeface="Arial"/>
              </a:defRPr>
            </a:defPPr>
            <a:lvl1pPr algn="l">
              <a:defRPr sz="2325" b="0">
                <a:solidFill>
                  <a:srgbClr val="0B2F38"/>
                </a:solidFill>
                <a:latin typeface="Arial"/>
                <a:ea typeface="Arial"/>
                <a:cs typeface="Arial"/>
              </a:defRPr>
            </a:lvl1pPr>
            <a:lvl2pPr algn="l">
              <a:defRPr sz="2325" b="0">
                <a:solidFill>
                  <a:srgbClr val="0B2F38"/>
                </a:solidFill>
                <a:latin typeface="Arial"/>
                <a:ea typeface="Arial"/>
                <a:cs typeface="Arial"/>
              </a:defRPr>
            </a:lvl2pPr>
            <a:lvl3pPr algn="l">
              <a:defRPr sz="2325" b="0">
                <a:solidFill>
                  <a:srgbClr val="0B2F38"/>
                </a:solidFill>
                <a:latin typeface="Arial"/>
                <a:ea typeface="Arial"/>
                <a:cs typeface="Arial"/>
              </a:defRPr>
            </a:lvl3pPr>
            <a:lvl4pPr algn="l">
              <a:defRPr sz="2325" b="0">
                <a:solidFill>
                  <a:srgbClr val="0B2F38"/>
                </a:solidFill>
                <a:latin typeface="Arial"/>
                <a:ea typeface="Arial"/>
                <a:cs typeface="Arial"/>
              </a:defRPr>
            </a:lvl4pPr>
            <a:lvl5pPr algn="l">
              <a:defRPr sz="2325" b="0">
                <a:solidFill>
                  <a:srgbClr val="0B2F38"/>
                </a:solidFill>
                <a:latin typeface="Arial"/>
                <a:ea typeface="Arial"/>
                <a:cs typeface="Arial"/>
              </a:defRPr>
            </a:lvl5pPr>
            <a:lvl6pPr algn="l">
              <a:defRPr sz="2325" b="0">
                <a:solidFill>
                  <a:srgbClr val="0B2F38"/>
                </a:solidFill>
                <a:latin typeface="Arial"/>
                <a:ea typeface="Arial"/>
                <a:cs typeface="Arial"/>
              </a:defRPr>
            </a:lvl6pPr>
            <a:lvl7pPr algn="l">
              <a:defRPr sz="2325" b="0">
                <a:solidFill>
                  <a:srgbClr val="0B2F38"/>
                </a:solidFill>
                <a:latin typeface="Arial"/>
                <a:ea typeface="Arial"/>
                <a:cs typeface="Arial"/>
              </a:defRPr>
            </a:lvl7pPr>
            <a:lvl8pPr algn="l">
              <a:defRPr sz="2325" b="0">
                <a:solidFill>
                  <a:srgbClr val="0B2F38"/>
                </a:solidFill>
                <a:latin typeface="Arial"/>
                <a:ea typeface="Arial"/>
                <a:cs typeface="Arial"/>
              </a:defRPr>
            </a:lvl8pPr>
            <a:lvl9pPr algn="l">
              <a:defRPr sz="2325" b="0">
                <a:solidFill>
                  <a:srgbClr val="0B2F38"/>
                </a:solidFill>
                <a:latin typeface="Arial"/>
                <a:ea typeface="Arial"/>
                <a:cs typeface="Arial"/>
              </a:defRPr>
            </a:lvl9pPr>
          </a:lstStyle>
          <a:p xmlns:a="http://schemas.openxmlformats.org/drawingml/2006/main">
            <a:pPr algn="l">
              <a:defRPr sz="2325" b="0">
                <a:solidFill>
                  <a:srgbClr val="0B2F38"/>
                </a:solidFill>
                <a:latin typeface="Arial"/>
                <a:ea typeface="Arial"/>
                <a:cs typeface="Arial"/>
              </a:defRPr>
            </a:pPr>
            <a:r>
              <a:rPr sz="2325" b="0">
                <a:solidFill>
                  <a:srgbClr val="0B2F38"/>
                </a:solidFill>
                <a:latin typeface="Arial"/>
                <a:ea typeface="Arial"/>
                <a:cs typeface="Arial"/>
              </a:rPr>
              <a:t>Bilder und Spuren annotieren</a:t>
            </a:r>
          </a:p>
        </p:txBody>
      </p:sp>
      <p:sp>
        <p:nvSpPr>
          <p:cNvPr id="9" name="text-8">
            <a:extLst xmlns:a="http://schemas.openxmlformats.org/drawingml/2006/main">
              <a:ext uri="{FF2B5EF4-FFF2-40B4-BE49-F238E27FC236}">
                <a16:creationId xmlns:a16="http://schemas.microsoft.com/office/drawing/2014/main" id="{6B35EF69-0145-4DF5-9449-0088FA6829FF}"/>
              </a:ext>
            </a:extLst>
          </p:cNvPr>
          <p:cNvSpPr>
            <a:spLocks xmlns:a="http://schemas.openxmlformats.org/drawingml/2006/main" noGrp="1"/>
          </p:cNvSpPr>
          <p:nvPr/>
        </p:nvSpPr>
        <p:spPr>
          <a:xfrm xmlns:a="http://schemas.openxmlformats.org/drawingml/2006/main">
            <a:off x="609600" y="4105275"/>
            <a:ext cx="857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B27D10"/>
                </a:solidFill>
                <a:latin typeface="Arial"/>
                <a:ea typeface="Arial"/>
                <a:cs typeface="Arial"/>
              </a:defRPr>
            </a:defPPr>
            <a:lvl1pPr algn="l">
              <a:defRPr sz="2325" b="1">
                <a:solidFill>
                  <a:srgbClr val="B27D10"/>
                </a:solidFill>
                <a:latin typeface="Arial"/>
                <a:ea typeface="Arial"/>
                <a:cs typeface="Arial"/>
              </a:defRPr>
            </a:lvl1pPr>
            <a:lvl2pPr algn="l">
              <a:defRPr sz="2325" b="1">
                <a:solidFill>
                  <a:srgbClr val="B27D10"/>
                </a:solidFill>
                <a:latin typeface="Arial"/>
                <a:ea typeface="Arial"/>
                <a:cs typeface="Arial"/>
              </a:defRPr>
            </a:lvl2pPr>
            <a:lvl3pPr algn="l">
              <a:defRPr sz="2325" b="1">
                <a:solidFill>
                  <a:srgbClr val="B27D10"/>
                </a:solidFill>
                <a:latin typeface="Arial"/>
                <a:ea typeface="Arial"/>
                <a:cs typeface="Arial"/>
              </a:defRPr>
            </a:lvl3pPr>
            <a:lvl4pPr algn="l">
              <a:defRPr sz="2325" b="1">
                <a:solidFill>
                  <a:srgbClr val="B27D10"/>
                </a:solidFill>
                <a:latin typeface="Arial"/>
                <a:ea typeface="Arial"/>
                <a:cs typeface="Arial"/>
              </a:defRPr>
            </a:lvl4pPr>
            <a:lvl5pPr algn="l">
              <a:defRPr sz="2325" b="1">
                <a:solidFill>
                  <a:srgbClr val="B27D10"/>
                </a:solidFill>
                <a:latin typeface="Arial"/>
                <a:ea typeface="Arial"/>
                <a:cs typeface="Arial"/>
              </a:defRPr>
            </a:lvl5pPr>
            <a:lvl6pPr algn="l">
              <a:defRPr sz="2325" b="1">
                <a:solidFill>
                  <a:srgbClr val="B27D10"/>
                </a:solidFill>
                <a:latin typeface="Arial"/>
                <a:ea typeface="Arial"/>
                <a:cs typeface="Arial"/>
              </a:defRPr>
            </a:lvl6pPr>
            <a:lvl7pPr algn="l">
              <a:defRPr sz="2325" b="1">
                <a:solidFill>
                  <a:srgbClr val="B27D10"/>
                </a:solidFill>
                <a:latin typeface="Arial"/>
                <a:ea typeface="Arial"/>
                <a:cs typeface="Arial"/>
              </a:defRPr>
            </a:lvl7pPr>
            <a:lvl8pPr algn="l">
              <a:defRPr sz="2325" b="1">
                <a:solidFill>
                  <a:srgbClr val="B27D10"/>
                </a:solidFill>
                <a:latin typeface="Arial"/>
                <a:ea typeface="Arial"/>
                <a:cs typeface="Arial"/>
              </a:defRPr>
            </a:lvl8pPr>
            <a:lvl9pPr algn="l">
              <a:defRPr sz="2325" b="1">
                <a:solidFill>
                  <a:srgbClr val="B27D10"/>
                </a:solidFill>
                <a:latin typeface="Arial"/>
                <a:ea typeface="Arial"/>
                <a:cs typeface="Arial"/>
              </a:defRPr>
            </a:lvl9pPr>
          </a:lstStyle>
          <a:p xmlns:a="http://schemas.openxmlformats.org/drawingml/2006/main">
            <a:pPr algn="l">
              <a:defRPr sz="2325" b="1">
                <a:solidFill>
                  <a:srgbClr val="B27D10"/>
                </a:solidFill>
                <a:latin typeface="Arial"/>
                <a:ea typeface="Arial"/>
                <a:cs typeface="Arial"/>
              </a:defRPr>
            </a:pPr>
            <a:r>
              <a:rPr sz="2325" b="1">
                <a:solidFill>
                  <a:srgbClr val="B27D10"/>
                </a:solidFill>
                <a:latin typeface="Arial"/>
                <a:ea typeface="Arial"/>
                <a:cs typeface="Arial"/>
              </a:rPr>
              <a:t>04</a:t>
            </a:r>
          </a:p>
        </p:txBody>
      </p:sp>
      <p:sp>
        <p:nvSpPr>
          <p:cNvPr id="10" name="text-9">
            <a:extLst xmlns:a="http://schemas.openxmlformats.org/drawingml/2006/main">
              <a:ext uri="{FF2B5EF4-FFF2-40B4-BE49-F238E27FC236}">
                <a16:creationId xmlns:a16="http://schemas.microsoft.com/office/drawing/2014/main" id="{F18490AC-8680-453E-994B-34A200B3C569}"/>
              </a:ext>
            </a:extLst>
          </p:cNvPr>
          <p:cNvSpPr>
            <a:spLocks xmlns:a="http://schemas.openxmlformats.org/drawingml/2006/main" noGrp="1"/>
          </p:cNvSpPr>
          <p:nvPr/>
        </p:nvSpPr>
        <p:spPr>
          <a:xfrm xmlns:a="http://schemas.openxmlformats.org/drawingml/2006/main">
            <a:off x="1752600" y="4105275"/>
            <a:ext cx="9829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0B2F38"/>
                </a:solidFill>
                <a:latin typeface="Arial"/>
                <a:ea typeface="Arial"/>
                <a:cs typeface="Arial"/>
              </a:defRPr>
            </a:defPPr>
            <a:lvl1pPr algn="l">
              <a:defRPr sz="2325" b="0">
                <a:solidFill>
                  <a:srgbClr val="0B2F38"/>
                </a:solidFill>
                <a:latin typeface="Arial"/>
                <a:ea typeface="Arial"/>
                <a:cs typeface="Arial"/>
              </a:defRPr>
            </a:lvl1pPr>
            <a:lvl2pPr algn="l">
              <a:defRPr sz="2325" b="0">
                <a:solidFill>
                  <a:srgbClr val="0B2F38"/>
                </a:solidFill>
                <a:latin typeface="Arial"/>
                <a:ea typeface="Arial"/>
                <a:cs typeface="Arial"/>
              </a:defRPr>
            </a:lvl2pPr>
            <a:lvl3pPr algn="l">
              <a:defRPr sz="2325" b="0">
                <a:solidFill>
                  <a:srgbClr val="0B2F38"/>
                </a:solidFill>
                <a:latin typeface="Arial"/>
                <a:ea typeface="Arial"/>
                <a:cs typeface="Arial"/>
              </a:defRPr>
            </a:lvl3pPr>
            <a:lvl4pPr algn="l">
              <a:defRPr sz="2325" b="0">
                <a:solidFill>
                  <a:srgbClr val="0B2F38"/>
                </a:solidFill>
                <a:latin typeface="Arial"/>
                <a:ea typeface="Arial"/>
                <a:cs typeface="Arial"/>
              </a:defRPr>
            </a:lvl4pPr>
            <a:lvl5pPr algn="l">
              <a:defRPr sz="2325" b="0">
                <a:solidFill>
                  <a:srgbClr val="0B2F38"/>
                </a:solidFill>
                <a:latin typeface="Arial"/>
                <a:ea typeface="Arial"/>
                <a:cs typeface="Arial"/>
              </a:defRPr>
            </a:lvl5pPr>
            <a:lvl6pPr algn="l">
              <a:defRPr sz="2325" b="0">
                <a:solidFill>
                  <a:srgbClr val="0B2F38"/>
                </a:solidFill>
                <a:latin typeface="Arial"/>
                <a:ea typeface="Arial"/>
                <a:cs typeface="Arial"/>
              </a:defRPr>
            </a:lvl6pPr>
            <a:lvl7pPr algn="l">
              <a:defRPr sz="2325" b="0">
                <a:solidFill>
                  <a:srgbClr val="0B2F38"/>
                </a:solidFill>
                <a:latin typeface="Arial"/>
                <a:ea typeface="Arial"/>
                <a:cs typeface="Arial"/>
              </a:defRPr>
            </a:lvl7pPr>
            <a:lvl8pPr algn="l">
              <a:defRPr sz="2325" b="0">
                <a:solidFill>
                  <a:srgbClr val="0B2F38"/>
                </a:solidFill>
                <a:latin typeface="Arial"/>
                <a:ea typeface="Arial"/>
                <a:cs typeface="Arial"/>
              </a:defRPr>
            </a:lvl8pPr>
            <a:lvl9pPr algn="l">
              <a:defRPr sz="2325" b="0">
                <a:solidFill>
                  <a:srgbClr val="0B2F38"/>
                </a:solidFill>
                <a:latin typeface="Arial"/>
                <a:ea typeface="Arial"/>
                <a:cs typeface="Arial"/>
              </a:defRPr>
            </a:lvl9pPr>
          </a:lstStyle>
          <a:p xmlns:a="http://schemas.openxmlformats.org/drawingml/2006/main">
            <a:pPr algn="l">
              <a:defRPr sz="2325" b="0">
                <a:solidFill>
                  <a:srgbClr val="0B2F38"/>
                </a:solidFill>
                <a:latin typeface="Arial"/>
                <a:ea typeface="Arial"/>
                <a:cs typeface="Arial"/>
              </a:defRPr>
            </a:pPr>
            <a:r>
              <a:rPr sz="2325" b="0">
                <a:solidFill>
                  <a:srgbClr val="0B2F38"/>
                </a:solidFill>
                <a:latin typeface="Arial"/>
                <a:ea typeface="Arial"/>
                <a:cs typeface="Arial"/>
              </a:rPr>
              <a:t>Zwei Projekte, vier Teams und gemeinsame Auswertung</a:t>
            </a:r>
          </a:p>
        </p:txBody>
      </p:sp>
    </p:spTree>
    <p:extLst>
      <p:ext uri="{BB962C8B-B14F-4D97-AF65-F5344CB8AC3E}">
        <p14:creationId xmlns:p14="http://schemas.microsoft.com/office/powerpoint/2010/main" val="928283865"/>
      </p:ext>
    </p:extLst>
  </p:cSld>
</p:sld>
</file>

<file path=ppt/slides/slide24.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4" name="text-0">
            <a:extLst xmlns:a="http://schemas.openxmlformats.org/drawingml/2006/main">
              <a:ext uri="{FF2B5EF4-FFF2-40B4-BE49-F238E27FC236}">
                <a16:creationId xmlns:a16="http://schemas.microsoft.com/office/drawing/2014/main" id="{4471DA1E-52CE-448D-89E4-7CBB07ED7CC2}"/>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B2F38"/>
                </a:solidFill>
                <a:latin typeface="Arial"/>
                <a:ea typeface="Arial"/>
                <a:cs typeface="Arial"/>
              </a:defRPr>
            </a:defPPr>
            <a:lvl1pPr algn="l">
              <a:defRPr sz="3300" b="1">
                <a:solidFill>
                  <a:srgbClr val="0B2F38"/>
                </a:solidFill>
                <a:latin typeface="Arial"/>
                <a:ea typeface="Arial"/>
                <a:cs typeface="Arial"/>
              </a:defRPr>
            </a:lvl1pPr>
            <a:lvl2pPr algn="l">
              <a:defRPr sz="3300" b="1">
                <a:solidFill>
                  <a:srgbClr val="0B2F38"/>
                </a:solidFill>
                <a:latin typeface="Arial"/>
                <a:ea typeface="Arial"/>
                <a:cs typeface="Arial"/>
              </a:defRPr>
            </a:lvl2pPr>
            <a:lvl3pPr algn="l">
              <a:defRPr sz="3300" b="1">
                <a:solidFill>
                  <a:srgbClr val="0B2F38"/>
                </a:solidFill>
                <a:latin typeface="Arial"/>
                <a:ea typeface="Arial"/>
                <a:cs typeface="Arial"/>
              </a:defRPr>
            </a:lvl3pPr>
            <a:lvl4pPr algn="l">
              <a:defRPr sz="3300" b="1">
                <a:solidFill>
                  <a:srgbClr val="0B2F38"/>
                </a:solidFill>
                <a:latin typeface="Arial"/>
                <a:ea typeface="Arial"/>
                <a:cs typeface="Arial"/>
              </a:defRPr>
            </a:lvl4pPr>
            <a:lvl5pPr algn="l">
              <a:defRPr sz="3300" b="1">
                <a:solidFill>
                  <a:srgbClr val="0B2F38"/>
                </a:solidFill>
                <a:latin typeface="Arial"/>
                <a:ea typeface="Arial"/>
                <a:cs typeface="Arial"/>
              </a:defRPr>
            </a:lvl5pPr>
            <a:lvl6pPr algn="l">
              <a:defRPr sz="3300" b="1">
                <a:solidFill>
                  <a:srgbClr val="0B2F38"/>
                </a:solidFill>
                <a:latin typeface="Arial"/>
                <a:ea typeface="Arial"/>
                <a:cs typeface="Arial"/>
              </a:defRPr>
            </a:lvl6pPr>
            <a:lvl7pPr algn="l">
              <a:defRPr sz="3300" b="1">
                <a:solidFill>
                  <a:srgbClr val="0B2F38"/>
                </a:solidFill>
                <a:latin typeface="Arial"/>
                <a:ea typeface="Arial"/>
                <a:cs typeface="Arial"/>
              </a:defRPr>
            </a:lvl7pPr>
            <a:lvl8pPr algn="l">
              <a:defRPr sz="3300" b="1">
                <a:solidFill>
                  <a:srgbClr val="0B2F38"/>
                </a:solidFill>
                <a:latin typeface="Arial"/>
                <a:ea typeface="Arial"/>
                <a:cs typeface="Arial"/>
              </a:defRPr>
            </a:lvl8pPr>
            <a:lvl9pPr algn="l">
              <a:defRPr sz="3300" b="1">
                <a:solidFill>
                  <a:srgbClr val="0B2F38"/>
                </a:solidFill>
                <a:latin typeface="Arial"/>
                <a:ea typeface="Arial"/>
                <a:cs typeface="Arial"/>
              </a:defRPr>
            </a:lvl9pPr>
          </a:lstStyle>
          <a:p xmlns:a="http://schemas.openxmlformats.org/drawingml/2006/main">
            <a:pPr algn="l">
              <a:defRPr sz="3300" b="1">
                <a:solidFill>
                  <a:srgbClr val="0B2F38"/>
                </a:solidFill>
                <a:latin typeface="Arial"/>
                <a:ea typeface="Arial"/>
                <a:cs typeface="Arial"/>
              </a:defRPr>
            </a:pPr>
            <a:r>
              <a:rPr sz="3300" b="1">
                <a:solidFill>
                  <a:srgbClr val="0B2F38"/>
                </a:solidFill>
                <a:latin typeface="Arial"/>
                <a:ea typeface="Arial"/>
                <a:cs typeface="Arial"/>
              </a:rPr>
              <a:t>Deadlines</a:t>
            </a:r>
          </a:p>
        </p:txBody>
      </p:sp>
      <p:sp>
        <p:nvSpPr>
          <p:cNvPr id="2" name="text-1">
            <a:extLst xmlns:a="http://schemas.openxmlformats.org/drawingml/2006/main">
              <a:ext uri="{FF2B5EF4-FFF2-40B4-BE49-F238E27FC236}">
                <a16:creationId xmlns:a16="http://schemas.microsoft.com/office/drawing/2014/main" id="{03087768-CB34-4B63-8050-44D9B4758B5D}"/>
              </a:ext>
            </a:extLst>
          </p:cNvPr>
          <p:cNvSpPr>
            <a:spLocks xmlns:a="http://schemas.openxmlformats.org/drawingml/2006/main" noGrp="1"/>
          </p:cNvSpPr>
          <p:nvPr/>
        </p:nvSpPr>
        <p:spPr>
          <a:xfrm xmlns:a="http://schemas.openxmlformats.org/drawingml/2006/main">
            <a:off x="11144250" y="6477000"/>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defRPr sz="1125" b="0">
                <a:solidFill>
                  <a:srgbClr val="50646A"/>
                </a:solidFill>
                <a:latin typeface="Arial"/>
                <a:ea typeface="Arial"/>
                <a:cs typeface="Arial"/>
              </a:defRPr>
            </a:lvl1pPr>
            <a:lvl2pPr algn="r">
              <a:defRPr sz="1125" b="0">
                <a:solidFill>
                  <a:srgbClr val="50646A"/>
                </a:solidFill>
                <a:latin typeface="Arial"/>
                <a:ea typeface="Arial"/>
                <a:cs typeface="Arial"/>
              </a:defRPr>
            </a:lvl2pPr>
            <a:lvl3pPr algn="r">
              <a:defRPr sz="1125" b="0">
                <a:solidFill>
                  <a:srgbClr val="50646A"/>
                </a:solidFill>
                <a:latin typeface="Arial"/>
                <a:ea typeface="Arial"/>
                <a:cs typeface="Arial"/>
              </a:defRPr>
            </a:lvl3pPr>
            <a:lvl4pPr algn="r">
              <a:defRPr sz="1125" b="0">
                <a:solidFill>
                  <a:srgbClr val="50646A"/>
                </a:solidFill>
                <a:latin typeface="Arial"/>
                <a:ea typeface="Arial"/>
                <a:cs typeface="Arial"/>
              </a:defRPr>
            </a:lvl4pPr>
            <a:lvl5pPr algn="r">
              <a:defRPr sz="1125" b="0">
                <a:solidFill>
                  <a:srgbClr val="50646A"/>
                </a:solidFill>
                <a:latin typeface="Arial"/>
                <a:ea typeface="Arial"/>
                <a:cs typeface="Arial"/>
              </a:defRPr>
            </a:lvl5pPr>
            <a:lvl6pPr algn="r">
              <a:defRPr sz="1125" b="0">
                <a:solidFill>
                  <a:srgbClr val="50646A"/>
                </a:solidFill>
                <a:latin typeface="Arial"/>
                <a:ea typeface="Arial"/>
                <a:cs typeface="Arial"/>
              </a:defRPr>
            </a:lvl6pPr>
            <a:lvl7pPr algn="r">
              <a:defRPr sz="1125" b="0">
                <a:solidFill>
                  <a:srgbClr val="50646A"/>
                </a:solidFill>
                <a:latin typeface="Arial"/>
                <a:ea typeface="Arial"/>
                <a:cs typeface="Arial"/>
              </a:defRPr>
            </a:lvl7pPr>
            <a:lvl8pPr algn="r">
              <a:defRPr sz="1125" b="0">
                <a:solidFill>
                  <a:srgbClr val="50646A"/>
                </a:solidFill>
                <a:latin typeface="Arial"/>
                <a:ea typeface="Arial"/>
                <a:cs typeface="Arial"/>
              </a:defRPr>
            </a:lvl8pPr>
            <a:lvl9pPr algn="r">
              <a:defRPr sz="1125" b="0">
                <a:solidFill>
                  <a:srgbClr val="50646A"/>
                </a:solidFill>
                <a:latin typeface="Arial"/>
                <a:ea typeface="Arial"/>
                <a:cs typeface="Arial"/>
              </a:defRPr>
            </a:lvl9pPr>
          </a:lstStyle>
          <a:p xmlns:a="http://schemas.openxmlformats.org/drawingml/2006/main">
            <a:pPr algn="r">
              <a:defRPr sz="1125" b="0">
                <a:solidFill>
                  <a:srgbClr val="50646A"/>
                </a:solidFill>
                <a:latin typeface="Arial"/>
                <a:ea typeface="Arial"/>
                <a:cs typeface="Arial"/>
              </a:defRPr>
            </a:pPr>
            <a:r>
              <a:rPr sz="1125" b="0">
                <a:solidFill>
                  <a:srgbClr val="50646A"/>
                </a:solidFill>
                <a:latin typeface="Arial"/>
                <a:ea typeface="Arial"/>
                <a:cs typeface="Arial"/>
              </a:rPr>
              <a:t>24</a:t>
            </a:r>
          </a:p>
        </p:txBody>
      </p:sp>
      <p:graphicFrame>
        <p:nvGraphicFramePr>
          <p:cNvPr id="3" name="">
            <a:extLst xmlns:a="http://schemas.openxmlformats.org/drawingml/2006/main">
              <a:ext uri="{FF2B5EF4-FFF2-40B4-BE49-F238E27FC236}">
                <a16:creationId xmlns:a16="http://schemas.microsoft.com/office/drawing/2014/main" id="{7DA5E27F-BE8F-40F8-8BCB-1C712941596B}"/>
              </a:ext>
            </a:extLst>
          </p:cNvPr>
          <p:cNvGraphicFramePr/>
          <p:nvPr/>
        </p:nvGraphicFramePr>
        <p:xfrm>
          <a:off xmlns:a="http://schemas.openxmlformats.org/drawingml/2006/main" x="609600" y="1771650"/>
          <a:ext xmlns:a="http://schemas.openxmlformats.org/drawingml/2006/main" cx="10972800" cy="4381500"/>
        </p:xfrm>
        <a:graphic xmlns:a="http://schemas.openxmlformats.org/drawingml/2006/main">
          <a:graphicData uri="http://schemas.openxmlformats.org/drawingml/2006/table">
            <a:tbl>
              <a:tblPr/>
              <a:tblGrid>
                <a:gridCol w="4095750"/>
                <a:gridCol w="6877050"/>
              </a:tblGrid>
              <a:tr h="476250">
                <a:tc>
                  <a:txBody>
                    <a:bodyPr lIns="114300" tIns="114300" rIns="114300" bIns="114300"/>
                    <a:lstStyle/>
                    <a:p>
                      <a:r>
                        <a:rPr sz="1875" b="1">
                          <a:solidFill>
                            <a:srgbClr val="FFFFFF"/>
                          </a:solidFill>
                          <a:latin typeface="Arial"/>
                          <a:ea typeface="Arial"/>
                          <a:cs typeface="Arial"/>
                        </a:rPr>
                        <a:t>Termin</a:t>
                      </a:r>
                    </a:p>
                  </a:txBody>
                  <a:tcPr marL="91440" marR="91440" marT="45720" marB="45720" anchor="ctr">
                    <a:lnL w="9525">
                      <a:solidFill>
                        <a:srgbClr val="C9D3D2"/>
                      </a:solidFill>
                    </a:lnL>
                    <a:lnR w="9525">
                      <a:solidFill>
                        <a:srgbClr val="C9D3D2"/>
                      </a:solidFill>
                    </a:lnR>
                    <a:lnT w="9525">
                      <a:solidFill>
                        <a:srgbClr val="C9D3D2"/>
                      </a:solidFill>
                    </a:lnT>
                    <a:lnB w="9525">
                      <a:solidFill>
                        <a:srgbClr val="C9D3D2"/>
                      </a:solidFill>
                    </a:lnB>
                    <a:solidFill>
                      <a:srgbClr val="0B2F38"/>
                    </a:solidFill>
                  </a:tcPr>
                </a:tc>
                <a:tc>
                  <a:txBody>
                    <a:bodyPr lIns="114300" tIns="114300" rIns="114300" bIns="114300"/>
                    <a:lstStyle/>
                    <a:p>
                      <a:r>
                        <a:rPr sz="1875" b="1">
                          <a:solidFill>
                            <a:srgbClr val="FFFFFF"/>
                          </a:solidFill>
                          <a:latin typeface="Arial"/>
                          <a:ea typeface="Arial"/>
                          <a:cs typeface="Arial"/>
                        </a:rPr>
                        <a:t>Meilenstein</a:t>
                      </a:r>
                    </a:p>
                  </a:txBody>
                  <a:tcPr marL="91440" marR="91440" marT="45720" marB="45720" anchor="ctr">
                    <a:lnR w="9525">
                      <a:solidFill>
                        <a:srgbClr val="C9D3D2"/>
                      </a:solidFill>
                    </a:lnR>
                    <a:lnT w="9525">
                      <a:solidFill>
                        <a:srgbClr val="C9D3D2"/>
                      </a:solidFill>
                    </a:lnT>
                    <a:lnB w="9525">
                      <a:solidFill>
                        <a:srgbClr val="C9D3D2"/>
                      </a:solidFill>
                    </a:lnB>
                    <a:solidFill>
                      <a:srgbClr val="0B2F38"/>
                    </a:solidFill>
                  </a:tcPr>
                </a:tc>
              </a:tr>
              <a:tr h="781050">
                <a:tc>
                  <a:txBody>
                    <a:bodyPr lIns="114300" tIns="114300" rIns="114300" bIns="114300"/>
                    <a:lstStyle/>
                    <a:p>
                      <a:r>
                        <a:rPr sz="2175" b="0">
                          <a:solidFill>
                            <a:srgbClr val="0B2F38"/>
                          </a:solidFill>
                          <a:latin typeface="Arial"/>
                          <a:ea typeface="Arial"/>
                          <a:cs typeface="Arial"/>
                        </a:rPr>
                        <a:t>19.10.2026</a:t>
                      </a:r>
                    </a:p>
                  </a:txBody>
                  <a:tcPr marL="91440" marR="91440" marT="45720" marB="45720" anchor="ctr">
                    <a:lnL w="9525">
                      <a:solidFill>
                        <a:srgbClr val="C9D3D2"/>
                      </a:solidFill>
                    </a:lnL>
                    <a:lnR w="9525">
                      <a:solidFill>
                        <a:srgbClr val="C9D3D2"/>
                      </a:solidFill>
                    </a:lnR>
                    <a:lnB w="9525">
                      <a:solidFill>
                        <a:srgbClr val="C9D3D2"/>
                      </a:solidFill>
                    </a:lnB>
                    <a:solidFill>
                      <a:srgbClr val="F4F2EB"/>
                    </a:solidFill>
                  </a:tcPr>
                </a:tc>
                <a:tc>
                  <a:txBody>
                    <a:bodyPr lIns="114300" tIns="114300" rIns="114300" bIns="114300"/>
                    <a:lstStyle/>
                    <a:p>
                      <a:r>
                        <a:rPr sz="2175" b="0">
                          <a:solidFill>
                            <a:srgbClr val="0B2F38"/>
                          </a:solidFill>
                          <a:latin typeface="Arial"/>
                          <a:ea typeface="Arial"/>
                          <a:cs typeface="Arial"/>
                        </a:rPr>
                        <a:t>Projekt Kick-Off</a:t>
                      </a:r>
                    </a:p>
                  </a:txBody>
                  <a:tcPr marL="91440" marR="91440" marT="45720" marB="45720" anchor="ctr">
                    <a:lnR w="9525">
                      <a:solidFill>
                        <a:srgbClr val="C9D3D2"/>
                      </a:solidFill>
                    </a:lnR>
                    <a:lnB w="9525">
                      <a:solidFill>
                        <a:srgbClr val="C9D3D2"/>
                      </a:solidFill>
                    </a:lnB>
                    <a:solidFill>
                      <a:srgbClr val="F4F2EB"/>
                    </a:solidFill>
                  </a:tcPr>
                </a:tc>
              </a:tr>
              <a:tr h="781050">
                <a:tc>
                  <a:txBody>
                    <a:bodyPr lIns="114300" tIns="114300" rIns="114300" bIns="114300"/>
                    <a:lstStyle/>
                    <a:p>
                      <a:r>
                        <a:rPr sz="2175" b="0">
                          <a:solidFill>
                            <a:srgbClr val="0B2F38"/>
                          </a:solidFill>
                          <a:latin typeface="Arial"/>
                          <a:ea typeface="Arial"/>
                          <a:cs typeface="Arial"/>
                        </a:rPr>
                        <a:t>Montags 11:30–13:00</a:t>
                      </a:r>
                    </a:p>
                  </a:txBody>
                  <a:tcPr marL="91440" marR="91440" marT="45720" marB="45720" anchor="ctr">
                    <a:lnL w="9525">
                      <a:solidFill>
                        <a:srgbClr val="C9D3D2"/>
                      </a:solidFill>
                    </a:lnL>
                    <a:lnR w="9525">
                      <a:solidFill>
                        <a:srgbClr val="C9D3D2"/>
                      </a:solidFill>
                    </a:lnR>
                    <a:lnB w="9525">
                      <a:solidFill>
                        <a:srgbClr val="C9D3D2"/>
                      </a:solidFill>
                    </a:lnB>
                    <a:solidFill>
                      <a:srgbClr val="F4F2EB"/>
                    </a:solidFill>
                  </a:tcPr>
                </a:tc>
                <a:tc>
                  <a:txBody>
                    <a:bodyPr lIns="114300" tIns="114300" rIns="114300" bIns="114300"/>
                    <a:lstStyle/>
                    <a:p>
                      <a:r>
                        <a:rPr sz="2175" b="0">
                          <a:solidFill>
                            <a:srgbClr val="0B2F38"/>
                          </a:solidFill>
                          <a:latin typeface="Arial"/>
                          <a:ea typeface="Arial"/>
                          <a:cs typeface="Arial"/>
                        </a:rPr>
                        <a:t>Status Standup + Fragen</a:t>
                      </a:r>
                    </a:p>
                  </a:txBody>
                  <a:tcPr marL="91440" marR="91440" marT="45720" marB="45720" anchor="ctr">
                    <a:lnR w="9525">
                      <a:solidFill>
                        <a:srgbClr val="C9D3D2"/>
                      </a:solidFill>
                    </a:lnR>
                    <a:lnB w="9525">
                      <a:solidFill>
                        <a:srgbClr val="C9D3D2"/>
                      </a:solidFill>
                    </a:lnB>
                    <a:solidFill>
                      <a:srgbClr val="F4F2EB"/>
                    </a:solidFill>
                  </a:tcPr>
                </a:tc>
              </a:tr>
              <a:tr h="781050">
                <a:tc>
                  <a:txBody>
                    <a:bodyPr lIns="114300" tIns="114300" rIns="114300" bIns="114300"/>
                    <a:lstStyle/>
                    <a:p>
                      <a:r>
                        <a:rPr sz="2175" b="0">
                          <a:solidFill>
                            <a:srgbClr val="0B2F38"/>
                          </a:solidFill>
                          <a:latin typeface="Arial"/>
                          <a:ea typeface="Arial"/>
                          <a:cs typeface="Arial"/>
                        </a:rPr>
                        <a:t>21.12.2026</a:t>
                      </a:r>
                    </a:p>
                  </a:txBody>
                  <a:tcPr marL="91440" marR="91440" marT="45720" marB="45720" anchor="ctr">
                    <a:lnL w="9525">
                      <a:solidFill>
                        <a:srgbClr val="C9D3D2"/>
                      </a:solidFill>
                    </a:lnL>
                    <a:lnR w="9525">
                      <a:solidFill>
                        <a:srgbClr val="C9D3D2"/>
                      </a:solidFill>
                    </a:lnR>
                    <a:lnB w="9525">
                      <a:solidFill>
                        <a:srgbClr val="C9D3D2"/>
                      </a:solidFill>
                    </a:lnB>
                    <a:solidFill>
                      <a:srgbClr val="F4F2EB"/>
                    </a:solidFill>
                  </a:tcPr>
                </a:tc>
                <a:tc>
                  <a:txBody>
                    <a:bodyPr lIns="114300" tIns="114300" rIns="114300" bIns="114300"/>
                    <a:lstStyle/>
                    <a:p>
                      <a:r>
                        <a:rPr sz="2175" b="0">
                          <a:solidFill>
                            <a:srgbClr val="0B2F38"/>
                          </a:solidFill>
                          <a:latin typeface="Arial"/>
                          <a:ea typeface="Arial"/>
                          <a:cs typeface="Arial"/>
                        </a:rPr>
                        <a:t>Projektabschluss</a:t>
                      </a:r>
                    </a:p>
                  </a:txBody>
                  <a:tcPr marL="91440" marR="91440" marT="45720" marB="45720" anchor="ctr">
                    <a:lnR w="9525">
                      <a:solidFill>
                        <a:srgbClr val="C9D3D2"/>
                      </a:solidFill>
                    </a:lnR>
                    <a:lnB w="9525">
                      <a:solidFill>
                        <a:srgbClr val="C9D3D2"/>
                      </a:solidFill>
                    </a:lnB>
                    <a:solidFill>
                      <a:srgbClr val="F4F2EB"/>
                    </a:solidFill>
                  </a:tcPr>
                </a:tc>
              </a:tr>
              <a:tr h="781050">
                <a:tc>
                  <a:txBody>
                    <a:bodyPr lIns="114300" tIns="114300" rIns="114300" bIns="114300"/>
                    <a:lstStyle/>
                    <a:p>
                      <a:r>
                        <a:rPr sz="2175" b="0">
                          <a:solidFill>
                            <a:srgbClr val="0B2F38"/>
                          </a:solidFill>
                          <a:latin typeface="Arial"/>
                          <a:ea typeface="Arial"/>
                          <a:cs typeface="Arial"/>
                        </a:rPr>
                        <a:t>11.1.2027</a:t>
                      </a:r>
                    </a:p>
                  </a:txBody>
                  <a:tcPr marL="91440" marR="91440" marT="45720" marB="45720" anchor="ctr">
                    <a:lnL w="9525">
                      <a:solidFill>
                        <a:srgbClr val="C9D3D2"/>
                      </a:solidFill>
                    </a:lnL>
                    <a:lnR w="9525">
                      <a:solidFill>
                        <a:srgbClr val="C9D3D2"/>
                      </a:solidFill>
                    </a:lnR>
                    <a:lnB w="9525">
                      <a:solidFill>
                        <a:srgbClr val="C9D3D2"/>
                      </a:solidFill>
                    </a:lnB>
                    <a:solidFill>
                      <a:srgbClr val="F4F2EB"/>
                    </a:solidFill>
                  </a:tcPr>
                </a:tc>
                <a:tc>
                  <a:txBody>
                    <a:bodyPr lIns="114300" tIns="114300" rIns="114300" bIns="114300"/>
                    <a:lstStyle/>
                    <a:p>
                      <a:r>
                        <a:rPr sz="2175" b="0">
                          <a:solidFill>
                            <a:srgbClr val="0B2F38"/>
                          </a:solidFill>
                          <a:latin typeface="Arial"/>
                          <a:ea typeface="Arial"/>
                          <a:cs typeface="Arial"/>
                        </a:rPr>
                        <a:t>Interne Präsentation</a:t>
                      </a:r>
                    </a:p>
                  </a:txBody>
                  <a:tcPr marL="91440" marR="91440" marT="45720" marB="45720" anchor="ctr">
                    <a:lnR w="9525">
                      <a:solidFill>
                        <a:srgbClr val="C9D3D2"/>
                      </a:solidFill>
                    </a:lnR>
                    <a:lnB w="9525">
                      <a:solidFill>
                        <a:srgbClr val="C9D3D2"/>
                      </a:solidFill>
                    </a:lnB>
                    <a:solidFill>
                      <a:srgbClr val="F4F2EB"/>
                    </a:solidFill>
                  </a:tcPr>
                </a:tc>
              </a:tr>
              <a:tr h="781050">
                <a:tc>
                  <a:txBody>
                    <a:bodyPr lIns="114300" tIns="114300" rIns="114300" bIns="114300"/>
                    <a:lstStyle/>
                    <a:p>
                      <a:r>
                        <a:rPr sz="2175" b="0">
                          <a:solidFill>
                            <a:srgbClr val="0B2F38"/>
                          </a:solidFill>
                          <a:latin typeface="Arial"/>
                          <a:ea typeface="Arial"/>
                          <a:cs typeface="Arial"/>
                        </a:rPr>
                        <a:t>18.1.2027</a:t>
                      </a:r>
                    </a:p>
                  </a:txBody>
                  <a:tcPr marL="91440" marR="91440" marT="45720" marB="45720" anchor="ctr">
                    <a:lnL w="9525">
                      <a:solidFill>
                        <a:srgbClr val="C9D3D2"/>
                      </a:solidFill>
                    </a:lnL>
                    <a:lnR w="9525">
                      <a:solidFill>
                        <a:srgbClr val="C9D3D2"/>
                      </a:solidFill>
                    </a:lnR>
                    <a:lnB w="9525">
                      <a:solidFill>
                        <a:srgbClr val="C9D3D2"/>
                      </a:solidFill>
                    </a:lnB>
                    <a:solidFill>
                      <a:srgbClr val="F4F2EB"/>
                    </a:solidFill>
                  </a:tcPr>
                </a:tc>
                <a:tc>
                  <a:txBody>
                    <a:bodyPr lIns="114300" tIns="114300" rIns="114300" bIns="114300"/>
                    <a:lstStyle/>
                    <a:p>
                      <a:r>
                        <a:rPr sz="2175" b="0">
                          <a:solidFill>
                            <a:srgbClr val="0B2F38"/>
                          </a:solidFill>
                          <a:latin typeface="Arial"/>
                          <a:ea typeface="Arial"/>
                          <a:cs typeface="Arial"/>
                        </a:rPr>
                        <a:t>Öffentliche Präsentation (WI-TAG)</a:t>
                      </a:r>
                    </a:p>
                  </a:txBody>
                  <a:tcPr marL="91440" marR="91440" marT="45720" marB="45720" anchor="ctr">
                    <a:lnR w="9525">
                      <a:solidFill>
                        <a:srgbClr val="C9D3D2"/>
                      </a:solidFill>
                    </a:lnR>
                    <a:lnB w="9525">
                      <a:solidFill>
                        <a:srgbClr val="C9D3D2"/>
                      </a:solidFill>
                    </a:lnB>
                    <a:solidFill>
                      <a:srgbClr val="F4F2EB"/>
                    </a:solidFill>
                  </a:tcPr>
                </a:tc>
              </a:tr>
            </a:tbl>
          </a:graphicData>
        </a:graphic>
      </p:graphicFrame>
    </p:spTree>
    <p:extLst>
      <p:ext uri="{BB962C8B-B14F-4D97-AF65-F5344CB8AC3E}">
        <p14:creationId xmlns:p14="http://schemas.microsoft.com/office/powerpoint/2010/main" val="31017027"/>
      </p:ext>
    </p:extLst>
  </p:cSld>
</p:sld>
</file>

<file path=ppt/slides/slide25.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cxnSp>
        <p:nvCxnSpPr>
          <p:cNvPr id="7" name="">
            <a:extLst xmlns:a="http://schemas.openxmlformats.org/drawingml/2006/main">
              <a:ext uri="{FF2B5EF4-FFF2-40B4-BE49-F238E27FC236}">
                <a16:creationId xmlns:a16="http://schemas.microsoft.com/office/drawing/2014/main" id="{18B51BFD-319A-4FDE-9AE7-529ECA81671B}"/>
              </a:ext>
            </a:extLst>
          </p:cNvPr>
          <p:cNvCxnSpPr>
            <a:stCxn xmlns:a="http://schemas.openxmlformats.org/drawingml/2006/main" id="4" idx="3"/>
            <a:endCxn xmlns:a="http://schemas.openxmlformats.org/drawingml/2006/main" id="5" idx="1"/>
          </p:cNvCxnSpPr>
          <p:nvPr/>
        </p:nvCxnSpPr>
        <p:spPr>
          <a:xfrm xmlns:a="http://schemas.openxmlformats.org/drawingml/2006/main">
            <a:off x="7797800" y="2452688"/>
            <a:ext cx="381000" cy="0"/>
          </a:xfrm>
          <a:prstGeom xmlns:a="http://schemas.openxmlformats.org/drawingml/2006/main" prst="straightConnector1">
            <a:avLst/>
          </a:prstGeom>
          <a:ln xmlns:a="http://schemas.openxmlformats.org/drawingml/2006/main" w="19050">
            <a:solidFill>
              <a:srgbClr val="50646A"/>
            </a:solidFill>
            <a:tailEnd type="triangle" w="med" len="med"/>
          </a:ln>
        </p:spPr>
      </p:cxnSp>
      <p:cxnSp>
        <p:nvCxnSpPr>
          <p:cNvPr id="6" name="">
            <a:extLst xmlns:a="http://schemas.openxmlformats.org/drawingml/2006/main">
              <a:ext uri="{FF2B5EF4-FFF2-40B4-BE49-F238E27FC236}">
                <a16:creationId xmlns:a16="http://schemas.microsoft.com/office/drawing/2014/main" id="{B729FBEB-E81A-4231-82CD-AA5FC19AF631}"/>
              </a:ext>
            </a:extLst>
          </p:cNvPr>
          <p:cNvCxnSpPr>
            <a:stCxn xmlns:a="http://schemas.openxmlformats.org/drawingml/2006/main" id="3" idx="3"/>
            <a:endCxn xmlns:a="http://schemas.openxmlformats.org/drawingml/2006/main" id="4" idx="1"/>
          </p:cNvCxnSpPr>
          <p:nvPr/>
        </p:nvCxnSpPr>
        <p:spPr>
          <a:xfrm xmlns:a="http://schemas.openxmlformats.org/drawingml/2006/main">
            <a:off x="4013200" y="2452688"/>
            <a:ext cx="381000" cy="0"/>
          </a:xfrm>
          <a:prstGeom xmlns:a="http://schemas.openxmlformats.org/drawingml/2006/main" prst="straightConnector1">
            <a:avLst/>
          </a:prstGeom>
          <a:ln xmlns:a="http://schemas.openxmlformats.org/drawingml/2006/main" w="19050">
            <a:solidFill>
              <a:srgbClr val="50646A"/>
            </a:solidFill>
            <a:tailEnd type="triangle" w="med" len="med"/>
          </a:ln>
        </p:spPr>
      </p:cxnSp>
      <p:sp>
        <p:nvSpPr>
          <p:cNvPr id="11" name="text-0">
            <a:extLst xmlns:a="http://schemas.openxmlformats.org/drawingml/2006/main">
              <a:ext uri="{FF2B5EF4-FFF2-40B4-BE49-F238E27FC236}">
                <a16:creationId xmlns:a16="http://schemas.microsoft.com/office/drawing/2014/main" id="{39BEBF99-B3B7-4915-A98A-9BE33A5F7E27}"/>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B2F38"/>
                </a:solidFill>
                <a:latin typeface="Arial"/>
                <a:ea typeface="Arial"/>
                <a:cs typeface="Arial"/>
              </a:defRPr>
            </a:defPPr>
            <a:lvl1pPr algn="l">
              <a:defRPr sz="3300" b="1">
                <a:solidFill>
                  <a:srgbClr val="0B2F38"/>
                </a:solidFill>
                <a:latin typeface="Arial"/>
                <a:ea typeface="Arial"/>
                <a:cs typeface="Arial"/>
              </a:defRPr>
            </a:lvl1pPr>
            <a:lvl2pPr algn="l">
              <a:defRPr sz="3300" b="1">
                <a:solidFill>
                  <a:srgbClr val="0B2F38"/>
                </a:solidFill>
                <a:latin typeface="Arial"/>
                <a:ea typeface="Arial"/>
                <a:cs typeface="Arial"/>
              </a:defRPr>
            </a:lvl2pPr>
            <a:lvl3pPr algn="l">
              <a:defRPr sz="3300" b="1">
                <a:solidFill>
                  <a:srgbClr val="0B2F38"/>
                </a:solidFill>
                <a:latin typeface="Arial"/>
                <a:ea typeface="Arial"/>
                <a:cs typeface="Arial"/>
              </a:defRPr>
            </a:lvl3pPr>
            <a:lvl4pPr algn="l">
              <a:defRPr sz="3300" b="1">
                <a:solidFill>
                  <a:srgbClr val="0B2F38"/>
                </a:solidFill>
                <a:latin typeface="Arial"/>
                <a:ea typeface="Arial"/>
                <a:cs typeface="Arial"/>
              </a:defRPr>
            </a:lvl4pPr>
            <a:lvl5pPr algn="l">
              <a:defRPr sz="3300" b="1">
                <a:solidFill>
                  <a:srgbClr val="0B2F38"/>
                </a:solidFill>
                <a:latin typeface="Arial"/>
                <a:ea typeface="Arial"/>
                <a:cs typeface="Arial"/>
              </a:defRPr>
            </a:lvl5pPr>
            <a:lvl6pPr algn="l">
              <a:defRPr sz="3300" b="1">
                <a:solidFill>
                  <a:srgbClr val="0B2F38"/>
                </a:solidFill>
                <a:latin typeface="Arial"/>
                <a:ea typeface="Arial"/>
                <a:cs typeface="Arial"/>
              </a:defRPr>
            </a:lvl6pPr>
            <a:lvl7pPr algn="l">
              <a:defRPr sz="3300" b="1">
                <a:solidFill>
                  <a:srgbClr val="0B2F38"/>
                </a:solidFill>
                <a:latin typeface="Arial"/>
                <a:ea typeface="Arial"/>
                <a:cs typeface="Arial"/>
              </a:defRPr>
            </a:lvl7pPr>
            <a:lvl8pPr algn="l">
              <a:defRPr sz="3300" b="1">
                <a:solidFill>
                  <a:srgbClr val="0B2F38"/>
                </a:solidFill>
                <a:latin typeface="Arial"/>
                <a:ea typeface="Arial"/>
                <a:cs typeface="Arial"/>
              </a:defRPr>
            </a:lvl8pPr>
            <a:lvl9pPr algn="l">
              <a:defRPr sz="3300" b="1">
                <a:solidFill>
                  <a:srgbClr val="0B2F38"/>
                </a:solidFill>
                <a:latin typeface="Arial"/>
                <a:ea typeface="Arial"/>
                <a:cs typeface="Arial"/>
              </a:defRPr>
            </a:lvl9pPr>
          </a:lstStyle>
          <a:p xmlns:a="http://schemas.openxmlformats.org/drawingml/2006/main">
            <a:pPr algn="l">
              <a:defRPr sz="3300" b="1">
                <a:solidFill>
                  <a:srgbClr val="0B2F38"/>
                </a:solidFill>
                <a:latin typeface="Arial"/>
                <a:ea typeface="Arial"/>
                <a:cs typeface="Arial"/>
              </a:defRPr>
            </a:pPr>
            <a:r>
              <a:rPr sz="3300" b="1">
                <a:solidFill>
                  <a:srgbClr val="0B2F38"/>
                </a:solidFill>
                <a:latin typeface="Arial"/>
                <a:ea typeface="Arial"/>
                <a:cs typeface="Arial"/>
              </a:rPr>
              <a:t>Projektmanagement mit Git und GitHub-Repos</a:t>
            </a:r>
          </a:p>
        </p:txBody>
      </p:sp>
      <p:sp>
        <p:nvSpPr>
          <p:cNvPr id="2" name="text-1">
            <a:extLst xmlns:a="http://schemas.openxmlformats.org/drawingml/2006/main">
              <a:ext uri="{FF2B5EF4-FFF2-40B4-BE49-F238E27FC236}">
                <a16:creationId xmlns:a16="http://schemas.microsoft.com/office/drawing/2014/main" id="{23076706-D33C-4D12-AC17-E9D8CB105741}"/>
              </a:ext>
            </a:extLst>
          </p:cNvPr>
          <p:cNvSpPr>
            <a:spLocks xmlns:a="http://schemas.openxmlformats.org/drawingml/2006/main" noGrp="1"/>
          </p:cNvSpPr>
          <p:nvPr/>
        </p:nvSpPr>
        <p:spPr>
          <a:xfrm xmlns:a="http://schemas.openxmlformats.org/drawingml/2006/main">
            <a:off x="11144250" y="6477000"/>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defRPr sz="1125" b="0">
                <a:solidFill>
                  <a:srgbClr val="50646A"/>
                </a:solidFill>
                <a:latin typeface="Arial"/>
                <a:ea typeface="Arial"/>
                <a:cs typeface="Arial"/>
              </a:defRPr>
            </a:lvl1pPr>
            <a:lvl2pPr algn="r">
              <a:defRPr sz="1125" b="0">
                <a:solidFill>
                  <a:srgbClr val="50646A"/>
                </a:solidFill>
                <a:latin typeface="Arial"/>
                <a:ea typeface="Arial"/>
                <a:cs typeface="Arial"/>
              </a:defRPr>
            </a:lvl2pPr>
            <a:lvl3pPr algn="r">
              <a:defRPr sz="1125" b="0">
                <a:solidFill>
                  <a:srgbClr val="50646A"/>
                </a:solidFill>
                <a:latin typeface="Arial"/>
                <a:ea typeface="Arial"/>
                <a:cs typeface="Arial"/>
              </a:defRPr>
            </a:lvl3pPr>
            <a:lvl4pPr algn="r">
              <a:defRPr sz="1125" b="0">
                <a:solidFill>
                  <a:srgbClr val="50646A"/>
                </a:solidFill>
                <a:latin typeface="Arial"/>
                <a:ea typeface="Arial"/>
                <a:cs typeface="Arial"/>
              </a:defRPr>
            </a:lvl4pPr>
            <a:lvl5pPr algn="r">
              <a:defRPr sz="1125" b="0">
                <a:solidFill>
                  <a:srgbClr val="50646A"/>
                </a:solidFill>
                <a:latin typeface="Arial"/>
                <a:ea typeface="Arial"/>
                <a:cs typeface="Arial"/>
              </a:defRPr>
            </a:lvl5pPr>
            <a:lvl6pPr algn="r">
              <a:defRPr sz="1125" b="0">
                <a:solidFill>
                  <a:srgbClr val="50646A"/>
                </a:solidFill>
                <a:latin typeface="Arial"/>
                <a:ea typeface="Arial"/>
                <a:cs typeface="Arial"/>
              </a:defRPr>
            </a:lvl6pPr>
            <a:lvl7pPr algn="r">
              <a:defRPr sz="1125" b="0">
                <a:solidFill>
                  <a:srgbClr val="50646A"/>
                </a:solidFill>
                <a:latin typeface="Arial"/>
                <a:ea typeface="Arial"/>
                <a:cs typeface="Arial"/>
              </a:defRPr>
            </a:lvl7pPr>
            <a:lvl8pPr algn="r">
              <a:defRPr sz="1125" b="0">
                <a:solidFill>
                  <a:srgbClr val="50646A"/>
                </a:solidFill>
                <a:latin typeface="Arial"/>
                <a:ea typeface="Arial"/>
                <a:cs typeface="Arial"/>
              </a:defRPr>
            </a:lvl8pPr>
            <a:lvl9pPr algn="r">
              <a:defRPr sz="1125" b="0">
                <a:solidFill>
                  <a:srgbClr val="50646A"/>
                </a:solidFill>
                <a:latin typeface="Arial"/>
                <a:ea typeface="Arial"/>
                <a:cs typeface="Arial"/>
              </a:defRPr>
            </a:lvl9pPr>
          </a:lstStyle>
          <a:p xmlns:a="http://schemas.openxmlformats.org/drawingml/2006/main">
            <a:pPr algn="r">
              <a:defRPr sz="1125" b="0">
                <a:solidFill>
                  <a:srgbClr val="50646A"/>
                </a:solidFill>
                <a:latin typeface="Arial"/>
                <a:ea typeface="Arial"/>
                <a:cs typeface="Arial"/>
              </a:defRPr>
            </a:pPr>
            <a:r>
              <a:rPr sz="1125" b="0">
                <a:solidFill>
                  <a:srgbClr val="50646A"/>
                </a:solidFill>
                <a:latin typeface="Arial"/>
                <a:ea typeface="Arial"/>
                <a:cs typeface="Arial"/>
              </a:rPr>
              <a:t>25</a:t>
            </a:r>
          </a:p>
        </p:txBody>
      </p:sp>
      <p:sp>
        <p:nvSpPr>
          <p:cNvPr id="3" name="diagram-Originalprojekt">
            <a:extLst xmlns:a="http://schemas.openxmlformats.org/drawingml/2006/main">
              <a:ext uri="{FF2B5EF4-FFF2-40B4-BE49-F238E27FC236}">
                <a16:creationId xmlns:a16="http://schemas.microsoft.com/office/drawing/2014/main" id="{DED8C2F8-FE3B-4B46-9D21-058D8AEEBA5D}"/>
              </a:ext>
            </a:extLst>
          </p:cNvPr>
          <p:cNvSpPr>
            <a:spLocks xmlns:a="http://schemas.openxmlformats.org/drawingml/2006/main" noGrp="1"/>
          </p:cNvSpPr>
          <p:nvPr/>
        </p:nvSpPr>
        <p:spPr>
          <a:xfrm xmlns:a="http://schemas.openxmlformats.org/drawingml/2006/main">
            <a:off x="609600" y="1952625"/>
            <a:ext cx="3403600" cy="1000125"/>
          </a:xfrm>
          <a:prstGeom xmlns:a="http://schemas.openxmlformats.org/drawingml/2006/main" prst="rect">
            <a:avLst/>
          </a:prstGeom>
          <a:solidFill xmlns:a="http://schemas.openxmlformats.org/drawingml/2006/main">
            <a:srgbClr val="FFFFFF"/>
          </a:solidFill>
          <a:ln xmlns:a="http://schemas.openxmlformats.org/drawingml/2006/main" w="14288">
            <a:solidFill>
              <a:srgbClr val="C9D3D2"/>
            </a:solidFill>
          </a:ln>
        </p:spPr>
        <p:txBody>
          <a:bodyPr xmlns:a="http://schemas.openxmlformats.org/drawingml/2006/main" lIns="133350" tIns="133350" rIns="133350" bIns="133350" anchor="ctr">
            <a:noAutofit/>
          </a:bodyPr>
          <a:lstStyle xmlns:a="http://schemas.openxmlformats.org/drawingml/2006/main">
            <a:defPPr algn="ctr">
              <a:defRPr sz="1875">
                <a:solidFill>
                  <a:srgbClr val="0B2F38"/>
                </a:solidFill>
                <a:latin typeface="Arial"/>
                <a:ea typeface="Arial"/>
                <a:cs typeface="Arial"/>
              </a:defRPr>
            </a:defPPr>
            <a:lvl1pPr algn="ctr">
              <a:defRPr sz="1875">
                <a:solidFill>
                  <a:srgbClr val="0B2F38"/>
                </a:solidFill>
                <a:latin typeface="Arial"/>
                <a:ea typeface="Arial"/>
                <a:cs typeface="Arial"/>
              </a:defRPr>
            </a:lvl1pPr>
            <a:lvl2pPr algn="ctr">
              <a:defRPr sz="1875">
                <a:solidFill>
                  <a:srgbClr val="0B2F38"/>
                </a:solidFill>
                <a:latin typeface="Arial"/>
                <a:ea typeface="Arial"/>
                <a:cs typeface="Arial"/>
              </a:defRPr>
            </a:lvl2pPr>
            <a:lvl3pPr algn="ctr">
              <a:defRPr sz="1875">
                <a:solidFill>
                  <a:srgbClr val="0B2F38"/>
                </a:solidFill>
                <a:latin typeface="Arial"/>
                <a:ea typeface="Arial"/>
                <a:cs typeface="Arial"/>
              </a:defRPr>
            </a:lvl3pPr>
            <a:lvl4pPr algn="ctr">
              <a:defRPr sz="1875">
                <a:solidFill>
                  <a:srgbClr val="0B2F38"/>
                </a:solidFill>
                <a:latin typeface="Arial"/>
                <a:ea typeface="Arial"/>
                <a:cs typeface="Arial"/>
              </a:defRPr>
            </a:lvl4pPr>
            <a:lvl5pPr algn="ctr">
              <a:defRPr sz="1875">
                <a:solidFill>
                  <a:srgbClr val="0B2F38"/>
                </a:solidFill>
                <a:latin typeface="Arial"/>
                <a:ea typeface="Arial"/>
                <a:cs typeface="Arial"/>
              </a:defRPr>
            </a:lvl5pPr>
            <a:lvl6pPr algn="ctr">
              <a:defRPr sz="1875">
                <a:solidFill>
                  <a:srgbClr val="0B2F38"/>
                </a:solidFill>
                <a:latin typeface="Arial"/>
                <a:ea typeface="Arial"/>
                <a:cs typeface="Arial"/>
              </a:defRPr>
            </a:lvl6pPr>
            <a:lvl7pPr algn="ctr">
              <a:defRPr sz="1875">
                <a:solidFill>
                  <a:srgbClr val="0B2F38"/>
                </a:solidFill>
                <a:latin typeface="Arial"/>
                <a:ea typeface="Arial"/>
                <a:cs typeface="Arial"/>
              </a:defRPr>
            </a:lvl7pPr>
            <a:lvl8pPr algn="ctr">
              <a:defRPr sz="1875">
                <a:solidFill>
                  <a:srgbClr val="0B2F38"/>
                </a:solidFill>
                <a:latin typeface="Arial"/>
                <a:ea typeface="Arial"/>
                <a:cs typeface="Arial"/>
              </a:defRPr>
            </a:lvl8pPr>
            <a:lvl9pPr algn="ctr">
              <a:defRPr sz="1875">
                <a:solidFill>
                  <a:srgbClr val="0B2F38"/>
                </a:solidFill>
                <a:latin typeface="Arial"/>
                <a:ea typeface="Arial"/>
                <a:cs typeface="Arial"/>
              </a:defRPr>
            </a:lvl9pPr>
          </a:lstStyle>
          <a:p xmlns:a="http://schemas.openxmlformats.org/drawingml/2006/main">
            <a:pPr algn="ctr">
              <a:defRPr sz="1875">
                <a:solidFill>
                  <a:srgbClr val="0B2F38"/>
                </a:solidFill>
                <a:latin typeface="Arial"/>
                <a:ea typeface="Arial"/>
                <a:cs typeface="Arial"/>
              </a:defRPr>
            </a:pPr>
            <a:r>
              <a:rPr sz="1875">
                <a:solidFill>
                  <a:srgbClr val="0B2F38"/>
                </a:solidFill>
                <a:latin typeface="Arial"/>
                <a:ea typeface="Arial"/>
                <a:cs typeface="Arial"/>
              </a:rPr>
              <a:t>Originalprojekt</a:t>
            </a:r>
          </a:p>
          <a:p xmlns:a="http://schemas.openxmlformats.org/drawingml/2006/main">
            <a:pPr algn="ctr">
              <a:defRPr sz="1875">
                <a:solidFill>
                  <a:srgbClr val="0B2F38"/>
                </a:solidFill>
                <a:latin typeface="Arial"/>
                <a:ea typeface="Arial"/>
                <a:cs typeface="Arial"/>
              </a:defRPr>
            </a:pPr>
            <a:r>
              <a:rPr sz="1875">
                <a:solidFill>
                  <a:srgbClr val="0B2F38"/>
                </a:solidFill>
                <a:latin typeface="Arial"/>
                <a:ea typeface="Arial"/>
                <a:cs typeface="Arial"/>
              </a:rPr>
              <a:t>upstream</a:t>
            </a:r>
          </a:p>
        </p:txBody>
      </p:sp>
      <p:sp>
        <p:nvSpPr>
          <p:cNvPr id="4" name="diagram-Team-Fork">
            <a:extLst xmlns:a="http://schemas.openxmlformats.org/drawingml/2006/main">
              <a:ext uri="{FF2B5EF4-FFF2-40B4-BE49-F238E27FC236}">
                <a16:creationId xmlns:a16="http://schemas.microsoft.com/office/drawing/2014/main" id="{8C1F712A-2279-40CC-BE07-CAF9019393FD}"/>
              </a:ext>
            </a:extLst>
          </p:cNvPr>
          <p:cNvSpPr>
            <a:spLocks xmlns:a="http://schemas.openxmlformats.org/drawingml/2006/main" noGrp="1"/>
          </p:cNvSpPr>
          <p:nvPr/>
        </p:nvSpPr>
        <p:spPr>
          <a:xfrm xmlns:a="http://schemas.openxmlformats.org/drawingml/2006/main">
            <a:off x="4394200" y="1952625"/>
            <a:ext cx="3403600" cy="1000125"/>
          </a:xfrm>
          <a:prstGeom xmlns:a="http://schemas.openxmlformats.org/drawingml/2006/main" prst="rect">
            <a:avLst/>
          </a:prstGeom>
          <a:solidFill xmlns:a="http://schemas.openxmlformats.org/drawingml/2006/main">
            <a:srgbClr val="FFFFFF"/>
          </a:solidFill>
          <a:ln xmlns:a="http://schemas.openxmlformats.org/drawingml/2006/main" w="14288">
            <a:solidFill>
              <a:srgbClr val="C9D3D2"/>
            </a:solidFill>
          </a:ln>
        </p:spPr>
        <p:txBody>
          <a:bodyPr xmlns:a="http://schemas.openxmlformats.org/drawingml/2006/main" lIns="133350" tIns="133350" rIns="133350" bIns="133350" anchor="ctr">
            <a:noAutofit/>
          </a:bodyPr>
          <a:lstStyle xmlns:a="http://schemas.openxmlformats.org/drawingml/2006/main">
            <a:defPPr algn="ctr">
              <a:defRPr sz="1875">
                <a:solidFill>
                  <a:srgbClr val="0B2F38"/>
                </a:solidFill>
                <a:latin typeface="Arial"/>
                <a:ea typeface="Arial"/>
                <a:cs typeface="Arial"/>
              </a:defRPr>
            </a:defPPr>
            <a:lvl1pPr algn="ctr">
              <a:defRPr sz="1875">
                <a:solidFill>
                  <a:srgbClr val="0B2F38"/>
                </a:solidFill>
                <a:latin typeface="Arial"/>
                <a:ea typeface="Arial"/>
                <a:cs typeface="Arial"/>
              </a:defRPr>
            </a:lvl1pPr>
            <a:lvl2pPr algn="ctr">
              <a:defRPr sz="1875">
                <a:solidFill>
                  <a:srgbClr val="0B2F38"/>
                </a:solidFill>
                <a:latin typeface="Arial"/>
                <a:ea typeface="Arial"/>
                <a:cs typeface="Arial"/>
              </a:defRPr>
            </a:lvl2pPr>
            <a:lvl3pPr algn="ctr">
              <a:defRPr sz="1875">
                <a:solidFill>
                  <a:srgbClr val="0B2F38"/>
                </a:solidFill>
                <a:latin typeface="Arial"/>
                <a:ea typeface="Arial"/>
                <a:cs typeface="Arial"/>
              </a:defRPr>
            </a:lvl3pPr>
            <a:lvl4pPr algn="ctr">
              <a:defRPr sz="1875">
                <a:solidFill>
                  <a:srgbClr val="0B2F38"/>
                </a:solidFill>
                <a:latin typeface="Arial"/>
                <a:ea typeface="Arial"/>
                <a:cs typeface="Arial"/>
              </a:defRPr>
            </a:lvl4pPr>
            <a:lvl5pPr algn="ctr">
              <a:defRPr sz="1875">
                <a:solidFill>
                  <a:srgbClr val="0B2F38"/>
                </a:solidFill>
                <a:latin typeface="Arial"/>
                <a:ea typeface="Arial"/>
                <a:cs typeface="Arial"/>
              </a:defRPr>
            </a:lvl5pPr>
            <a:lvl6pPr algn="ctr">
              <a:defRPr sz="1875">
                <a:solidFill>
                  <a:srgbClr val="0B2F38"/>
                </a:solidFill>
                <a:latin typeface="Arial"/>
                <a:ea typeface="Arial"/>
                <a:cs typeface="Arial"/>
              </a:defRPr>
            </a:lvl6pPr>
            <a:lvl7pPr algn="ctr">
              <a:defRPr sz="1875">
                <a:solidFill>
                  <a:srgbClr val="0B2F38"/>
                </a:solidFill>
                <a:latin typeface="Arial"/>
                <a:ea typeface="Arial"/>
                <a:cs typeface="Arial"/>
              </a:defRPr>
            </a:lvl7pPr>
            <a:lvl8pPr algn="ctr">
              <a:defRPr sz="1875">
                <a:solidFill>
                  <a:srgbClr val="0B2F38"/>
                </a:solidFill>
                <a:latin typeface="Arial"/>
                <a:ea typeface="Arial"/>
                <a:cs typeface="Arial"/>
              </a:defRPr>
            </a:lvl8pPr>
            <a:lvl9pPr algn="ctr">
              <a:defRPr sz="1875">
                <a:solidFill>
                  <a:srgbClr val="0B2F38"/>
                </a:solidFill>
                <a:latin typeface="Arial"/>
                <a:ea typeface="Arial"/>
                <a:cs typeface="Arial"/>
              </a:defRPr>
            </a:lvl9pPr>
          </a:lstStyle>
          <a:p xmlns:a="http://schemas.openxmlformats.org/drawingml/2006/main">
            <a:pPr algn="ctr">
              <a:defRPr sz="1875">
                <a:solidFill>
                  <a:srgbClr val="0B2F38"/>
                </a:solidFill>
                <a:latin typeface="Arial"/>
                <a:ea typeface="Arial"/>
                <a:cs typeface="Arial"/>
              </a:defRPr>
            </a:pPr>
            <a:r>
              <a:rPr sz="1875">
                <a:solidFill>
                  <a:srgbClr val="0B2F38"/>
                </a:solidFill>
                <a:latin typeface="Arial"/>
                <a:ea typeface="Arial"/>
                <a:cs typeface="Arial"/>
              </a:rPr>
              <a:t>Team-Fork</a:t>
            </a:r>
          </a:p>
          <a:p xmlns:a="http://schemas.openxmlformats.org/drawingml/2006/main">
            <a:pPr algn="ctr">
              <a:defRPr sz="1875">
                <a:solidFill>
                  <a:srgbClr val="0B2F38"/>
                </a:solidFill>
                <a:latin typeface="Arial"/>
                <a:ea typeface="Arial"/>
                <a:cs typeface="Arial"/>
              </a:defRPr>
            </a:pPr>
            <a:r>
              <a:rPr sz="1875">
                <a:solidFill>
                  <a:srgbClr val="0B2F38"/>
                </a:solidFill>
                <a:latin typeface="Arial"/>
                <a:ea typeface="Arial"/>
                <a:cs typeface="Arial"/>
              </a:rPr>
              <a:t>origin</a:t>
            </a:r>
          </a:p>
        </p:txBody>
      </p:sp>
      <p:sp>
        <p:nvSpPr>
          <p:cNvPr id="5" name="diagram-Lokaler Clone">
            <a:extLst xmlns:a="http://schemas.openxmlformats.org/drawingml/2006/main">
              <a:ext uri="{FF2B5EF4-FFF2-40B4-BE49-F238E27FC236}">
                <a16:creationId xmlns:a16="http://schemas.microsoft.com/office/drawing/2014/main" id="{54CDD212-0646-40F0-8D6F-C4DCF337C2A7}"/>
              </a:ext>
            </a:extLst>
          </p:cNvPr>
          <p:cNvSpPr>
            <a:spLocks xmlns:a="http://schemas.openxmlformats.org/drawingml/2006/main" noGrp="1"/>
          </p:cNvSpPr>
          <p:nvPr/>
        </p:nvSpPr>
        <p:spPr>
          <a:xfrm xmlns:a="http://schemas.openxmlformats.org/drawingml/2006/main">
            <a:off x="8178800" y="1952625"/>
            <a:ext cx="3403600" cy="1000125"/>
          </a:xfrm>
          <a:prstGeom xmlns:a="http://schemas.openxmlformats.org/drawingml/2006/main" prst="rect">
            <a:avLst/>
          </a:prstGeom>
          <a:solidFill xmlns:a="http://schemas.openxmlformats.org/drawingml/2006/main">
            <a:srgbClr val="0B2F38"/>
          </a:solidFill>
          <a:ln xmlns:a="http://schemas.openxmlformats.org/drawingml/2006/main" w="14288">
            <a:solidFill>
              <a:srgbClr val="0B2F38"/>
            </a:solidFill>
          </a:ln>
        </p:spPr>
        <p:txBody>
          <a:bodyPr xmlns:a="http://schemas.openxmlformats.org/drawingml/2006/main" lIns="133350" tIns="133350" rIns="133350" bIns="133350" anchor="ctr">
            <a:noAutofit/>
          </a:bodyPr>
          <a:lstStyle xmlns:a="http://schemas.openxmlformats.org/drawingml/2006/main">
            <a:defPPr algn="ctr">
              <a:defRPr sz="1875">
                <a:solidFill>
                  <a:srgbClr val="FFFFFF"/>
                </a:solidFill>
                <a:latin typeface="Arial"/>
                <a:ea typeface="Arial"/>
                <a:cs typeface="Arial"/>
              </a:defRPr>
            </a:defPPr>
            <a:lvl1pPr algn="ctr">
              <a:defRPr sz="1875">
                <a:solidFill>
                  <a:srgbClr val="FFFFFF"/>
                </a:solidFill>
                <a:latin typeface="Arial"/>
                <a:ea typeface="Arial"/>
                <a:cs typeface="Arial"/>
              </a:defRPr>
            </a:lvl1pPr>
            <a:lvl2pPr algn="ctr">
              <a:defRPr sz="1875">
                <a:solidFill>
                  <a:srgbClr val="FFFFFF"/>
                </a:solidFill>
                <a:latin typeface="Arial"/>
                <a:ea typeface="Arial"/>
                <a:cs typeface="Arial"/>
              </a:defRPr>
            </a:lvl2pPr>
            <a:lvl3pPr algn="ctr">
              <a:defRPr sz="1875">
                <a:solidFill>
                  <a:srgbClr val="FFFFFF"/>
                </a:solidFill>
                <a:latin typeface="Arial"/>
                <a:ea typeface="Arial"/>
                <a:cs typeface="Arial"/>
              </a:defRPr>
            </a:lvl3pPr>
            <a:lvl4pPr algn="ctr">
              <a:defRPr sz="1875">
                <a:solidFill>
                  <a:srgbClr val="FFFFFF"/>
                </a:solidFill>
                <a:latin typeface="Arial"/>
                <a:ea typeface="Arial"/>
                <a:cs typeface="Arial"/>
              </a:defRPr>
            </a:lvl4pPr>
            <a:lvl5pPr algn="ctr">
              <a:defRPr sz="1875">
                <a:solidFill>
                  <a:srgbClr val="FFFFFF"/>
                </a:solidFill>
                <a:latin typeface="Arial"/>
                <a:ea typeface="Arial"/>
                <a:cs typeface="Arial"/>
              </a:defRPr>
            </a:lvl5pPr>
            <a:lvl6pPr algn="ctr">
              <a:defRPr sz="1875">
                <a:solidFill>
                  <a:srgbClr val="FFFFFF"/>
                </a:solidFill>
                <a:latin typeface="Arial"/>
                <a:ea typeface="Arial"/>
                <a:cs typeface="Arial"/>
              </a:defRPr>
            </a:lvl6pPr>
            <a:lvl7pPr algn="ctr">
              <a:defRPr sz="1875">
                <a:solidFill>
                  <a:srgbClr val="FFFFFF"/>
                </a:solidFill>
                <a:latin typeface="Arial"/>
                <a:ea typeface="Arial"/>
                <a:cs typeface="Arial"/>
              </a:defRPr>
            </a:lvl7pPr>
            <a:lvl8pPr algn="ctr">
              <a:defRPr sz="1875">
                <a:solidFill>
                  <a:srgbClr val="FFFFFF"/>
                </a:solidFill>
                <a:latin typeface="Arial"/>
                <a:ea typeface="Arial"/>
                <a:cs typeface="Arial"/>
              </a:defRPr>
            </a:lvl8pPr>
            <a:lvl9pPr algn="ctr">
              <a:defRPr sz="1875">
                <a:solidFill>
                  <a:srgbClr val="FFFFFF"/>
                </a:solidFill>
                <a:latin typeface="Arial"/>
                <a:ea typeface="Arial"/>
                <a:cs typeface="Arial"/>
              </a:defRPr>
            </a:lvl9pPr>
          </a:lstStyle>
          <a:p xmlns:a="http://schemas.openxmlformats.org/drawingml/2006/main">
            <a:pPr algn="ctr">
              <a:defRPr sz="1875">
                <a:solidFill>
                  <a:srgbClr val="FFFFFF"/>
                </a:solidFill>
                <a:latin typeface="Arial"/>
                <a:ea typeface="Arial"/>
                <a:cs typeface="Arial"/>
              </a:defRPr>
            </a:pPr>
            <a:r>
              <a:rPr sz="1875">
                <a:solidFill>
                  <a:srgbClr val="FFFFFF"/>
                </a:solidFill>
                <a:latin typeface="Arial"/>
                <a:ea typeface="Arial"/>
                <a:cs typeface="Arial"/>
              </a:rPr>
              <a:t>Lokaler Clone</a:t>
            </a:r>
          </a:p>
          <a:p xmlns:a="http://schemas.openxmlformats.org/drawingml/2006/main">
            <a:pPr algn="ctr">
              <a:defRPr sz="1875">
                <a:solidFill>
                  <a:srgbClr val="FFFFFF"/>
                </a:solidFill>
                <a:latin typeface="Arial"/>
                <a:ea typeface="Arial"/>
                <a:cs typeface="Arial"/>
              </a:defRPr>
            </a:pPr>
            <a:r>
              <a:rPr sz="1875">
                <a:solidFill>
                  <a:srgbClr val="FFFFFF"/>
                </a:solidFill>
                <a:latin typeface="Arial"/>
                <a:ea typeface="Arial"/>
                <a:cs typeface="Arial"/>
              </a:rPr>
              <a:t>Dateien + Historie</a:t>
            </a:r>
          </a:p>
        </p:txBody>
      </p:sp>
      <p:sp>
        <p:nvSpPr>
          <p:cNvPr id="8" name="text-7">
            <a:extLst xmlns:a="http://schemas.openxmlformats.org/drawingml/2006/main">
              <a:ext uri="{FF2B5EF4-FFF2-40B4-BE49-F238E27FC236}">
                <a16:creationId xmlns:a16="http://schemas.microsoft.com/office/drawing/2014/main" id="{0BC89A71-56F0-4587-8DDC-481CEAC3225A}"/>
              </a:ext>
            </a:extLst>
          </p:cNvPr>
          <p:cNvSpPr>
            <a:spLocks xmlns:a="http://schemas.openxmlformats.org/drawingml/2006/main" noGrp="1"/>
          </p:cNvSpPr>
          <p:nvPr/>
        </p:nvSpPr>
        <p:spPr>
          <a:xfrm xmlns:a="http://schemas.openxmlformats.org/drawingml/2006/main">
            <a:off x="609600" y="385762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0B2F38"/>
                </a:solidFill>
                <a:latin typeface="Arial"/>
                <a:ea typeface="Arial"/>
                <a:cs typeface="Arial"/>
              </a:defRPr>
            </a:defPPr>
            <a:lvl1pPr algn="l">
              <a:defRPr sz="2625" b="1">
                <a:solidFill>
                  <a:srgbClr val="0B2F38"/>
                </a:solidFill>
                <a:latin typeface="Arial"/>
                <a:ea typeface="Arial"/>
                <a:cs typeface="Arial"/>
              </a:defRPr>
            </a:lvl1pPr>
            <a:lvl2pPr algn="l">
              <a:defRPr sz="2625" b="1">
                <a:solidFill>
                  <a:srgbClr val="0B2F38"/>
                </a:solidFill>
                <a:latin typeface="Arial"/>
                <a:ea typeface="Arial"/>
                <a:cs typeface="Arial"/>
              </a:defRPr>
            </a:lvl2pPr>
            <a:lvl3pPr algn="l">
              <a:defRPr sz="2625" b="1">
                <a:solidFill>
                  <a:srgbClr val="0B2F38"/>
                </a:solidFill>
                <a:latin typeface="Arial"/>
                <a:ea typeface="Arial"/>
                <a:cs typeface="Arial"/>
              </a:defRPr>
            </a:lvl3pPr>
            <a:lvl4pPr algn="l">
              <a:defRPr sz="2625" b="1">
                <a:solidFill>
                  <a:srgbClr val="0B2F38"/>
                </a:solidFill>
                <a:latin typeface="Arial"/>
                <a:ea typeface="Arial"/>
                <a:cs typeface="Arial"/>
              </a:defRPr>
            </a:lvl4pPr>
            <a:lvl5pPr algn="l">
              <a:defRPr sz="2625" b="1">
                <a:solidFill>
                  <a:srgbClr val="0B2F38"/>
                </a:solidFill>
                <a:latin typeface="Arial"/>
                <a:ea typeface="Arial"/>
                <a:cs typeface="Arial"/>
              </a:defRPr>
            </a:lvl5pPr>
            <a:lvl6pPr algn="l">
              <a:defRPr sz="2625" b="1">
                <a:solidFill>
                  <a:srgbClr val="0B2F38"/>
                </a:solidFill>
                <a:latin typeface="Arial"/>
                <a:ea typeface="Arial"/>
                <a:cs typeface="Arial"/>
              </a:defRPr>
            </a:lvl6pPr>
            <a:lvl7pPr algn="l">
              <a:defRPr sz="2625" b="1">
                <a:solidFill>
                  <a:srgbClr val="0B2F38"/>
                </a:solidFill>
                <a:latin typeface="Arial"/>
                <a:ea typeface="Arial"/>
                <a:cs typeface="Arial"/>
              </a:defRPr>
            </a:lvl7pPr>
            <a:lvl8pPr algn="l">
              <a:defRPr sz="2625" b="1">
                <a:solidFill>
                  <a:srgbClr val="0B2F38"/>
                </a:solidFill>
                <a:latin typeface="Arial"/>
                <a:ea typeface="Arial"/>
                <a:cs typeface="Arial"/>
              </a:defRPr>
            </a:lvl8pPr>
            <a:lvl9pPr algn="l">
              <a:defRPr sz="2625" b="1">
                <a:solidFill>
                  <a:srgbClr val="0B2F38"/>
                </a:solidFill>
                <a:latin typeface="Arial"/>
                <a:ea typeface="Arial"/>
                <a:cs typeface="Arial"/>
              </a:defRPr>
            </a:lvl9pPr>
          </a:lstStyle>
          <a:p xmlns:a="http://schemas.openxmlformats.org/drawingml/2006/main">
            <a:pPr algn="l">
              <a:defRPr sz="2625" b="1">
                <a:solidFill>
                  <a:srgbClr val="0B2F38"/>
                </a:solidFill>
                <a:latin typeface="Arial"/>
                <a:ea typeface="Arial"/>
                <a:cs typeface="Arial"/>
              </a:defRPr>
            </a:pPr>
            <a:r>
              <a:rPr sz="2625" b="1">
                <a:solidFill>
                  <a:srgbClr val="0B2F38"/>
                </a:solidFill>
                <a:latin typeface="Arial"/>
                <a:ea typeface="Arial"/>
                <a:cs typeface="Arial"/>
              </a:rPr>
              <a:t>Bearbeiten → Commit → Push in den eigenen Fork</a:t>
            </a:r>
          </a:p>
        </p:txBody>
      </p:sp>
      <p:sp>
        <p:nvSpPr>
          <p:cNvPr id="9" name="text-8">
            <a:extLst xmlns:a="http://schemas.openxmlformats.org/drawingml/2006/main">
              <a:ext uri="{FF2B5EF4-FFF2-40B4-BE49-F238E27FC236}">
                <a16:creationId xmlns:a16="http://schemas.microsoft.com/office/drawing/2014/main" id="{BD9A889D-3450-4771-AFF1-6FBDBC87877F}"/>
              </a:ext>
            </a:extLst>
          </p:cNvPr>
          <p:cNvSpPr>
            <a:spLocks xmlns:a="http://schemas.openxmlformats.org/drawingml/2006/main" noGrp="1"/>
          </p:cNvSpPr>
          <p:nvPr/>
        </p:nvSpPr>
        <p:spPr>
          <a:xfrm xmlns:a="http://schemas.openxmlformats.org/drawingml/2006/main">
            <a:off x="609600" y="48577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0646A"/>
                </a:solidFill>
                <a:latin typeface="Arial"/>
                <a:ea typeface="Arial"/>
                <a:cs typeface="Arial"/>
              </a:defRPr>
            </a:defPPr>
            <a:lvl1pPr algn="l">
              <a:defRPr sz="2100" b="0">
                <a:solidFill>
                  <a:srgbClr val="50646A"/>
                </a:solidFill>
                <a:latin typeface="Arial"/>
                <a:ea typeface="Arial"/>
                <a:cs typeface="Arial"/>
              </a:defRPr>
            </a:lvl1pPr>
            <a:lvl2pPr algn="l">
              <a:defRPr sz="2100" b="0">
                <a:solidFill>
                  <a:srgbClr val="50646A"/>
                </a:solidFill>
                <a:latin typeface="Arial"/>
                <a:ea typeface="Arial"/>
                <a:cs typeface="Arial"/>
              </a:defRPr>
            </a:lvl2pPr>
            <a:lvl3pPr algn="l">
              <a:defRPr sz="2100" b="0">
                <a:solidFill>
                  <a:srgbClr val="50646A"/>
                </a:solidFill>
                <a:latin typeface="Arial"/>
                <a:ea typeface="Arial"/>
                <a:cs typeface="Arial"/>
              </a:defRPr>
            </a:lvl3pPr>
            <a:lvl4pPr algn="l">
              <a:defRPr sz="2100" b="0">
                <a:solidFill>
                  <a:srgbClr val="50646A"/>
                </a:solidFill>
                <a:latin typeface="Arial"/>
                <a:ea typeface="Arial"/>
                <a:cs typeface="Arial"/>
              </a:defRPr>
            </a:lvl4pPr>
            <a:lvl5pPr algn="l">
              <a:defRPr sz="2100" b="0">
                <a:solidFill>
                  <a:srgbClr val="50646A"/>
                </a:solidFill>
                <a:latin typeface="Arial"/>
                <a:ea typeface="Arial"/>
                <a:cs typeface="Arial"/>
              </a:defRPr>
            </a:lvl5pPr>
            <a:lvl6pPr algn="l">
              <a:defRPr sz="2100" b="0">
                <a:solidFill>
                  <a:srgbClr val="50646A"/>
                </a:solidFill>
                <a:latin typeface="Arial"/>
                <a:ea typeface="Arial"/>
                <a:cs typeface="Arial"/>
              </a:defRPr>
            </a:lvl6pPr>
            <a:lvl7pPr algn="l">
              <a:defRPr sz="2100" b="0">
                <a:solidFill>
                  <a:srgbClr val="50646A"/>
                </a:solidFill>
                <a:latin typeface="Arial"/>
                <a:ea typeface="Arial"/>
                <a:cs typeface="Arial"/>
              </a:defRPr>
            </a:lvl7pPr>
            <a:lvl8pPr algn="l">
              <a:defRPr sz="2100" b="0">
                <a:solidFill>
                  <a:srgbClr val="50646A"/>
                </a:solidFill>
                <a:latin typeface="Arial"/>
                <a:ea typeface="Arial"/>
                <a:cs typeface="Arial"/>
              </a:defRPr>
            </a:lvl8pPr>
            <a:lvl9pPr algn="l">
              <a:defRPr sz="2100" b="0">
                <a:solidFill>
                  <a:srgbClr val="50646A"/>
                </a:solidFill>
                <a:latin typeface="Arial"/>
                <a:ea typeface="Arial"/>
                <a:cs typeface="Arial"/>
              </a:defRPr>
            </a:lvl9pPr>
          </a:lstStyle>
          <a:p xmlns:a="http://schemas.openxmlformats.org/drawingml/2006/main">
            <a:pPr algn="l">
              <a:defRPr sz="2100" b="0">
                <a:solidFill>
                  <a:srgbClr val="50646A"/>
                </a:solidFill>
                <a:latin typeface="Arial"/>
                <a:ea typeface="Arial"/>
                <a:cs typeface="Arial"/>
              </a:defRPr>
            </a:pPr>
            <a:r>
              <a:rPr sz="2100" b="0">
                <a:solidFill>
                  <a:srgbClr val="50646A"/>
                </a:solidFill>
                <a:latin typeface="Arial"/>
                <a:ea typeface="Arial"/>
                <a:cs typeface="Arial"/>
              </a:rPr>
              <a:t>Issues planen die Arbeit; Reviews und Checks prüfen Änderungen</a:t>
            </a:r>
          </a:p>
        </p:txBody>
      </p:sp>
      <p:sp>
        <p:nvSpPr>
          <p:cNvPr id="10" name="text-9">
            <a:extLst xmlns:a="http://schemas.openxmlformats.org/drawingml/2006/main">
              <a:ext uri="{FF2B5EF4-FFF2-40B4-BE49-F238E27FC236}">
                <a16:creationId xmlns:a16="http://schemas.microsoft.com/office/drawing/2014/main" id="{A761BCC3-9F0C-4F3F-A179-C8F609C1820E}"/>
              </a:ext>
            </a:extLst>
          </p:cNvPr>
          <p:cNvSpPr>
            <a:spLocks xmlns:a="http://schemas.openxmlformats.org/drawingml/2006/main" noGrp="1"/>
          </p:cNvSpPr>
          <p:nvPr/>
        </p:nvSpPr>
        <p:spPr>
          <a:xfrm xmlns:a="http://schemas.openxmlformats.org/drawingml/2006/main">
            <a:off x="609600" y="590550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0646A"/>
                </a:solidFill>
                <a:latin typeface="Arial"/>
                <a:ea typeface="Arial"/>
                <a:cs typeface="Arial"/>
              </a:defRPr>
            </a:defPPr>
            <a:lvl1pPr algn="l">
              <a:defRPr sz="1575" b="0">
                <a:solidFill>
                  <a:srgbClr val="50646A"/>
                </a:solidFill>
                <a:latin typeface="Arial"/>
                <a:ea typeface="Arial"/>
                <a:cs typeface="Arial"/>
              </a:defRPr>
            </a:lvl1pPr>
            <a:lvl2pPr algn="l">
              <a:defRPr sz="1575" b="0">
                <a:solidFill>
                  <a:srgbClr val="50646A"/>
                </a:solidFill>
                <a:latin typeface="Arial"/>
                <a:ea typeface="Arial"/>
                <a:cs typeface="Arial"/>
              </a:defRPr>
            </a:lvl2pPr>
            <a:lvl3pPr algn="l">
              <a:defRPr sz="1575" b="0">
                <a:solidFill>
                  <a:srgbClr val="50646A"/>
                </a:solidFill>
                <a:latin typeface="Arial"/>
                <a:ea typeface="Arial"/>
                <a:cs typeface="Arial"/>
              </a:defRPr>
            </a:lvl3pPr>
            <a:lvl4pPr algn="l">
              <a:defRPr sz="1575" b="0">
                <a:solidFill>
                  <a:srgbClr val="50646A"/>
                </a:solidFill>
                <a:latin typeface="Arial"/>
                <a:ea typeface="Arial"/>
                <a:cs typeface="Arial"/>
              </a:defRPr>
            </a:lvl4pPr>
            <a:lvl5pPr algn="l">
              <a:defRPr sz="1575" b="0">
                <a:solidFill>
                  <a:srgbClr val="50646A"/>
                </a:solidFill>
                <a:latin typeface="Arial"/>
                <a:ea typeface="Arial"/>
                <a:cs typeface="Arial"/>
              </a:defRPr>
            </a:lvl5pPr>
            <a:lvl6pPr algn="l">
              <a:defRPr sz="1575" b="0">
                <a:solidFill>
                  <a:srgbClr val="50646A"/>
                </a:solidFill>
                <a:latin typeface="Arial"/>
                <a:ea typeface="Arial"/>
                <a:cs typeface="Arial"/>
              </a:defRPr>
            </a:lvl6pPr>
            <a:lvl7pPr algn="l">
              <a:defRPr sz="1575" b="0">
                <a:solidFill>
                  <a:srgbClr val="50646A"/>
                </a:solidFill>
                <a:latin typeface="Arial"/>
                <a:ea typeface="Arial"/>
                <a:cs typeface="Arial"/>
              </a:defRPr>
            </a:lvl7pPr>
            <a:lvl8pPr algn="l">
              <a:defRPr sz="1575" b="0">
                <a:solidFill>
                  <a:srgbClr val="50646A"/>
                </a:solidFill>
                <a:latin typeface="Arial"/>
                <a:ea typeface="Arial"/>
                <a:cs typeface="Arial"/>
              </a:defRPr>
            </a:lvl8pPr>
            <a:lvl9pPr algn="l">
              <a:defRPr sz="1575" b="0">
                <a:solidFill>
                  <a:srgbClr val="50646A"/>
                </a:solidFill>
                <a:latin typeface="Arial"/>
                <a:ea typeface="Arial"/>
                <a:cs typeface="Arial"/>
              </a:defRPr>
            </a:lvl9pPr>
          </a:lstStyle>
          <a:p xmlns:a="http://schemas.openxmlformats.org/drawingml/2006/main">
            <a:pPr algn="l">
              <a:defRPr sz="1575" b="0">
                <a:solidFill>
                  <a:srgbClr val="50646A"/>
                </a:solidFill>
                <a:latin typeface="Arial"/>
                <a:ea typeface="Arial"/>
                <a:cs typeface="Arial"/>
              </a:defRPr>
            </a:pPr>
            <a:r>
              <a:rPr sz="1575" b="0">
                <a:solidFill>
                  <a:srgbClr val="50646A"/>
                </a:solidFill>
                <a:latin typeface="Arial"/>
                <a:ea typeface="Arial"/>
                <a:cs typeface="Arial"/>
              </a:rPr>
              <a:t>Repository → Fork → lokaler Clone → Commit → Push → Review</a:t>
            </a:r>
          </a:p>
        </p:txBody>
      </p:sp>
    </p:spTree>
    <p:extLst>
      <p:ext uri="{BB962C8B-B14F-4D97-AF65-F5344CB8AC3E}">
        <p14:creationId xmlns:p14="http://schemas.microsoft.com/office/powerpoint/2010/main" val="1790727095"/>
      </p:ext>
    </p:extLst>
  </p:cSld>
</p:sld>
</file>

<file path=ppt/slides/slide26.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9B6F9E1F-87F5-4890-9A1D-BEE0ABF38CA3}"/>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B2F38"/>
                </a:solidFill>
                <a:latin typeface="Arial"/>
                <a:ea typeface="Arial"/>
                <a:cs typeface="Arial"/>
              </a:defRPr>
            </a:defPPr>
            <a:lvl1pPr algn="l">
              <a:defRPr sz="3300" b="1">
                <a:solidFill>
                  <a:srgbClr val="0B2F38"/>
                </a:solidFill>
                <a:latin typeface="Arial"/>
                <a:ea typeface="Arial"/>
                <a:cs typeface="Arial"/>
              </a:defRPr>
            </a:lvl1pPr>
            <a:lvl2pPr algn="l">
              <a:defRPr sz="3300" b="1">
                <a:solidFill>
                  <a:srgbClr val="0B2F38"/>
                </a:solidFill>
                <a:latin typeface="Arial"/>
                <a:ea typeface="Arial"/>
                <a:cs typeface="Arial"/>
              </a:defRPr>
            </a:lvl2pPr>
            <a:lvl3pPr algn="l">
              <a:defRPr sz="3300" b="1">
                <a:solidFill>
                  <a:srgbClr val="0B2F38"/>
                </a:solidFill>
                <a:latin typeface="Arial"/>
                <a:ea typeface="Arial"/>
                <a:cs typeface="Arial"/>
              </a:defRPr>
            </a:lvl3pPr>
            <a:lvl4pPr algn="l">
              <a:defRPr sz="3300" b="1">
                <a:solidFill>
                  <a:srgbClr val="0B2F38"/>
                </a:solidFill>
                <a:latin typeface="Arial"/>
                <a:ea typeface="Arial"/>
                <a:cs typeface="Arial"/>
              </a:defRPr>
            </a:lvl4pPr>
            <a:lvl5pPr algn="l">
              <a:defRPr sz="3300" b="1">
                <a:solidFill>
                  <a:srgbClr val="0B2F38"/>
                </a:solidFill>
                <a:latin typeface="Arial"/>
                <a:ea typeface="Arial"/>
                <a:cs typeface="Arial"/>
              </a:defRPr>
            </a:lvl5pPr>
            <a:lvl6pPr algn="l">
              <a:defRPr sz="3300" b="1">
                <a:solidFill>
                  <a:srgbClr val="0B2F38"/>
                </a:solidFill>
                <a:latin typeface="Arial"/>
                <a:ea typeface="Arial"/>
                <a:cs typeface="Arial"/>
              </a:defRPr>
            </a:lvl6pPr>
            <a:lvl7pPr algn="l">
              <a:defRPr sz="3300" b="1">
                <a:solidFill>
                  <a:srgbClr val="0B2F38"/>
                </a:solidFill>
                <a:latin typeface="Arial"/>
                <a:ea typeface="Arial"/>
                <a:cs typeface="Arial"/>
              </a:defRPr>
            </a:lvl7pPr>
            <a:lvl8pPr algn="l">
              <a:defRPr sz="3300" b="1">
                <a:solidFill>
                  <a:srgbClr val="0B2F38"/>
                </a:solidFill>
                <a:latin typeface="Arial"/>
                <a:ea typeface="Arial"/>
                <a:cs typeface="Arial"/>
              </a:defRPr>
            </a:lvl8pPr>
            <a:lvl9pPr algn="l">
              <a:defRPr sz="3300" b="1">
                <a:solidFill>
                  <a:srgbClr val="0B2F38"/>
                </a:solidFill>
                <a:latin typeface="Arial"/>
                <a:ea typeface="Arial"/>
                <a:cs typeface="Arial"/>
              </a:defRPr>
            </a:lvl9pPr>
          </a:lstStyle>
          <a:p xmlns:a="http://schemas.openxmlformats.org/drawingml/2006/main">
            <a:pPr algn="l">
              <a:defRPr sz="3300" b="1">
                <a:solidFill>
                  <a:srgbClr val="0B2F38"/>
                </a:solidFill>
                <a:latin typeface="Arial"/>
                <a:ea typeface="Arial"/>
                <a:cs typeface="Arial"/>
              </a:defRPr>
            </a:pPr>
            <a:r>
              <a:rPr sz="3300" b="1">
                <a:solidFill>
                  <a:srgbClr val="0B2F38"/>
                </a:solidFill>
                <a:latin typeface="Arial"/>
                <a:ea typeface="Arial"/>
                <a:cs typeface="Arial"/>
              </a:rPr>
              <a:t>Zwei eigene Forks je Team</a:t>
            </a:r>
          </a:p>
        </p:txBody>
      </p:sp>
      <p:sp>
        <p:nvSpPr>
          <p:cNvPr id="2" name="text-1">
            <a:extLst xmlns:a="http://schemas.openxmlformats.org/drawingml/2006/main">
              <a:ext uri="{FF2B5EF4-FFF2-40B4-BE49-F238E27FC236}">
                <a16:creationId xmlns:a16="http://schemas.microsoft.com/office/drawing/2014/main" id="{C4A48FA2-CFDC-4979-8D1F-576B412CBE6D}"/>
              </a:ext>
            </a:extLst>
          </p:cNvPr>
          <p:cNvSpPr>
            <a:spLocks xmlns:a="http://schemas.openxmlformats.org/drawingml/2006/main" noGrp="1"/>
          </p:cNvSpPr>
          <p:nvPr/>
        </p:nvSpPr>
        <p:spPr>
          <a:xfrm xmlns:a="http://schemas.openxmlformats.org/drawingml/2006/main">
            <a:off x="11144250" y="6477000"/>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defRPr sz="1125" b="0">
                <a:solidFill>
                  <a:srgbClr val="50646A"/>
                </a:solidFill>
                <a:latin typeface="Arial"/>
                <a:ea typeface="Arial"/>
                <a:cs typeface="Arial"/>
              </a:defRPr>
            </a:lvl1pPr>
            <a:lvl2pPr algn="r">
              <a:defRPr sz="1125" b="0">
                <a:solidFill>
                  <a:srgbClr val="50646A"/>
                </a:solidFill>
                <a:latin typeface="Arial"/>
                <a:ea typeface="Arial"/>
                <a:cs typeface="Arial"/>
              </a:defRPr>
            </a:lvl2pPr>
            <a:lvl3pPr algn="r">
              <a:defRPr sz="1125" b="0">
                <a:solidFill>
                  <a:srgbClr val="50646A"/>
                </a:solidFill>
                <a:latin typeface="Arial"/>
                <a:ea typeface="Arial"/>
                <a:cs typeface="Arial"/>
              </a:defRPr>
            </a:lvl3pPr>
            <a:lvl4pPr algn="r">
              <a:defRPr sz="1125" b="0">
                <a:solidFill>
                  <a:srgbClr val="50646A"/>
                </a:solidFill>
                <a:latin typeface="Arial"/>
                <a:ea typeface="Arial"/>
                <a:cs typeface="Arial"/>
              </a:defRPr>
            </a:lvl4pPr>
            <a:lvl5pPr algn="r">
              <a:defRPr sz="1125" b="0">
                <a:solidFill>
                  <a:srgbClr val="50646A"/>
                </a:solidFill>
                <a:latin typeface="Arial"/>
                <a:ea typeface="Arial"/>
                <a:cs typeface="Arial"/>
              </a:defRPr>
            </a:lvl5pPr>
            <a:lvl6pPr algn="r">
              <a:defRPr sz="1125" b="0">
                <a:solidFill>
                  <a:srgbClr val="50646A"/>
                </a:solidFill>
                <a:latin typeface="Arial"/>
                <a:ea typeface="Arial"/>
                <a:cs typeface="Arial"/>
              </a:defRPr>
            </a:lvl6pPr>
            <a:lvl7pPr algn="r">
              <a:defRPr sz="1125" b="0">
                <a:solidFill>
                  <a:srgbClr val="50646A"/>
                </a:solidFill>
                <a:latin typeface="Arial"/>
                <a:ea typeface="Arial"/>
                <a:cs typeface="Arial"/>
              </a:defRPr>
            </a:lvl7pPr>
            <a:lvl8pPr algn="r">
              <a:defRPr sz="1125" b="0">
                <a:solidFill>
                  <a:srgbClr val="50646A"/>
                </a:solidFill>
                <a:latin typeface="Arial"/>
                <a:ea typeface="Arial"/>
                <a:cs typeface="Arial"/>
              </a:defRPr>
            </a:lvl8pPr>
            <a:lvl9pPr algn="r">
              <a:defRPr sz="1125" b="0">
                <a:solidFill>
                  <a:srgbClr val="50646A"/>
                </a:solidFill>
                <a:latin typeface="Arial"/>
                <a:ea typeface="Arial"/>
                <a:cs typeface="Arial"/>
              </a:defRPr>
            </a:lvl9pPr>
          </a:lstStyle>
          <a:p xmlns:a="http://schemas.openxmlformats.org/drawingml/2006/main">
            <a:pPr algn="r">
              <a:defRPr sz="1125" b="0">
                <a:solidFill>
                  <a:srgbClr val="50646A"/>
                </a:solidFill>
                <a:latin typeface="Arial"/>
                <a:ea typeface="Arial"/>
                <a:cs typeface="Arial"/>
              </a:defRPr>
            </a:pPr>
            <a:r>
              <a:rPr sz="1125" b="0">
                <a:solidFill>
                  <a:srgbClr val="50646A"/>
                </a:solidFill>
                <a:latin typeface="Arial"/>
                <a:ea typeface="Arial"/>
                <a:cs typeface="Arial"/>
              </a:rPr>
              <a:t>26</a:t>
            </a:r>
          </a:p>
        </p:txBody>
      </p:sp>
      <p:sp>
        <p:nvSpPr>
          <p:cNvPr id="3" name="text-2">
            <a:extLst xmlns:a="http://schemas.openxmlformats.org/drawingml/2006/main">
              <a:ext uri="{FF2B5EF4-FFF2-40B4-BE49-F238E27FC236}">
                <a16:creationId xmlns:a16="http://schemas.microsoft.com/office/drawing/2014/main" id="{320B53C8-011E-4AE2-83A3-CA011F2018C8}"/>
              </a:ext>
            </a:extLst>
          </p:cNvPr>
          <p:cNvSpPr>
            <a:spLocks xmlns:a="http://schemas.openxmlformats.org/drawingml/2006/main" noGrp="1"/>
          </p:cNvSpPr>
          <p:nvPr/>
        </p:nvSpPr>
        <p:spPr>
          <a:xfrm xmlns:a="http://schemas.openxmlformats.org/drawingml/2006/main">
            <a:off x="609600" y="1571625"/>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B2F38"/>
                </a:solidFill>
                <a:latin typeface="Arial"/>
                <a:ea typeface="Arial"/>
                <a:cs typeface="Arial"/>
              </a:defRPr>
            </a:defPPr>
            <a:lvl1pPr algn="l">
              <a:defRPr sz="2250" b="1">
                <a:solidFill>
                  <a:srgbClr val="0B2F38"/>
                </a:solidFill>
                <a:latin typeface="Arial"/>
                <a:ea typeface="Arial"/>
                <a:cs typeface="Arial"/>
              </a:defRPr>
            </a:lvl1pPr>
            <a:lvl2pPr algn="l">
              <a:defRPr sz="2250" b="1">
                <a:solidFill>
                  <a:srgbClr val="0B2F38"/>
                </a:solidFill>
                <a:latin typeface="Arial"/>
                <a:ea typeface="Arial"/>
                <a:cs typeface="Arial"/>
              </a:defRPr>
            </a:lvl2pPr>
            <a:lvl3pPr algn="l">
              <a:defRPr sz="2250" b="1">
                <a:solidFill>
                  <a:srgbClr val="0B2F38"/>
                </a:solidFill>
                <a:latin typeface="Arial"/>
                <a:ea typeface="Arial"/>
                <a:cs typeface="Arial"/>
              </a:defRPr>
            </a:lvl3pPr>
            <a:lvl4pPr algn="l">
              <a:defRPr sz="2250" b="1">
                <a:solidFill>
                  <a:srgbClr val="0B2F38"/>
                </a:solidFill>
                <a:latin typeface="Arial"/>
                <a:ea typeface="Arial"/>
                <a:cs typeface="Arial"/>
              </a:defRPr>
            </a:lvl4pPr>
            <a:lvl5pPr algn="l">
              <a:defRPr sz="2250" b="1">
                <a:solidFill>
                  <a:srgbClr val="0B2F38"/>
                </a:solidFill>
                <a:latin typeface="Arial"/>
                <a:ea typeface="Arial"/>
                <a:cs typeface="Arial"/>
              </a:defRPr>
            </a:lvl5pPr>
            <a:lvl6pPr algn="l">
              <a:defRPr sz="2250" b="1">
                <a:solidFill>
                  <a:srgbClr val="0B2F38"/>
                </a:solidFill>
                <a:latin typeface="Arial"/>
                <a:ea typeface="Arial"/>
                <a:cs typeface="Arial"/>
              </a:defRPr>
            </a:lvl6pPr>
            <a:lvl7pPr algn="l">
              <a:defRPr sz="2250" b="1">
                <a:solidFill>
                  <a:srgbClr val="0B2F38"/>
                </a:solidFill>
                <a:latin typeface="Arial"/>
                <a:ea typeface="Arial"/>
                <a:cs typeface="Arial"/>
              </a:defRPr>
            </a:lvl7pPr>
            <a:lvl8pPr algn="l">
              <a:defRPr sz="2250" b="1">
                <a:solidFill>
                  <a:srgbClr val="0B2F38"/>
                </a:solidFill>
                <a:latin typeface="Arial"/>
                <a:ea typeface="Arial"/>
                <a:cs typeface="Arial"/>
              </a:defRPr>
            </a:lvl8pPr>
            <a:lvl9pPr algn="l">
              <a:defRPr sz="2250" b="1">
                <a:solidFill>
                  <a:srgbClr val="0B2F38"/>
                </a:solidFill>
                <a:latin typeface="Arial"/>
                <a:ea typeface="Arial"/>
                <a:cs typeface="Arial"/>
              </a:defRPr>
            </a:lvl9pPr>
          </a:lstStyle>
          <a:p xmlns:a="http://schemas.openxmlformats.org/drawingml/2006/main">
            <a:pPr algn="l">
              <a:defRPr sz="2250" b="1">
                <a:solidFill>
                  <a:srgbClr val="0B2F38"/>
                </a:solidFill>
                <a:latin typeface="Arial"/>
                <a:ea typeface="Arial"/>
                <a:cs typeface="Arial"/>
              </a:defRPr>
            </a:pPr>
            <a:r>
              <a:rPr sz="2250" b="1">
                <a:solidFill>
                  <a:srgbClr val="0B2F38"/>
                </a:solidFill>
                <a:latin typeface="Arial"/>
                <a:ea typeface="Arial"/>
                <a:cs typeface="Arial"/>
              </a:rPr>
              <a:t>YouSpeed.de und Woladen.de-analytics</a:t>
            </a:r>
          </a:p>
        </p:txBody>
      </p:sp>
      <p:sp>
        <p:nvSpPr>
          <p:cNvPr id="4" name="text-3">
            <a:extLst xmlns:a="http://schemas.openxmlformats.org/drawingml/2006/main">
              <a:ext uri="{FF2B5EF4-FFF2-40B4-BE49-F238E27FC236}">
                <a16:creationId xmlns:a16="http://schemas.microsoft.com/office/drawing/2014/main" id="{3C91662B-F838-4E31-B7D1-BD820230ED6E}"/>
              </a:ext>
            </a:extLst>
          </p:cNvPr>
          <p:cNvSpPr>
            <a:spLocks xmlns:a="http://schemas.openxmlformats.org/drawingml/2006/main" noGrp="1"/>
          </p:cNvSpPr>
          <p:nvPr/>
        </p:nvSpPr>
        <p:spPr>
          <a:xfrm xmlns:a="http://schemas.openxmlformats.org/drawingml/2006/main">
            <a:off x="609600" y="2381250"/>
            <a:ext cx="109728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0B2F38"/>
                </a:solidFill>
                <a:latin typeface="Arial"/>
                <a:ea typeface="Arial"/>
                <a:cs typeface="Arial"/>
              </a:defRPr>
            </a:defPPr>
            <a:lvl1pPr algn="l">
              <a:defRPr sz="1725" b="0">
                <a:solidFill>
                  <a:srgbClr val="0B2F38"/>
                </a:solidFill>
                <a:latin typeface="Arial"/>
                <a:ea typeface="Arial"/>
                <a:cs typeface="Arial"/>
              </a:defRPr>
            </a:lvl1pPr>
            <a:lvl2pPr algn="l">
              <a:defRPr sz="1725" b="0">
                <a:solidFill>
                  <a:srgbClr val="0B2F38"/>
                </a:solidFill>
                <a:latin typeface="Arial"/>
                <a:ea typeface="Arial"/>
                <a:cs typeface="Arial"/>
              </a:defRPr>
            </a:lvl2pPr>
            <a:lvl3pPr algn="l">
              <a:defRPr sz="1725" b="0">
                <a:solidFill>
                  <a:srgbClr val="0B2F38"/>
                </a:solidFill>
                <a:latin typeface="Arial"/>
                <a:ea typeface="Arial"/>
                <a:cs typeface="Arial"/>
              </a:defRPr>
            </a:lvl3pPr>
            <a:lvl4pPr algn="l">
              <a:defRPr sz="1725" b="0">
                <a:solidFill>
                  <a:srgbClr val="0B2F38"/>
                </a:solidFill>
                <a:latin typeface="Arial"/>
                <a:ea typeface="Arial"/>
                <a:cs typeface="Arial"/>
              </a:defRPr>
            </a:lvl4pPr>
            <a:lvl5pPr algn="l">
              <a:defRPr sz="1725" b="0">
                <a:solidFill>
                  <a:srgbClr val="0B2F38"/>
                </a:solidFill>
                <a:latin typeface="Arial"/>
                <a:ea typeface="Arial"/>
                <a:cs typeface="Arial"/>
              </a:defRPr>
            </a:lvl5pPr>
            <a:lvl6pPr algn="l">
              <a:defRPr sz="1725" b="0">
                <a:solidFill>
                  <a:srgbClr val="0B2F38"/>
                </a:solidFill>
                <a:latin typeface="Arial"/>
                <a:ea typeface="Arial"/>
                <a:cs typeface="Arial"/>
              </a:defRPr>
            </a:lvl6pPr>
            <a:lvl7pPr algn="l">
              <a:defRPr sz="1725" b="0">
                <a:solidFill>
                  <a:srgbClr val="0B2F38"/>
                </a:solidFill>
                <a:latin typeface="Arial"/>
                <a:ea typeface="Arial"/>
                <a:cs typeface="Arial"/>
              </a:defRPr>
            </a:lvl7pPr>
            <a:lvl8pPr algn="l">
              <a:defRPr sz="1725" b="0">
                <a:solidFill>
                  <a:srgbClr val="0B2F38"/>
                </a:solidFill>
                <a:latin typeface="Arial"/>
                <a:ea typeface="Arial"/>
                <a:cs typeface="Arial"/>
              </a:defRPr>
            </a:lvl8pPr>
            <a:lvl9pPr algn="l">
              <a:defRPr sz="1725" b="0">
                <a:solidFill>
                  <a:srgbClr val="0B2F38"/>
                </a:solidFill>
                <a:latin typeface="Arial"/>
                <a:ea typeface="Arial"/>
                <a:cs typeface="Arial"/>
              </a:defRPr>
            </a:lvl9pPr>
          </a:lstStyle>
          <a:p xmlns:a="http://schemas.openxmlformats.org/drawingml/2006/main">
            <a:pPr algn="l">
              <a:defRPr sz="1725" b="0">
                <a:solidFill>
                  <a:srgbClr val="0B2F38"/>
                </a:solidFill>
                <a:latin typeface="Arial"/>
                <a:ea typeface="Arial"/>
                <a:cs typeface="Arial"/>
              </a:defRPr>
            </a:pPr>
            <a:r>
              <a:rPr sz="1725" b="0">
                <a:solidFill>
                  <a:srgbClr val="0B2F38"/>
                </a:solidFill>
                <a:latin typeface="Arial"/>
                <a:ea typeface="Arial"/>
                <a:cs typeface="Arial"/>
              </a:rPr>
              <a:t>git clone https://github.com/TEAM/youspeed.de.git</a:t>
            </a:r>
          </a:p>
          <a:p xmlns:a="http://schemas.openxmlformats.org/drawingml/2006/main">
            <a:pPr algn="l">
              <a:defRPr sz="1725" b="0">
                <a:solidFill>
                  <a:srgbClr val="0B2F38"/>
                </a:solidFill>
                <a:latin typeface="Arial"/>
                <a:ea typeface="Arial"/>
                <a:cs typeface="Arial"/>
              </a:defRPr>
            </a:pPr>
            <a:r>
              <a:rPr sz="1725" b="0">
                <a:solidFill>
                  <a:srgbClr val="0B2F38"/>
                </a:solidFill>
                <a:latin typeface="Arial"/>
                <a:ea typeface="Arial"/>
                <a:cs typeface="Arial"/>
              </a:rPr>
              <a:t>cd youspeed.de</a:t>
            </a:r>
          </a:p>
          <a:p xmlns:a="http://schemas.openxmlformats.org/drawingml/2006/main">
            <a:pPr algn="l">
              <a:defRPr sz="1725" b="0">
                <a:solidFill>
                  <a:srgbClr val="0B2F38"/>
                </a:solidFill>
                <a:latin typeface="Arial"/>
                <a:ea typeface="Arial"/>
                <a:cs typeface="Arial"/>
              </a:defRPr>
            </a:pPr>
            <a:r>
              <a:rPr sz="1725" b="0">
                <a:solidFill>
                  <a:srgbClr val="0B2F38"/>
                </a:solidFill>
                <a:latin typeface="Arial"/>
                <a:ea typeface="Arial"/>
                <a:cs typeface="Arial"/>
              </a:rPr>
              <a:t>git remote add upstream https://github.com/volzinnovation/youspeed.de.git</a:t>
            </a:r>
          </a:p>
          <a:p xmlns:a="http://schemas.openxmlformats.org/drawingml/2006/main">
            <a:pPr algn="l">
              <a:defRPr sz="1725" b="0">
                <a:solidFill>
                  <a:srgbClr val="0B2F38"/>
                </a:solidFill>
                <a:latin typeface="Arial"/>
                <a:ea typeface="Arial"/>
                <a:cs typeface="Arial"/>
              </a:defRPr>
            </a:pPr>
            <a:r>
              <a:rPr sz="1725" b="0">
                <a:solidFill>
                  <a:srgbClr val="0B2F38"/>
                </a:solidFill>
                <a:latin typeface="Arial"/>
                <a:ea typeface="Arial"/>
                <a:cs typeface="Arial"/>
              </a:rPr>
              <a:t>git remote -v</a:t>
            </a:r>
          </a:p>
          <a:p xmlns:a="http://schemas.openxmlformats.org/drawingml/2006/main">
            <a:pPr algn="l">
              <a:defRPr sz="1725" b="0">
                <a:solidFill>
                  <a:srgbClr val="0B2F38"/>
                </a:solidFill>
                <a:latin typeface="Arial"/>
                <a:ea typeface="Arial"/>
                <a:cs typeface="Arial"/>
              </a:defRPr>
            </a:pPr>
            <a:r>
              <a:rPr sz="1725" b="0">
                <a:solidFill>
                  <a:srgbClr val="0B2F38"/>
                </a:solidFill>
                <a:latin typeface="Arial"/>
                <a:ea typeface="Arial"/>
                <a:cs typeface="Arial"/>
              </a:rPr>
              <a:t>git remote show upstream</a:t>
            </a:r>
          </a:p>
        </p:txBody>
      </p:sp>
      <p:sp>
        <p:nvSpPr>
          <p:cNvPr id="5" name="text-4">
            <a:extLst xmlns:a="http://schemas.openxmlformats.org/drawingml/2006/main">
              <a:ext uri="{FF2B5EF4-FFF2-40B4-BE49-F238E27FC236}">
                <a16:creationId xmlns:a16="http://schemas.microsoft.com/office/drawing/2014/main" id="{383326E1-4DB0-4BEE-9A74-FAD1C1992529}"/>
              </a:ext>
            </a:extLst>
          </p:cNvPr>
          <p:cNvSpPr>
            <a:spLocks xmlns:a="http://schemas.openxmlformats.org/drawingml/2006/main" noGrp="1"/>
          </p:cNvSpPr>
          <p:nvPr/>
        </p:nvSpPr>
        <p:spPr>
          <a:xfrm xmlns:a="http://schemas.openxmlformats.org/drawingml/2006/main">
            <a:off x="609600" y="4953000"/>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defRPr sz="1875" b="0">
                <a:solidFill>
                  <a:srgbClr val="0B2F38"/>
                </a:solidFill>
                <a:latin typeface="Arial"/>
                <a:ea typeface="Arial"/>
                <a:cs typeface="Arial"/>
              </a:defRPr>
            </a:lvl1pPr>
            <a:lvl2pPr algn="l">
              <a:defRPr sz="1875" b="0">
                <a:solidFill>
                  <a:srgbClr val="0B2F38"/>
                </a:solidFill>
                <a:latin typeface="Arial"/>
                <a:ea typeface="Arial"/>
                <a:cs typeface="Arial"/>
              </a:defRPr>
            </a:lvl2pPr>
            <a:lvl3pPr algn="l">
              <a:defRPr sz="1875" b="0">
                <a:solidFill>
                  <a:srgbClr val="0B2F38"/>
                </a:solidFill>
                <a:latin typeface="Arial"/>
                <a:ea typeface="Arial"/>
                <a:cs typeface="Arial"/>
              </a:defRPr>
            </a:lvl3pPr>
            <a:lvl4pPr algn="l">
              <a:defRPr sz="1875" b="0">
                <a:solidFill>
                  <a:srgbClr val="0B2F38"/>
                </a:solidFill>
                <a:latin typeface="Arial"/>
                <a:ea typeface="Arial"/>
                <a:cs typeface="Arial"/>
              </a:defRPr>
            </a:lvl4pPr>
            <a:lvl5pPr algn="l">
              <a:defRPr sz="1875" b="0">
                <a:solidFill>
                  <a:srgbClr val="0B2F38"/>
                </a:solidFill>
                <a:latin typeface="Arial"/>
                <a:ea typeface="Arial"/>
                <a:cs typeface="Arial"/>
              </a:defRPr>
            </a:lvl5pPr>
            <a:lvl6pPr algn="l">
              <a:defRPr sz="1875" b="0">
                <a:solidFill>
                  <a:srgbClr val="0B2F38"/>
                </a:solidFill>
                <a:latin typeface="Arial"/>
                <a:ea typeface="Arial"/>
                <a:cs typeface="Arial"/>
              </a:defRPr>
            </a:lvl6pPr>
            <a:lvl7pPr algn="l">
              <a:defRPr sz="1875" b="0">
                <a:solidFill>
                  <a:srgbClr val="0B2F38"/>
                </a:solidFill>
                <a:latin typeface="Arial"/>
                <a:ea typeface="Arial"/>
                <a:cs typeface="Arial"/>
              </a:defRPr>
            </a:lvl7pPr>
            <a:lvl8pPr algn="l">
              <a:defRPr sz="1875" b="0">
                <a:solidFill>
                  <a:srgbClr val="0B2F38"/>
                </a:solidFill>
                <a:latin typeface="Arial"/>
                <a:ea typeface="Arial"/>
                <a:cs typeface="Arial"/>
              </a:defRPr>
            </a:lvl8pPr>
            <a:lvl9pPr algn="l">
              <a:defRPr sz="1875" b="0">
                <a:solidFill>
                  <a:srgbClr val="0B2F38"/>
                </a:solidFill>
                <a:latin typeface="Arial"/>
                <a:ea typeface="Arial"/>
                <a:cs typeface="Arial"/>
              </a:defRPr>
            </a:lvl9pPr>
          </a:lstStyle>
          <a:p xmlns:a="http://schemas.openxmlformats.org/drawingml/2006/main">
            <a:pPr algn="l">
              <a:defRPr sz="1875" b="0">
                <a:solidFill>
                  <a:srgbClr val="0B2F38"/>
                </a:solidFill>
                <a:latin typeface="Arial"/>
                <a:ea typeface="Arial"/>
                <a:cs typeface="Arial"/>
              </a:defRPr>
            </a:pPr>
            <a:r>
              <a:rPr sz="1875" b="0">
                <a:solidFill>
                  <a:srgbClr val="0B2F38"/>
                </a:solidFill>
                <a:latin typeface="Arial"/>
                <a:ea typeface="Arial"/>
                <a:cs typeface="Arial"/>
              </a:rPr>
              <a:t>Für Woladen.de-analytics wiederholen</a:t>
            </a:r>
          </a:p>
        </p:txBody>
      </p:sp>
      <p:sp>
        <p:nvSpPr>
          <p:cNvPr id="6" name="text-5">
            <a:extLst xmlns:a="http://schemas.openxmlformats.org/drawingml/2006/main">
              <a:ext uri="{FF2B5EF4-FFF2-40B4-BE49-F238E27FC236}">
                <a16:creationId xmlns:a16="http://schemas.microsoft.com/office/drawing/2014/main" id="{2D1930C1-997D-4723-8F71-A9648C104BB7}"/>
              </a:ext>
            </a:extLst>
          </p:cNvPr>
          <p:cNvSpPr>
            <a:spLocks xmlns:a="http://schemas.openxmlformats.org/drawingml/2006/main" noGrp="1"/>
          </p:cNvSpPr>
          <p:nvPr/>
        </p:nvSpPr>
        <p:spPr>
          <a:xfrm xmlns:a="http://schemas.openxmlformats.org/drawingml/2006/main">
            <a:off x="609600" y="5438775"/>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defRPr sz="1875" b="0">
                <a:solidFill>
                  <a:srgbClr val="0B2F38"/>
                </a:solidFill>
                <a:latin typeface="Arial"/>
                <a:ea typeface="Arial"/>
                <a:cs typeface="Arial"/>
              </a:defRPr>
            </a:lvl1pPr>
            <a:lvl2pPr algn="l">
              <a:defRPr sz="1875" b="0">
                <a:solidFill>
                  <a:srgbClr val="0B2F38"/>
                </a:solidFill>
                <a:latin typeface="Arial"/>
                <a:ea typeface="Arial"/>
                <a:cs typeface="Arial"/>
              </a:defRPr>
            </a:lvl2pPr>
            <a:lvl3pPr algn="l">
              <a:defRPr sz="1875" b="0">
                <a:solidFill>
                  <a:srgbClr val="0B2F38"/>
                </a:solidFill>
                <a:latin typeface="Arial"/>
                <a:ea typeface="Arial"/>
                <a:cs typeface="Arial"/>
              </a:defRPr>
            </a:lvl3pPr>
            <a:lvl4pPr algn="l">
              <a:defRPr sz="1875" b="0">
                <a:solidFill>
                  <a:srgbClr val="0B2F38"/>
                </a:solidFill>
                <a:latin typeface="Arial"/>
                <a:ea typeface="Arial"/>
                <a:cs typeface="Arial"/>
              </a:defRPr>
            </a:lvl4pPr>
            <a:lvl5pPr algn="l">
              <a:defRPr sz="1875" b="0">
                <a:solidFill>
                  <a:srgbClr val="0B2F38"/>
                </a:solidFill>
                <a:latin typeface="Arial"/>
                <a:ea typeface="Arial"/>
                <a:cs typeface="Arial"/>
              </a:defRPr>
            </a:lvl5pPr>
            <a:lvl6pPr algn="l">
              <a:defRPr sz="1875" b="0">
                <a:solidFill>
                  <a:srgbClr val="0B2F38"/>
                </a:solidFill>
                <a:latin typeface="Arial"/>
                <a:ea typeface="Arial"/>
                <a:cs typeface="Arial"/>
              </a:defRPr>
            </a:lvl6pPr>
            <a:lvl7pPr algn="l">
              <a:defRPr sz="1875" b="0">
                <a:solidFill>
                  <a:srgbClr val="0B2F38"/>
                </a:solidFill>
                <a:latin typeface="Arial"/>
                <a:ea typeface="Arial"/>
                <a:cs typeface="Arial"/>
              </a:defRPr>
            </a:lvl7pPr>
            <a:lvl8pPr algn="l">
              <a:defRPr sz="1875" b="0">
                <a:solidFill>
                  <a:srgbClr val="0B2F38"/>
                </a:solidFill>
                <a:latin typeface="Arial"/>
                <a:ea typeface="Arial"/>
                <a:cs typeface="Arial"/>
              </a:defRPr>
            </a:lvl8pPr>
            <a:lvl9pPr algn="l">
              <a:defRPr sz="1875" b="0">
                <a:solidFill>
                  <a:srgbClr val="0B2F38"/>
                </a:solidFill>
                <a:latin typeface="Arial"/>
                <a:ea typeface="Arial"/>
                <a:cs typeface="Arial"/>
              </a:defRPr>
            </a:lvl9pPr>
          </a:lstStyle>
          <a:p xmlns:a="http://schemas.openxmlformats.org/drawingml/2006/main">
            <a:pPr algn="l">
              <a:defRPr sz="1875" b="0">
                <a:solidFill>
                  <a:srgbClr val="0B2F38"/>
                </a:solidFill>
                <a:latin typeface="Arial"/>
                <a:ea typeface="Arial"/>
                <a:cs typeface="Arial"/>
              </a:defRPr>
            </a:pPr>
            <a:r>
              <a:rPr sz="1875" b="0">
                <a:solidFill>
                  <a:srgbClr val="0B2F38"/>
                </a:solidFill>
                <a:latin typeface="Arial"/>
                <a:ea typeface="Arial"/>
                <a:cs typeface="Arial"/>
              </a:rPr>
              <a:t>Privates Analytics-Repo: Zugang und Fork-Recht vorher prüfen</a:t>
            </a:r>
          </a:p>
        </p:txBody>
      </p:sp>
      <p:sp>
        <p:nvSpPr>
          <p:cNvPr id="7" name="text-6">
            <a:extLst xmlns:a="http://schemas.openxmlformats.org/drawingml/2006/main">
              <a:ext uri="{FF2B5EF4-FFF2-40B4-BE49-F238E27FC236}">
                <a16:creationId xmlns:a16="http://schemas.microsoft.com/office/drawing/2014/main" id="{9A42C4FD-FEAA-4D59-8C77-77569B1705BF}"/>
              </a:ext>
            </a:extLst>
          </p:cNvPr>
          <p:cNvSpPr>
            <a:spLocks xmlns:a="http://schemas.openxmlformats.org/drawingml/2006/main" noGrp="1"/>
          </p:cNvSpPr>
          <p:nvPr/>
        </p:nvSpPr>
        <p:spPr>
          <a:xfrm xmlns:a="http://schemas.openxmlformats.org/drawingml/2006/main">
            <a:off x="609600" y="5924550"/>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defRPr sz="1875" b="0">
                <a:solidFill>
                  <a:srgbClr val="0B2F38"/>
                </a:solidFill>
                <a:latin typeface="Arial"/>
                <a:ea typeface="Arial"/>
                <a:cs typeface="Arial"/>
              </a:defRPr>
            </a:lvl1pPr>
            <a:lvl2pPr algn="l">
              <a:defRPr sz="1875" b="0">
                <a:solidFill>
                  <a:srgbClr val="0B2F38"/>
                </a:solidFill>
                <a:latin typeface="Arial"/>
                <a:ea typeface="Arial"/>
                <a:cs typeface="Arial"/>
              </a:defRPr>
            </a:lvl2pPr>
            <a:lvl3pPr algn="l">
              <a:defRPr sz="1875" b="0">
                <a:solidFill>
                  <a:srgbClr val="0B2F38"/>
                </a:solidFill>
                <a:latin typeface="Arial"/>
                <a:ea typeface="Arial"/>
                <a:cs typeface="Arial"/>
              </a:defRPr>
            </a:lvl3pPr>
            <a:lvl4pPr algn="l">
              <a:defRPr sz="1875" b="0">
                <a:solidFill>
                  <a:srgbClr val="0B2F38"/>
                </a:solidFill>
                <a:latin typeface="Arial"/>
                <a:ea typeface="Arial"/>
                <a:cs typeface="Arial"/>
              </a:defRPr>
            </a:lvl4pPr>
            <a:lvl5pPr algn="l">
              <a:defRPr sz="1875" b="0">
                <a:solidFill>
                  <a:srgbClr val="0B2F38"/>
                </a:solidFill>
                <a:latin typeface="Arial"/>
                <a:ea typeface="Arial"/>
                <a:cs typeface="Arial"/>
              </a:defRPr>
            </a:lvl5pPr>
            <a:lvl6pPr algn="l">
              <a:defRPr sz="1875" b="0">
                <a:solidFill>
                  <a:srgbClr val="0B2F38"/>
                </a:solidFill>
                <a:latin typeface="Arial"/>
                <a:ea typeface="Arial"/>
                <a:cs typeface="Arial"/>
              </a:defRPr>
            </a:lvl6pPr>
            <a:lvl7pPr algn="l">
              <a:defRPr sz="1875" b="0">
                <a:solidFill>
                  <a:srgbClr val="0B2F38"/>
                </a:solidFill>
                <a:latin typeface="Arial"/>
                <a:ea typeface="Arial"/>
                <a:cs typeface="Arial"/>
              </a:defRPr>
            </a:lvl7pPr>
            <a:lvl8pPr algn="l">
              <a:defRPr sz="1875" b="0">
                <a:solidFill>
                  <a:srgbClr val="0B2F38"/>
                </a:solidFill>
                <a:latin typeface="Arial"/>
                <a:ea typeface="Arial"/>
                <a:cs typeface="Arial"/>
              </a:defRPr>
            </a:lvl8pPr>
            <a:lvl9pPr algn="l">
              <a:defRPr sz="1875" b="0">
                <a:solidFill>
                  <a:srgbClr val="0B2F38"/>
                </a:solidFill>
                <a:latin typeface="Arial"/>
                <a:ea typeface="Arial"/>
                <a:cs typeface="Arial"/>
              </a:defRPr>
            </a:lvl9pPr>
          </a:lstStyle>
          <a:p xmlns:a="http://schemas.openxmlformats.org/drawingml/2006/main">
            <a:pPr algn="l">
              <a:defRPr sz="1875" b="0">
                <a:solidFill>
                  <a:srgbClr val="0B2F38"/>
                </a:solidFill>
                <a:latin typeface="Arial"/>
                <a:ea typeface="Arial"/>
                <a:cs typeface="Arial"/>
              </a:defRPr>
            </a:pPr>
            <a:r>
              <a:rPr sz="1875" b="0">
                <a:solidFill>
                  <a:srgbClr val="0B2F38"/>
                </a:solidFill>
                <a:latin typeface="Arial"/>
                <a:ea typeface="Arial"/>
                <a:cs typeface="Arial"/>
              </a:rPr>
              <a:t>Default-Branch und AGENTS.md pro Repository beachten</a:t>
            </a:r>
          </a:p>
        </p:txBody>
      </p:sp>
    </p:spTree>
    <p:extLst>
      <p:ext uri="{BB962C8B-B14F-4D97-AF65-F5344CB8AC3E}">
        <p14:creationId xmlns:p14="http://schemas.microsoft.com/office/powerpoint/2010/main" val="870562224"/>
      </p:ext>
    </p:extLst>
  </p:cSld>
</p:sld>
</file>

<file path=ppt/slides/slide27.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6" name="text-0">
            <a:extLst xmlns:a="http://schemas.openxmlformats.org/drawingml/2006/main">
              <a:ext uri="{FF2B5EF4-FFF2-40B4-BE49-F238E27FC236}">
                <a16:creationId xmlns:a16="http://schemas.microsoft.com/office/drawing/2014/main" id="{E6F5B963-BC58-4A3A-B5CF-5CAAC6954C2C}"/>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B2F38"/>
                </a:solidFill>
                <a:latin typeface="Arial"/>
                <a:ea typeface="Arial"/>
                <a:cs typeface="Arial"/>
              </a:defRPr>
            </a:defPPr>
            <a:lvl1pPr algn="l">
              <a:defRPr sz="3300" b="1">
                <a:solidFill>
                  <a:srgbClr val="0B2F38"/>
                </a:solidFill>
                <a:latin typeface="Arial"/>
                <a:ea typeface="Arial"/>
                <a:cs typeface="Arial"/>
              </a:defRPr>
            </a:lvl1pPr>
            <a:lvl2pPr algn="l">
              <a:defRPr sz="3300" b="1">
                <a:solidFill>
                  <a:srgbClr val="0B2F38"/>
                </a:solidFill>
                <a:latin typeface="Arial"/>
                <a:ea typeface="Arial"/>
                <a:cs typeface="Arial"/>
              </a:defRPr>
            </a:lvl2pPr>
            <a:lvl3pPr algn="l">
              <a:defRPr sz="3300" b="1">
                <a:solidFill>
                  <a:srgbClr val="0B2F38"/>
                </a:solidFill>
                <a:latin typeface="Arial"/>
                <a:ea typeface="Arial"/>
                <a:cs typeface="Arial"/>
              </a:defRPr>
            </a:lvl3pPr>
            <a:lvl4pPr algn="l">
              <a:defRPr sz="3300" b="1">
                <a:solidFill>
                  <a:srgbClr val="0B2F38"/>
                </a:solidFill>
                <a:latin typeface="Arial"/>
                <a:ea typeface="Arial"/>
                <a:cs typeface="Arial"/>
              </a:defRPr>
            </a:lvl4pPr>
            <a:lvl5pPr algn="l">
              <a:defRPr sz="3300" b="1">
                <a:solidFill>
                  <a:srgbClr val="0B2F38"/>
                </a:solidFill>
                <a:latin typeface="Arial"/>
                <a:ea typeface="Arial"/>
                <a:cs typeface="Arial"/>
              </a:defRPr>
            </a:lvl5pPr>
            <a:lvl6pPr algn="l">
              <a:defRPr sz="3300" b="1">
                <a:solidFill>
                  <a:srgbClr val="0B2F38"/>
                </a:solidFill>
                <a:latin typeface="Arial"/>
                <a:ea typeface="Arial"/>
                <a:cs typeface="Arial"/>
              </a:defRPr>
            </a:lvl6pPr>
            <a:lvl7pPr algn="l">
              <a:defRPr sz="3300" b="1">
                <a:solidFill>
                  <a:srgbClr val="0B2F38"/>
                </a:solidFill>
                <a:latin typeface="Arial"/>
                <a:ea typeface="Arial"/>
                <a:cs typeface="Arial"/>
              </a:defRPr>
            </a:lvl7pPr>
            <a:lvl8pPr algn="l">
              <a:defRPr sz="3300" b="1">
                <a:solidFill>
                  <a:srgbClr val="0B2F38"/>
                </a:solidFill>
                <a:latin typeface="Arial"/>
                <a:ea typeface="Arial"/>
                <a:cs typeface="Arial"/>
              </a:defRPr>
            </a:lvl8pPr>
            <a:lvl9pPr algn="l">
              <a:defRPr sz="3300" b="1">
                <a:solidFill>
                  <a:srgbClr val="0B2F38"/>
                </a:solidFill>
                <a:latin typeface="Arial"/>
                <a:ea typeface="Arial"/>
                <a:cs typeface="Arial"/>
              </a:defRPr>
            </a:lvl9pPr>
          </a:lstStyle>
          <a:p xmlns:a="http://schemas.openxmlformats.org/drawingml/2006/main">
            <a:pPr algn="l">
              <a:defRPr sz="3300" b="1">
                <a:solidFill>
                  <a:srgbClr val="0B2F38"/>
                </a:solidFill>
                <a:latin typeface="Arial"/>
                <a:ea typeface="Arial"/>
                <a:cs typeface="Arial"/>
              </a:defRPr>
            </a:pPr>
            <a:r>
              <a:rPr sz="3300" b="1">
                <a:solidFill>
                  <a:srgbClr val="0B2F38"/>
                </a:solidFill>
                <a:latin typeface="Arial"/>
                <a:ea typeface="Arial"/>
                <a:cs typeface="Arial"/>
              </a:rPr>
              <a:t>Aufgaben und Ergebnisse nachvollziehbar halten</a:t>
            </a:r>
          </a:p>
        </p:txBody>
      </p:sp>
      <p:sp>
        <p:nvSpPr>
          <p:cNvPr id="2" name="text-1">
            <a:extLst xmlns:a="http://schemas.openxmlformats.org/drawingml/2006/main">
              <a:ext uri="{FF2B5EF4-FFF2-40B4-BE49-F238E27FC236}">
                <a16:creationId xmlns:a16="http://schemas.microsoft.com/office/drawing/2014/main" id="{FEC9EBB9-5270-4FE6-A328-ECF73A29351F}"/>
              </a:ext>
            </a:extLst>
          </p:cNvPr>
          <p:cNvSpPr>
            <a:spLocks xmlns:a="http://schemas.openxmlformats.org/drawingml/2006/main" noGrp="1"/>
          </p:cNvSpPr>
          <p:nvPr/>
        </p:nvSpPr>
        <p:spPr>
          <a:xfrm xmlns:a="http://schemas.openxmlformats.org/drawingml/2006/main">
            <a:off x="11144250" y="6477000"/>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defRPr sz="1125" b="0">
                <a:solidFill>
                  <a:srgbClr val="50646A"/>
                </a:solidFill>
                <a:latin typeface="Arial"/>
                <a:ea typeface="Arial"/>
                <a:cs typeface="Arial"/>
              </a:defRPr>
            </a:lvl1pPr>
            <a:lvl2pPr algn="r">
              <a:defRPr sz="1125" b="0">
                <a:solidFill>
                  <a:srgbClr val="50646A"/>
                </a:solidFill>
                <a:latin typeface="Arial"/>
                <a:ea typeface="Arial"/>
                <a:cs typeface="Arial"/>
              </a:defRPr>
            </a:lvl2pPr>
            <a:lvl3pPr algn="r">
              <a:defRPr sz="1125" b="0">
                <a:solidFill>
                  <a:srgbClr val="50646A"/>
                </a:solidFill>
                <a:latin typeface="Arial"/>
                <a:ea typeface="Arial"/>
                <a:cs typeface="Arial"/>
              </a:defRPr>
            </a:lvl3pPr>
            <a:lvl4pPr algn="r">
              <a:defRPr sz="1125" b="0">
                <a:solidFill>
                  <a:srgbClr val="50646A"/>
                </a:solidFill>
                <a:latin typeface="Arial"/>
                <a:ea typeface="Arial"/>
                <a:cs typeface="Arial"/>
              </a:defRPr>
            </a:lvl4pPr>
            <a:lvl5pPr algn="r">
              <a:defRPr sz="1125" b="0">
                <a:solidFill>
                  <a:srgbClr val="50646A"/>
                </a:solidFill>
                <a:latin typeface="Arial"/>
                <a:ea typeface="Arial"/>
                <a:cs typeface="Arial"/>
              </a:defRPr>
            </a:lvl5pPr>
            <a:lvl6pPr algn="r">
              <a:defRPr sz="1125" b="0">
                <a:solidFill>
                  <a:srgbClr val="50646A"/>
                </a:solidFill>
                <a:latin typeface="Arial"/>
                <a:ea typeface="Arial"/>
                <a:cs typeface="Arial"/>
              </a:defRPr>
            </a:lvl6pPr>
            <a:lvl7pPr algn="r">
              <a:defRPr sz="1125" b="0">
                <a:solidFill>
                  <a:srgbClr val="50646A"/>
                </a:solidFill>
                <a:latin typeface="Arial"/>
                <a:ea typeface="Arial"/>
                <a:cs typeface="Arial"/>
              </a:defRPr>
            </a:lvl7pPr>
            <a:lvl8pPr algn="r">
              <a:defRPr sz="1125" b="0">
                <a:solidFill>
                  <a:srgbClr val="50646A"/>
                </a:solidFill>
                <a:latin typeface="Arial"/>
                <a:ea typeface="Arial"/>
                <a:cs typeface="Arial"/>
              </a:defRPr>
            </a:lvl8pPr>
            <a:lvl9pPr algn="r">
              <a:defRPr sz="1125" b="0">
                <a:solidFill>
                  <a:srgbClr val="50646A"/>
                </a:solidFill>
                <a:latin typeface="Arial"/>
                <a:ea typeface="Arial"/>
                <a:cs typeface="Arial"/>
              </a:defRPr>
            </a:lvl9pPr>
          </a:lstStyle>
          <a:p xmlns:a="http://schemas.openxmlformats.org/drawingml/2006/main">
            <a:pPr algn="r">
              <a:defRPr sz="1125" b="0">
                <a:solidFill>
                  <a:srgbClr val="50646A"/>
                </a:solidFill>
                <a:latin typeface="Arial"/>
                <a:ea typeface="Arial"/>
                <a:cs typeface="Arial"/>
              </a:defRPr>
            </a:pPr>
            <a:r>
              <a:rPr sz="1125" b="0">
                <a:solidFill>
                  <a:srgbClr val="50646A"/>
                </a:solidFill>
                <a:latin typeface="Arial"/>
                <a:ea typeface="Arial"/>
                <a:cs typeface="Arial"/>
              </a:rPr>
              <a:t>27</a:t>
            </a:r>
          </a:p>
        </p:txBody>
      </p:sp>
      <p:sp>
        <p:nvSpPr>
          <p:cNvPr id="3" name="text-2">
            <a:extLst xmlns:a="http://schemas.openxmlformats.org/drawingml/2006/main">
              <a:ext uri="{FF2B5EF4-FFF2-40B4-BE49-F238E27FC236}">
                <a16:creationId xmlns:a16="http://schemas.microsoft.com/office/drawing/2014/main" id="{C453C8A7-A466-4248-B16A-0DAA06361113}"/>
              </a:ext>
            </a:extLst>
          </p:cNvPr>
          <p:cNvSpPr>
            <a:spLocks xmlns:a="http://schemas.openxmlformats.org/drawingml/2006/main" noGrp="1"/>
          </p:cNvSpPr>
          <p:nvPr/>
        </p:nvSpPr>
        <p:spPr>
          <a:xfrm xmlns:a="http://schemas.openxmlformats.org/drawingml/2006/main">
            <a:off x="609600" y="1695450"/>
            <a:ext cx="762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B27D10"/>
                </a:solidFill>
                <a:latin typeface="Arial"/>
                <a:ea typeface="Arial"/>
                <a:cs typeface="Arial"/>
              </a:defRPr>
            </a:defPPr>
            <a:lvl1pPr algn="l">
              <a:defRPr sz="2325" b="1">
                <a:solidFill>
                  <a:srgbClr val="B27D10"/>
                </a:solidFill>
                <a:latin typeface="Arial"/>
                <a:ea typeface="Arial"/>
                <a:cs typeface="Arial"/>
              </a:defRPr>
            </a:lvl1pPr>
            <a:lvl2pPr algn="l">
              <a:defRPr sz="2325" b="1">
                <a:solidFill>
                  <a:srgbClr val="B27D10"/>
                </a:solidFill>
                <a:latin typeface="Arial"/>
                <a:ea typeface="Arial"/>
                <a:cs typeface="Arial"/>
              </a:defRPr>
            </a:lvl2pPr>
            <a:lvl3pPr algn="l">
              <a:defRPr sz="2325" b="1">
                <a:solidFill>
                  <a:srgbClr val="B27D10"/>
                </a:solidFill>
                <a:latin typeface="Arial"/>
                <a:ea typeface="Arial"/>
                <a:cs typeface="Arial"/>
              </a:defRPr>
            </a:lvl3pPr>
            <a:lvl4pPr algn="l">
              <a:defRPr sz="2325" b="1">
                <a:solidFill>
                  <a:srgbClr val="B27D10"/>
                </a:solidFill>
                <a:latin typeface="Arial"/>
                <a:ea typeface="Arial"/>
                <a:cs typeface="Arial"/>
              </a:defRPr>
            </a:lvl4pPr>
            <a:lvl5pPr algn="l">
              <a:defRPr sz="2325" b="1">
                <a:solidFill>
                  <a:srgbClr val="B27D10"/>
                </a:solidFill>
                <a:latin typeface="Arial"/>
                <a:ea typeface="Arial"/>
                <a:cs typeface="Arial"/>
              </a:defRPr>
            </a:lvl5pPr>
            <a:lvl6pPr algn="l">
              <a:defRPr sz="2325" b="1">
                <a:solidFill>
                  <a:srgbClr val="B27D10"/>
                </a:solidFill>
                <a:latin typeface="Arial"/>
                <a:ea typeface="Arial"/>
                <a:cs typeface="Arial"/>
              </a:defRPr>
            </a:lvl6pPr>
            <a:lvl7pPr algn="l">
              <a:defRPr sz="2325" b="1">
                <a:solidFill>
                  <a:srgbClr val="B27D10"/>
                </a:solidFill>
                <a:latin typeface="Arial"/>
                <a:ea typeface="Arial"/>
                <a:cs typeface="Arial"/>
              </a:defRPr>
            </a:lvl7pPr>
            <a:lvl8pPr algn="l">
              <a:defRPr sz="2325" b="1">
                <a:solidFill>
                  <a:srgbClr val="B27D10"/>
                </a:solidFill>
                <a:latin typeface="Arial"/>
                <a:ea typeface="Arial"/>
                <a:cs typeface="Arial"/>
              </a:defRPr>
            </a:lvl8pPr>
            <a:lvl9pPr algn="l">
              <a:defRPr sz="2325" b="1">
                <a:solidFill>
                  <a:srgbClr val="B27D10"/>
                </a:solidFill>
                <a:latin typeface="Arial"/>
                <a:ea typeface="Arial"/>
                <a:cs typeface="Arial"/>
              </a:defRPr>
            </a:lvl9pPr>
          </a:lstStyle>
          <a:p xmlns:a="http://schemas.openxmlformats.org/drawingml/2006/main">
            <a:pPr algn="l">
              <a:defRPr sz="2325" b="1">
                <a:solidFill>
                  <a:srgbClr val="B27D10"/>
                </a:solidFill>
                <a:latin typeface="Arial"/>
                <a:ea typeface="Arial"/>
                <a:cs typeface="Arial"/>
              </a:defRPr>
            </a:pPr>
            <a:r>
              <a:rPr sz="2325" b="1">
                <a:solidFill>
                  <a:srgbClr val="B27D10"/>
                </a:solidFill>
                <a:latin typeface="Arial"/>
                <a:ea typeface="Arial"/>
                <a:cs typeface="Arial"/>
              </a:rPr>
              <a:t>01</a:t>
            </a:r>
          </a:p>
        </p:txBody>
      </p:sp>
      <p:sp>
        <p:nvSpPr>
          <p:cNvPr id="4" name="text-3">
            <a:extLst xmlns:a="http://schemas.openxmlformats.org/drawingml/2006/main">
              <a:ext uri="{FF2B5EF4-FFF2-40B4-BE49-F238E27FC236}">
                <a16:creationId xmlns:a16="http://schemas.microsoft.com/office/drawing/2014/main" id="{F40EA3DC-EFDE-4F5E-B5B3-A86F96930509}"/>
              </a:ext>
            </a:extLst>
          </p:cNvPr>
          <p:cNvSpPr>
            <a:spLocks xmlns:a="http://schemas.openxmlformats.org/drawingml/2006/main" noGrp="1"/>
          </p:cNvSpPr>
          <p:nvPr/>
        </p:nvSpPr>
        <p:spPr>
          <a:xfrm xmlns:a="http://schemas.openxmlformats.org/drawingml/2006/main">
            <a:off x="1571625" y="1695450"/>
            <a:ext cx="3476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B2F38"/>
                </a:solidFill>
                <a:latin typeface="Arial"/>
                <a:ea typeface="Arial"/>
                <a:cs typeface="Arial"/>
              </a:defRPr>
            </a:defPPr>
            <a:lvl1pPr algn="l">
              <a:defRPr sz="2250" b="1">
                <a:solidFill>
                  <a:srgbClr val="0B2F38"/>
                </a:solidFill>
                <a:latin typeface="Arial"/>
                <a:ea typeface="Arial"/>
                <a:cs typeface="Arial"/>
              </a:defRPr>
            </a:lvl1pPr>
            <a:lvl2pPr algn="l">
              <a:defRPr sz="2250" b="1">
                <a:solidFill>
                  <a:srgbClr val="0B2F38"/>
                </a:solidFill>
                <a:latin typeface="Arial"/>
                <a:ea typeface="Arial"/>
                <a:cs typeface="Arial"/>
              </a:defRPr>
            </a:lvl2pPr>
            <a:lvl3pPr algn="l">
              <a:defRPr sz="2250" b="1">
                <a:solidFill>
                  <a:srgbClr val="0B2F38"/>
                </a:solidFill>
                <a:latin typeface="Arial"/>
                <a:ea typeface="Arial"/>
                <a:cs typeface="Arial"/>
              </a:defRPr>
            </a:lvl3pPr>
            <a:lvl4pPr algn="l">
              <a:defRPr sz="2250" b="1">
                <a:solidFill>
                  <a:srgbClr val="0B2F38"/>
                </a:solidFill>
                <a:latin typeface="Arial"/>
                <a:ea typeface="Arial"/>
                <a:cs typeface="Arial"/>
              </a:defRPr>
            </a:lvl4pPr>
            <a:lvl5pPr algn="l">
              <a:defRPr sz="2250" b="1">
                <a:solidFill>
                  <a:srgbClr val="0B2F38"/>
                </a:solidFill>
                <a:latin typeface="Arial"/>
                <a:ea typeface="Arial"/>
                <a:cs typeface="Arial"/>
              </a:defRPr>
            </a:lvl5pPr>
            <a:lvl6pPr algn="l">
              <a:defRPr sz="2250" b="1">
                <a:solidFill>
                  <a:srgbClr val="0B2F38"/>
                </a:solidFill>
                <a:latin typeface="Arial"/>
                <a:ea typeface="Arial"/>
                <a:cs typeface="Arial"/>
              </a:defRPr>
            </a:lvl6pPr>
            <a:lvl7pPr algn="l">
              <a:defRPr sz="2250" b="1">
                <a:solidFill>
                  <a:srgbClr val="0B2F38"/>
                </a:solidFill>
                <a:latin typeface="Arial"/>
                <a:ea typeface="Arial"/>
                <a:cs typeface="Arial"/>
              </a:defRPr>
            </a:lvl7pPr>
            <a:lvl8pPr algn="l">
              <a:defRPr sz="2250" b="1">
                <a:solidFill>
                  <a:srgbClr val="0B2F38"/>
                </a:solidFill>
                <a:latin typeface="Arial"/>
                <a:ea typeface="Arial"/>
                <a:cs typeface="Arial"/>
              </a:defRPr>
            </a:lvl8pPr>
            <a:lvl9pPr algn="l">
              <a:defRPr sz="2250" b="1">
                <a:solidFill>
                  <a:srgbClr val="0B2F38"/>
                </a:solidFill>
                <a:latin typeface="Arial"/>
                <a:ea typeface="Arial"/>
                <a:cs typeface="Arial"/>
              </a:defRPr>
            </a:lvl9pPr>
          </a:lstStyle>
          <a:p xmlns:a="http://schemas.openxmlformats.org/drawingml/2006/main">
            <a:pPr algn="l">
              <a:defRPr sz="2250" b="1">
                <a:solidFill>
                  <a:srgbClr val="0B2F38"/>
                </a:solidFill>
                <a:latin typeface="Arial"/>
                <a:ea typeface="Arial"/>
                <a:cs typeface="Arial"/>
              </a:defRPr>
            </a:pPr>
            <a:r>
              <a:rPr sz="2250" b="1">
                <a:solidFill>
                  <a:srgbClr val="0B2F38"/>
                </a:solidFill>
                <a:latin typeface="Arial"/>
                <a:ea typeface="Arial"/>
                <a:cs typeface="Arial"/>
              </a:rPr>
              <a:t>Issue</a:t>
            </a:r>
          </a:p>
        </p:txBody>
      </p:sp>
      <p:sp>
        <p:nvSpPr>
          <p:cNvPr id="5" name="text-4">
            <a:extLst xmlns:a="http://schemas.openxmlformats.org/drawingml/2006/main">
              <a:ext uri="{FF2B5EF4-FFF2-40B4-BE49-F238E27FC236}">
                <a16:creationId xmlns:a16="http://schemas.microsoft.com/office/drawing/2014/main" id="{A59D1572-01B9-4DF8-B736-3867EFEF2FF4}"/>
              </a:ext>
            </a:extLst>
          </p:cNvPr>
          <p:cNvSpPr>
            <a:spLocks xmlns:a="http://schemas.openxmlformats.org/drawingml/2006/main" noGrp="1"/>
          </p:cNvSpPr>
          <p:nvPr/>
        </p:nvSpPr>
        <p:spPr>
          <a:xfrm xmlns:a="http://schemas.openxmlformats.org/drawingml/2006/main">
            <a:off x="5372100" y="1695450"/>
            <a:ext cx="62103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0646A"/>
                </a:solidFill>
                <a:latin typeface="Arial"/>
                <a:ea typeface="Arial"/>
                <a:cs typeface="Arial"/>
              </a:defRPr>
            </a:defPPr>
            <a:lvl1pPr algn="l">
              <a:defRPr sz="2025" b="0">
                <a:solidFill>
                  <a:srgbClr val="50646A"/>
                </a:solidFill>
                <a:latin typeface="Arial"/>
                <a:ea typeface="Arial"/>
                <a:cs typeface="Arial"/>
              </a:defRPr>
            </a:lvl1pPr>
            <a:lvl2pPr algn="l">
              <a:defRPr sz="2025" b="0">
                <a:solidFill>
                  <a:srgbClr val="50646A"/>
                </a:solidFill>
                <a:latin typeface="Arial"/>
                <a:ea typeface="Arial"/>
                <a:cs typeface="Arial"/>
              </a:defRPr>
            </a:lvl2pPr>
            <a:lvl3pPr algn="l">
              <a:defRPr sz="2025" b="0">
                <a:solidFill>
                  <a:srgbClr val="50646A"/>
                </a:solidFill>
                <a:latin typeface="Arial"/>
                <a:ea typeface="Arial"/>
                <a:cs typeface="Arial"/>
              </a:defRPr>
            </a:lvl3pPr>
            <a:lvl4pPr algn="l">
              <a:defRPr sz="2025" b="0">
                <a:solidFill>
                  <a:srgbClr val="50646A"/>
                </a:solidFill>
                <a:latin typeface="Arial"/>
                <a:ea typeface="Arial"/>
                <a:cs typeface="Arial"/>
              </a:defRPr>
            </a:lvl4pPr>
            <a:lvl5pPr algn="l">
              <a:defRPr sz="2025" b="0">
                <a:solidFill>
                  <a:srgbClr val="50646A"/>
                </a:solidFill>
                <a:latin typeface="Arial"/>
                <a:ea typeface="Arial"/>
                <a:cs typeface="Arial"/>
              </a:defRPr>
            </a:lvl5pPr>
            <a:lvl6pPr algn="l">
              <a:defRPr sz="2025" b="0">
                <a:solidFill>
                  <a:srgbClr val="50646A"/>
                </a:solidFill>
                <a:latin typeface="Arial"/>
                <a:ea typeface="Arial"/>
                <a:cs typeface="Arial"/>
              </a:defRPr>
            </a:lvl6pPr>
            <a:lvl7pPr algn="l">
              <a:defRPr sz="2025" b="0">
                <a:solidFill>
                  <a:srgbClr val="50646A"/>
                </a:solidFill>
                <a:latin typeface="Arial"/>
                <a:ea typeface="Arial"/>
                <a:cs typeface="Arial"/>
              </a:defRPr>
            </a:lvl7pPr>
            <a:lvl8pPr algn="l">
              <a:defRPr sz="2025" b="0">
                <a:solidFill>
                  <a:srgbClr val="50646A"/>
                </a:solidFill>
                <a:latin typeface="Arial"/>
                <a:ea typeface="Arial"/>
                <a:cs typeface="Arial"/>
              </a:defRPr>
            </a:lvl8pPr>
            <a:lvl9pPr algn="l">
              <a:defRPr sz="2025" b="0">
                <a:solidFill>
                  <a:srgbClr val="50646A"/>
                </a:solidFill>
                <a:latin typeface="Arial"/>
                <a:ea typeface="Arial"/>
                <a:cs typeface="Arial"/>
              </a:defRPr>
            </a:lvl9pPr>
          </a:lstStyle>
          <a:p xmlns:a="http://schemas.openxmlformats.org/drawingml/2006/main">
            <a:pPr algn="l">
              <a:defRPr sz="2025" b="0">
                <a:solidFill>
                  <a:srgbClr val="50646A"/>
                </a:solidFill>
                <a:latin typeface="Arial"/>
                <a:ea typeface="Arial"/>
                <a:cs typeface="Arial"/>
              </a:defRPr>
            </a:pPr>
            <a:r>
              <a:rPr sz="2025" b="0">
                <a:solidFill>
                  <a:srgbClr val="50646A"/>
                </a:solidFill>
                <a:latin typeface="Arial"/>
                <a:ea typeface="Arial"/>
                <a:cs typeface="Arial"/>
              </a:rPr>
              <a:t>Fragestellung, Datenauswahl und Erfolgskriterien</a:t>
            </a:r>
          </a:p>
        </p:txBody>
      </p:sp>
      <p:sp>
        <p:nvSpPr>
          <p:cNvPr id="6" name="text-5">
            <a:extLst xmlns:a="http://schemas.openxmlformats.org/drawingml/2006/main">
              <a:ext uri="{FF2B5EF4-FFF2-40B4-BE49-F238E27FC236}">
                <a16:creationId xmlns:a16="http://schemas.microsoft.com/office/drawing/2014/main" id="{B4FD65D5-F886-45C4-9F8A-2191987B78CB}"/>
              </a:ext>
            </a:extLst>
          </p:cNvPr>
          <p:cNvSpPr>
            <a:spLocks xmlns:a="http://schemas.openxmlformats.org/drawingml/2006/main" noGrp="1"/>
          </p:cNvSpPr>
          <p:nvPr/>
        </p:nvSpPr>
        <p:spPr>
          <a:xfrm xmlns:a="http://schemas.openxmlformats.org/drawingml/2006/main">
            <a:off x="609600" y="2676525"/>
            <a:ext cx="762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B27D10"/>
                </a:solidFill>
                <a:latin typeface="Arial"/>
                <a:ea typeface="Arial"/>
                <a:cs typeface="Arial"/>
              </a:defRPr>
            </a:defPPr>
            <a:lvl1pPr algn="l">
              <a:defRPr sz="2325" b="1">
                <a:solidFill>
                  <a:srgbClr val="B27D10"/>
                </a:solidFill>
                <a:latin typeface="Arial"/>
                <a:ea typeface="Arial"/>
                <a:cs typeface="Arial"/>
              </a:defRPr>
            </a:lvl1pPr>
            <a:lvl2pPr algn="l">
              <a:defRPr sz="2325" b="1">
                <a:solidFill>
                  <a:srgbClr val="B27D10"/>
                </a:solidFill>
                <a:latin typeface="Arial"/>
                <a:ea typeface="Arial"/>
                <a:cs typeface="Arial"/>
              </a:defRPr>
            </a:lvl2pPr>
            <a:lvl3pPr algn="l">
              <a:defRPr sz="2325" b="1">
                <a:solidFill>
                  <a:srgbClr val="B27D10"/>
                </a:solidFill>
                <a:latin typeface="Arial"/>
                <a:ea typeface="Arial"/>
                <a:cs typeface="Arial"/>
              </a:defRPr>
            </a:lvl3pPr>
            <a:lvl4pPr algn="l">
              <a:defRPr sz="2325" b="1">
                <a:solidFill>
                  <a:srgbClr val="B27D10"/>
                </a:solidFill>
                <a:latin typeface="Arial"/>
                <a:ea typeface="Arial"/>
                <a:cs typeface="Arial"/>
              </a:defRPr>
            </a:lvl4pPr>
            <a:lvl5pPr algn="l">
              <a:defRPr sz="2325" b="1">
                <a:solidFill>
                  <a:srgbClr val="B27D10"/>
                </a:solidFill>
                <a:latin typeface="Arial"/>
                <a:ea typeface="Arial"/>
                <a:cs typeface="Arial"/>
              </a:defRPr>
            </a:lvl5pPr>
            <a:lvl6pPr algn="l">
              <a:defRPr sz="2325" b="1">
                <a:solidFill>
                  <a:srgbClr val="B27D10"/>
                </a:solidFill>
                <a:latin typeface="Arial"/>
                <a:ea typeface="Arial"/>
                <a:cs typeface="Arial"/>
              </a:defRPr>
            </a:lvl6pPr>
            <a:lvl7pPr algn="l">
              <a:defRPr sz="2325" b="1">
                <a:solidFill>
                  <a:srgbClr val="B27D10"/>
                </a:solidFill>
                <a:latin typeface="Arial"/>
                <a:ea typeface="Arial"/>
                <a:cs typeface="Arial"/>
              </a:defRPr>
            </a:lvl7pPr>
            <a:lvl8pPr algn="l">
              <a:defRPr sz="2325" b="1">
                <a:solidFill>
                  <a:srgbClr val="B27D10"/>
                </a:solidFill>
                <a:latin typeface="Arial"/>
                <a:ea typeface="Arial"/>
                <a:cs typeface="Arial"/>
              </a:defRPr>
            </a:lvl8pPr>
            <a:lvl9pPr algn="l">
              <a:defRPr sz="2325" b="1">
                <a:solidFill>
                  <a:srgbClr val="B27D10"/>
                </a:solidFill>
                <a:latin typeface="Arial"/>
                <a:ea typeface="Arial"/>
                <a:cs typeface="Arial"/>
              </a:defRPr>
            </a:lvl9pPr>
          </a:lstStyle>
          <a:p xmlns:a="http://schemas.openxmlformats.org/drawingml/2006/main">
            <a:pPr algn="l">
              <a:defRPr sz="2325" b="1">
                <a:solidFill>
                  <a:srgbClr val="B27D10"/>
                </a:solidFill>
                <a:latin typeface="Arial"/>
                <a:ea typeface="Arial"/>
                <a:cs typeface="Arial"/>
              </a:defRPr>
            </a:pPr>
            <a:r>
              <a:rPr sz="2325" b="1">
                <a:solidFill>
                  <a:srgbClr val="B27D10"/>
                </a:solidFill>
                <a:latin typeface="Arial"/>
                <a:ea typeface="Arial"/>
                <a:cs typeface="Arial"/>
              </a:rPr>
              <a:t>02</a:t>
            </a:r>
          </a:p>
        </p:txBody>
      </p:sp>
      <p:sp>
        <p:nvSpPr>
          <p:cNvPr id="7" name="text-6">
            <a:extLst xmlns:a="http://schemas.openxmlformats.org/drawingml/2006/main">
              <a:ext uri="{FF2B5EF4-FFF2-40B4-BE49-F238E27FC236}">
                <a16:creationId xmlns:a16="http://schemas.microsoft.com/office/drawing/2014/main" id="{2EE006FA-E069-4F9E-818D-B289C37B9545}"/>
              </a:ext>
            </a:extLst>
          </p:cNvPr>
          <p:cNvSpPr>
            <a:spLocks xmlns:a="http://schemas.openxmlformats.org/drawingml/2006/main" noGrp="1"/>
          </p:cNvSpPr>
          <p:nvPr/>
        </p:nvSpPr>
        <p:spPr>
          <a:xfrm xmlns:a="http://schemas.openxmlformats.org/drawingml/2006/main">
            <a:off x="1571625" y="2676525"/>
            <a:ext cx="3476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B2F38"/>
                </a:solidFill>
                <a:latin typeface="Arial"/>
                <a:ea typeface="Arial"/>
                <a:cs typeface="Arial"/>
              </a:defRPr>
            </a:defPPr>
            <a:lvl1pPr algn="l">
              <a:defRPr sz="2250" b="1">
                <a:solidFill>
                  <a:srgbClr val="0B2F38"/>
                </a:solidFill>
                <a:latin typeface="Arial"/>
                <a:ea typeface="Arial"/>
                <a:cs typeface="Arial"/>
              </a:defRPr>
            </a:lvl1pPr>
            <a:lvl2pPr algn="l">
              <a:defRPr sz="2250" b="1">
                <a:solidFill>
                  <a:srgbClr val="0B2F38"/>
                </a:solidFill>
                <a:latin typeface="Arial"/>
                <a:ea typeface="Arial"/>
                <a:cs typeface="Arial"/>
              </a:defRPr>
            </a:lvl2pPr>
            <a:lvl3pPr algn="l">
              <a:defRPr sz="2250" b="1">
                <a:solidFill>
                  <a:srgbClr val="0B2F38"/>
                </a:solidFill>
                <a:latin typeface="Arial"/>
                <a:ea typeface="Arial"/>
                <a:cs typeface="Arial"/>
              </a:defRPr>
            </a:lvl3pPr>
            <a:lvl4pPr algn="l">
              <a:defRPr sz="2250" b="1">
                <a:solidFill>
                  <a:srgbClr val="0B2F38"/>
                </a:solidFill>
                <a:latin typeface="Arial"/>
                <a:ea typeface="Arial"/>
                <a:cs typeface="Arial"/>
              </a:defRPr>
            </a:lvl4pPr>
            <a:lvl5pPr algn="l">
              <a:defRPr sz="2250" b="1">
                <a:solidFill>
                  <a:srgbClr val="0B2F38"/>
                </a:solidFill>
                <a:latin typeface="Arial"/>
                <a:ea typeface="Arial"/>
                <a:cs typeface="Arial"/>
              </a:defRPr>
            </a:lvl5pPr>
            <a:lvl6pPr algn="l">
              <a:defRPr sz="2250" b="1">
                <a:solidFill>
                  <a:srgbClr val="0B2F38"/>
                </a:solidFill>
                <a:latin typeface="Arial"/>
                <a:ea typeface="Arial"/>
                <a:cs typeface="Arial"/>
              </a:defRPr>
            </a:lvl6pPr>
            <a:lvl7pPr algn="l">
              <a:defRPr sz="2250" b="1">
                <a:solidFill>
                  <a:srgbClr val="0B2F38"/>
                </a:solidFill>
                <a:latin typeface="Arial"/>
                <a:ea typeface="Arial"/>
                <a:cs typeface="Arial"/>
              </a:defRPr>
            </a:lvl7pPr>
            <a:lvl8pPr algn="l">
              <a:defRPr sz="2250" b="1">
                <a:solidFill>
                  <a:srgbClr val="0B2F38"/>
                </a:solidFill>
                <a:latin typeface="Arial"/>
                <a:ea typeface="Arial"/>
                <a:cs typeface="Arial"/>
              </a:defRPr>
            </a:lvl8pPr>
            <a:lvl9pPr algn="l">
              <a:defRPr sz="2250" b="1">
                <a:solidFill>
                  <a:srgbClr val="0B2F38"/>
                </a:solidFill>
                <a:latin typeface="Arial"/>
                <a:ea typeface="Arial"/>
                <a:cs typeface="Arial"/>
              </a:defRPr>
            </a:lvl9pPr>
          </a:lstStyle>
          <a:p xmlns:a="http://schemas.openxmlformats.org/drawingml/2006/main">
            <a:pPr algn="l">
              <a:defRPr sz="2250" b="1">
                <a:solidFill>
                  <a:srgbClr val="0B2F38"/>
                </a:solidFill>
                <a:latin typeface="Arial"/>
                <a:ea typeface="Arial"/>
                <a:cs typeface="Arial"/>
              </a:defRPr>
            </a:pPr>
            <a:r>
              <a:rPr sz="2250" b="1">
                <a:solidFill>
                  <a:srgbClr val="0B2F38"/>
                </a:solidFill>
                <a:latin typeface="Arial"/>
                <a:ea typeface="Arial"/>
                <a:cs typeface="Arial"/>
              </a:rPr>
              <a:t>Commit</a:t>
            </a:r>
          </a:p>
        </p:txBody>
      </p:sp>
      <p:sp>
        <p:nvSpPr>
          <p:cNvPr id="8" name="text-7">
            <a:extLst xmlns:a="http://schemas.openxmlformats.org/drawingml/2006/main">
              <a:ext uri="{FF2B5EF4-FFF2-40B4-BE49-F238E27FC236}">
                <a16:creationId xmlns:a16="http://schemas.microsoft.com/office/drawing/2014/main" id="{5248B476-F0CE-4454-B1C9-D2F65C8D60B4}"/>
              </a:ext>
            </a:extLst>
          </p:cNvPr>
          <p:cNvSpPr>
            <a:spLocks xmlns:a="http://schemas.openxmlformats.org/drawingml/2006/main" noGrp="1"/>
          </p:cNvSpPr>
          <p:nvPr/>
        </p:nvSpPr>
        <p:spPr>
          <a:xfrm xmlns:a="http://schemas.openxmlformats.org/drawingml/2006/main">
            <a:off x="5372100" y="2676525"/>
            <a:ext cx="62103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0646A"/>
                </a:solidFill>
                <a:latin typeface="Arial"/>
                <a:ea typeface="Arial"/>
                <a:cs typeface="Arial"/>
              </a:defRPr>
            </a:defPPr>
            <a:lvl1pPr algn="l">
              <a:defRPr sz="2025" b="0">
                <a:solidFill>
                  <a:srgbClr val="50646A"/>
                </a:solidFill>
                <a:latin typeface="Arial"/>
                <a:ea typeface="Arial"/>
                <a:cs typeface="Arial"/>
              </a:defRPr>
            </a:lvl1pPr>
            <a:lvl2pPr algn="l">
              <a:defRPr sz="2025" b="0">
                <a:solidFill>
                  <a:srgbClr val="50646A"/>
                </a:solidFill>
                <a:latin typeface="Arial"/>
                <a:ea typeface="Arial"/>
                <a:cs typeface="Arial"/>
              </a:defRPr>
            </a:lvl2pPr>
            <a:lvl3pPr algn="l">
              <a:defRPr sz="2025" b="0">
                <a:solidFill>
                  <a:srgbClr val="50646A"/>
                </a:solidFill>
                <a:latin typeface="Arial"/>
                <a:ea typeface="Arial"/>
                <a:cs typeface="Arial"/>
              </a:defRPr>
            </a:lvl3pPr>
            <a:lvl4pPr algn="l">
              <a:defRPr sz="2025" b="0">
                <a:solidFill>
                  <a:srgbClr val="50646A"/>
                </a:solidFill>
                <a:latin typeface="Arial"/>
                <a:ea typeface="Arial"/>
                <a:cs typeface="Arial"/>
              </a:defRPr>
            </a:lvl4pPr>
            <a:lvl5pPr algn="l">
              <a:defRPr sz="2025" b="0">
                <a:solidFill>
                  <a:srgbClr val="50646A"/>
                </a:solidFill>
                <a:latin typeface="Arial"/>
                <a:ea typeface="Arial"/>
                <a:cs typeface="Arial"/>
              </a:defRPr>
            </a:lvl5pPr>
            <a:lvl6pPr algn="l">
              <a:defRPr sz="2025" b="0">
                <a:solidFill>
                  <a:srgbClr val="50646A"/>
                </a:solidFill>
                <a:latin typeface="Arial"/>
                <a:ea typeface="Arial"/>
                <a:cs typeface="Arial"/>
              </a:defRPr>
            </a:lvl6pPr>
            <a:lvl7pPr algn="l">
              <a:defRPr sz="2025" b="0">
                <a:solidFill>
                  <a:srgbClr val="50646A"/>
                </a:solidFill>
                <a:latin typeface="Arial"/>
                <a:ea typeface="Arial"/>
                <a:cs typeface="Arial"/>
              </a:defRPr>
            </a:lvl7pPr>
            <a:lvl8pPr algn="l">
              <a:defRPr sz="2025" b="0">
                <a:solidFill>
                  <a:srgbClr val="50646A"/>
                </a:solidFill>
                <a:latin typeface="Arial"/>
                <a:ea typeface="Arial"/>
                <a:cs typeface="Arial"/>
              </a:defRPr>
            </a:lvl8pPr>
            <a:lvl9pPr algn="l">
              <a:defRPr sz="2025" b="0">
                <a:solidFill>
                  <a:srgbClr val="50646A"/>
                </a:solidFill>
                <a:latin typeface="Arial"/>
                <a:ea typeface="Arial"/>
                <a:cs typeface="Arial"/>
              </a:defRPr>
            </a:lvl9pPr>
          </a:lstStyle>
          <a:p xmlns:a="http://schemas.openxmlformats.org/drawingml/2006/main">
            <a:pPr algn="l">
              <a:defRPr sz="2025" b="0">
                <a:solidFill>
                  <a:srgbClr val="50646A"/>
                </a:solidFill>
                <a:latin typeface="Arial"/>
                <a:ea typeface="Arial"/>
                <a:cs typeface="Arial"/>
              </a:defRPr>
            </a:pPr>
            <a:r>
              <a:rPr sz="2025" b="0">
                <a:solidFill>
                  <a:srgbClr val="50646A"/>
                </a:solidFill>
                <a:latin typeface="Arial"/>
                <a:ea typeface="Arial"/>
                <a:cs typeface="Arial"/>
              </a:rPr>
              <a:t>Kleine überprüfbare Änderung im eigenen Fork</a:t>
            </a:r>
          </a:p>
        </p:txBody>
      </p:sp>
      <p:sp>
        <p:nvSpPr>
          <p:cNvPr id="9" name="text-8">
            <a:extLst xmlns:a="http://schemas.openxmlformats.org/drawingml/2006/main">
              <a:ext uri="{FF2B5EF4-FFF2-40B4-BE49-F238E27FC236}">
                <a16:creationId xmlns:a16="http://schemas.microsoft.com/office/drawing/2014/main" id="{FF9EDECE-1599-4C99-BB51-88EB6E77FBC8}"/>
              </a:ext>
            </a:extLst>
          </p:cNvPr>
          <p:cNvSpPr>
            <a:spLocks xmlns:a="http://schemas.openxmlformats.org/drawingml/2006/main" noGrp="1"/>
          </p:cNvSpPr>
          <p:nvPr/>
        </p:nvSpPr>
        <p:spPr>
          <a:xfrm xmlns:a="http://schemas.openxmlformats.org/drawingml/2006/main">
            <a:off x="609600" y="3657600"/>
            <a:ext cx="762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B27D10"/>
                </a:solidFill>
                <a:latin typeface="Arial"/>
                <a:ea typeface="Arial"/>
                <a:cs typeface="Arial"/>
              </a:defRPr>
            </a:defPPr>
            <a:lvl1pPr algn="l">
              <a:defRPr sz="2325" b="1">
                <a:solidFill>
                  <a:srgbClr val="B27D10"/>
                </a:solidFill>
                <a:latin typeface="Arial"/>
                <a:ea typeface="Arial"/>
                <a:cs typeface="Arial"/>
              </a:defRPr>
            </a:lvl1pPr>
            <a:lvl2pPr algn="l">
              <a:defRPr sz="2325" b="1">
                <a:solidFill>
                  <a:srgbClr val="B27D10"/>
                </a:solidFill>
                <a:latin typeface="Arial"/>
                <a:ea typeface="Arial"/>
                <a:cs typeface="Arial"/>
              </a:defRPr>
            </a:lvl2pPr>
            <a:lvl3pPr algn="l">
              <a:defRPr sz="2325" b="1">
                <a:solidFill>
                  <a:srgbClr val="B27D10"/>
                </a:solidFill>
                <a:latin typeface="Arial"/>
                <a:ea typeface="Arial"/>
                <a:cs typeface="Arial"/>
              </a:defRPr>
            </a:lvl3pPr>
            <a:lvl4pPr algn="l">
              <a:defRPr sz="2325" b="1">
                <a:solidFill>
                  <a:srgbClr val="B27D10"/>
                </a:solidFill>
                <a:latin typeface="Arial"/>
                <a:ea typeface="Arial"/>
                <a:cs typeface="Arial"/>
              </a:defRPr>
            </a:lvl4pPr>
            <a:lvl5pPr algn="l">
              <a:defRPr sz="2325" b="1">
                <a:solidFill>
                  <a:srgbClr val="B27D10"/>
                </a:solidFill>
                <a:latin typeface="Arial"/>
                <a:ea typeface="Arial"/>
                <a:cs typeface="Arial"/>
              </a:defRPr>
            </a:lvl5pPr>
            <a:lvl6pPr algn="l">
              <a:defRPr sz="2325" b="1">
                <a:solidFill>
                  <a:srgbClr val="B27D10"/>
                </a:solidFill>
                <a:latin typeface="Arial"/>
                <a:ea typeface="Arial"/>
                <a:cs typeface="Arial"/>
              </a:defRPr>
            </a:lvl6pPr>
            <a:lvl7pPr algn="l">
              <a:defRPr sz="2325" b="1">
                <a:solidFill>
                  <a:srgbClr val="B27D10"/>
                </a:solidFill>
                <a:latin typeface="Arial"/>
                <a:ea typeface="Arial"/>
                <a:cs typeface="Arial"/>
              </a:defRPr>
            </a:lvl7pPr>
            <a:lvl8pPr algn="l">
              <a:defRPr sz="2325" b="1">
                <a:solidFill>
                  <a:srgbClr val="B27D10"/>
                </a:solidFill>
                <a:latin typeface="Arial"/>
                <a:ea typeface="Arial"/>
                <a:cs typeface="Arial"/>
              </a:defRPr>
            </a:lvl8pPr>
            <a:lvl9pPr algn="l">
              <a:defRPr sz="2325" b="1">
                <a:solidFill>
                  <a:srgbClr val="B27D10"/>
                </a:solidFill>
                <a:latin typeface="Arial"/>
                <a:ea typeface="Arial"/>
                <a:cs typeface="Arial"/>
              </a:defRPr>
            </a:lvl9pPr>
          </a:lstStyle>
          <a:p xmlns:a="http://schemas.openxmlformats.org/drawingml/2006/main">
            <a:pPr algn="l">
              <a:defRPr sz="2325" b="1">
                <a:solidFill>
                  <a:srgbClr val="B27D10"/>
                </a:solidFill>
                <a:latin typeface="Arial"/>
                <a:ea typeface="Arial"/>
                <a:cs typeface="Arial"/>
              </a:defRPr>
            </a:pPr>
            <a:r>
              <a:rPr sz="2325" b="1">
                <a:solidFill>
                  <a:srgbClr val="B27D10"/>
                </a:solidFill>
                <a:latin typeface="Arial"/>
                <a:ea typeface="Arial"/>
                <a:cs typeface="Arial"/>
              </a:rPr>
              <a:t>03</a:t>
            </a:r>
          </a:p>
        </p:txBody>
      </p:sp>
      <p:sp>
        <p:nvSpPr>
          <p:cNvPr id="10" name="text-9">
            <a:extLst xmlns:a="http://schemas.openxmlformats.org/drawingml/2006/main">
              <a:ext uri="{FF2B5EF4-FFF2-40B4-BE49-F238E27FC236}">
                <a16:creationId xmlns:a16="http://schemas.microsoft.com/office/drawing/2014/main" id="{13B019D7-F80E-4A66-A4B3-2C130861BBE9}"/>
              </a:ext>
            </a:extLst>
          </p:cNvPr>
          <p:cNvSpPr>
            <a:spLocks xmlns:a="http://schemas.openxmlformats.org/drawingml/2006/main" noGrp="1"/>
          </p:cNvSpPr>
          <p:nvPr/>
        </p:nvSpPr>
        <p:spPr>
          <a:xfrm xmlns:a="http://schemas.openxmlformats.org/drawingml/2006/main">
            <a:off x="1571625" y="3657600"/>
            <a:ext cx="3476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B2F38"/>
                </a:solidFill>
                <a:latin typeface="Arial"/>
                <a:ea typeface="Arial"/>
                <a:cs typeface="Arial"/>
              </a:defRPr>
            </a:defPPr>
            <a:lvl1pPr algn="l">
              <a:defRPr sz="2250" b="1">
                <a:solidFill>
                  <a:srgbClr val="0B2F38"/>
                </a:solidFill>
                <a:latin typeface="Arial"/>
                <a:ea typeface="Arial"/>
                <a:cs typeface="Arial"/>
              </a:defRPr>
            </a:lvl1pPr>
            <a:lvl2pPr algn="l">
              <a:defRPr sz="2250" b="1">
                <a:solidFill>
                  <a:srgbClr val="0B2F38"/>
                </a:solidFill>
                <a:latin typeface="Arial"/>
                <a:ea typeface="Arial"/>
                <a:cs typeface="Arial"/>
              </a:defRPr>
            </a:lvl2pPr>
            <a:lvl3pPr algn="l">
              <a:defRPr sz="2250" b="1">
                <a:solidFill>
                  <a:srgbClr val="0B2F38"/>
                </a:solidFill>
                <a:latin typeface="Arial"/>
                <a:ea typeface="Arial"/>
                <a:cs typeface="Arial"/>
              </a:defRPr>
            </a:lvl3pPr>
            <a:lvl4pPr algn="l">
              <a:defRPr sz="2250" b="1">
                <a:solidFill>
                  <a:srgbClr val="0B2F38"/>
                </a:solidFill>
                <a:latin typeface="Arial"/>
                <a:ea typeface="Arial"/>
                <a:cs typeface="Arial"/>
              </a:defRPr>
            </a:lvl4pPr>
            <a:lvl5pPr algn="l">
              <a:defRPr sz="2250" b="1">
                <a:solidFill>
                  <a:srgbClr val="0B2F38"/>
                </a:solidFill>
                <a:latin typeface="Arial"/>
                <a:ea typeface="Arial"/>
                <a:cs typeface="Arial"/>
              </a:defRPr>
            </a:lvl5pPr>
            <a:lvl6pPr algn="l">
              <a:defRPr sz="2250" b="1">
                <a:solidFill>
                  <a:srgbClr val="0B2F38"/>
                </a:solidFill>
                <a:latin typeface="Arial"/>
                <a:ea typeface="Arial"/>
                <a:cs typeface="Arial"/>
              </a:defRPr>
            </a:lvl6pPr>
            <a:lvl7pPr algn="l">
              <a:defRPr sz="2250" b="1">
                <a:solidFill>
                  <a:srgbClr val="0B2F38"/>
                </a:solidFill>
                <a:latin typeface="Arial"/>
                <a:ea typeface="Arial"/>
                <a:cs typeface="Arial"/>
              </a:defRPr>
            </a:lvl7pPr>
            <a:lvl8pPr algn="l">
              <a:defRPr sz="2250" b="1">
                <a:solidFill>
                  <a:srgbClr val="0B2F38"/>
                </a:solidFill>
                <a:latin typeface="Arial"/>
                <a:ea typeface="Arial"/>
                <a:cs typeface="Arial"/>
              </a:defRPr>
            </a:lvl8pPr>
            <a:lvl9pPr algn="l">
              <a:defRPr sz="2250" b="1">
                <a:solidFill>
                  <a:srgbClr val="0B2F38"/>
                </a:solidFill>
                <a:latin typeface="Arial"/>
                <a:ea typeface="Arial"/>
                <a:cs typeface="Arial"/>
              </a:defRPr>
            </a:lvl9pPr>
          </a:lstStyle>
          <a:p xmlns:a="http://schemas.openxmlformats.org/drawingml/2006/main">
            <a:pPr algn="l">
              <a:defRPr sz="2250" b="1">
                <a:solidFill>
                  <a:srgbClr val="0B2F38"/>
                </a:solidFill>
                <a:latin typeface="Arial"/>
                <a:ea typeface="Arial"/>
                <a:cs typeface="Arial"/>
              </a:defRPr>
            </a:pPr>
            <a:r>
              <a:rPr sz="2250" b="1">
                <a:solidFill>
                  <a:srgbClr val="0B2F38"/>
                </a:solidFill>
                <a:latin typeface="Arial"/>
                <a:ea typeface="Arial"/>
                <a:cs typeface="Arial"/>
              </a:rPr>
              <a:t>Experiment</a:t>
            </a:r>
          </a:p>
        </p:txBody>
      </p:sp>
      <p:sp>
        <p:nvSpPr>
          <p:cNvPr id="11" name="text-10">
            <a:extLst xmlns:a="http://schemas.openxmlformats.org/drawingml/2006/main">
              <a:ext uri="{FF2B5EF4-FFF2-40B4-BE49-F238E27FC236}">
                <a16:creationId xmlns:a16="http://schemas.microsoft.com/office/drawing/2014/main" id="{E33544B1-384B-4EB5-968F-E6C2CE9A8925}"/>
              </a:ext>
            </a:extLst>
          </p:cNvPr>
          <p:cNvSpPr>
            <a:spLocks xmlns:a="http://schemas.openxmlformats.org/drawingml/2006/main" noGrp="1"/>
          </p:cNvSpPr>
          <p:nvPr/>
        </p:nvSpPr>
        <p:spPr>
          <a:xfrm xmlns:a="http://schemas.openxmlformats.org/drawingml/2006/main">
            <a:off x="5372100" y="3657600"/>
            <a:ext cx="62103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0646A"/>
                </a:solidFill>
                <a:latin typeface="Arial"/>
                <a:ea typeface="Arial"/>
                <a:cs typeface="Arial"/>
              </a:defRPr>
            </a:defPPr>
            <a:lvl1pPr algn="l">
              <a:defRPr sz="2025" b="0">
                <a:solidFill>
                  <a:srgbClr val="50646A"/>
                </a:solidFill>
                <a:latin typeface="Arial"/>
                <a:ea typeface="Arial"/>
                <a:cs typeface="Arial"/>
              </a:defRPr>
            </a:lvl1pPr>
            <a:lvl2pPr algn="l">
              <a:defRPr sz="2025" b="0">
                <a:solidFill>
                  <a:srgbClr val="50646A"/>
                </a:solidFill>
                <a:latin typeface="Arial"/>
                <a:ea typeface="Arial"/>
                <a:cs typeface="Arial"/>
              </a:defRPr>
            </a:lvl2pPr>
            <a:lvl3pPr algn="l">
              <a:defRPr sz="2025" b="0">
                <a:solidFill>
                  <a:srgbClr val="50646A"/>
                </a:solidFill>
                <a:latin typeface="Arial"/>
                <a:ea typeface="Arial"/>
                <a:cs typeface="Arial"/>
              </a:defRPr>
            </a:lvl3pPr>
            <a:lvl4pPr algn="l">
              <a:defRPr sz="2025" b="0">
                <a:solidFill>
                  <a:srgbClr val="50646A"/>
                </a:solidFill>
                <a:latin typeface="Arial"/>
                <a:ea typeface="Arial"/>
                <a:cs typeface="Arial"/>
              </a:defRPr>
            </a:lvl4pPr>
            <a:lvl5pPr algn="l">
              <a:defRPr sz="2025" b="0">
                <a:solidFill>
                  <a:srgbClr val="50646A"/>
                </a:solidFill>
                <a:latin typeface="Arial"/>
                <a:ea typeface="Arial"/>
                <a:cs typeface="Arial"/>
              </a:defRPr>
            </a:lvl5pPr>
            <a:lvl6pPr algn="l">
              <a:defRPr sz="2025" b="0">
                <a:solidFill>
                  <a:srgbClr val="50646A"/>
                </a:solidFill>
                <a:latin typeface="Arial"/>
                <a:ea typeface="Arial"/>
                <a:cs typeface="Arial"/>
              </a:defRPr>
            </a:lvl6pPr>
            <a:lvl7pPr algn="l">
              <a:defRPr sz="2025" b="0">
                <a:solidFill>
                  <a:srgbClr val="50646A"/>
                </a:solidFill>
                <a:latin typeface="Arial"/>
                <a:ea typeface="Arial"/>
                <a:cs typeface="Arial"/>
              </a:defRPr>
            </a:lvl7pPr>
            <a:lvl8pPr algn="l">
              <a:defRPr sz="2025" b="0">
                <a:solidFill>
                  <a:srgbClr val="50646A"/>
                </a:solidFill>
                <a:latin typeface="Arial"/>
                <a:ea typeface="Arial"/>
                <a:cs typeface="Arial"/>
              </a:defRPr>
            </a:lvl8pPr>
            <a:lvl9pPr algn="l">
              <a:defRPr sz="2025" b="0">
                <a:solidFill>
                  <a:srgbClr val="50646A"/>
                </a:solidFill>
                <a:latin typeface="Arial"/>
                <a:ea typeface="Arial"/>
                <a:cs typeface="Arial"/>
              </a:defRPr>
            </a:lvl9pPr>
          </a:lstStyle>
          <a:p xmlns:a="http://schemas.openxmlformats.org/drawingml/2006/main">
            <a:pPr algn="l">
              <a:defRPr sz="2025" b="0">
                <a:solidFill>
                  <a:srgbClr val="50646A"/>
                </a:solidFill>
                <a:latin typeface="Arial"/>
                <a:ea typeface="Arial"/>
                <a:cs typeface="Arial"/>
              </a:defRPr>
            </a:pPr>
            <a:r>
              <a:rPr sz="2025" b="0">
                <a:solidFill>
                  <a:srgbClr val="50646A"/>
                </a:solidFill>
                <a:latin typeface="Arial"/>
                <a:ea typeface="Arial"/>
                <a:cs typeface="Arial"/>
              </a:rPr>
              <a:t>Dataset, Split und Modellversion mit Prüfsummen</a:t>
            </a:r>
          </a:p>
        </p:txBody>
      </p:sp>
      <p:sp>
        <p:nvSpPr>
          <p:cNvPr id="12" name="text-11">
            <a:extLst xmlns:a="http://schemas.openxmlformats.org/drawingml/2006/main">
              <a:ext uri="{FF2B5EF4-FFF2-40B4-BE49-F238E27FC236}">
                <a16:creationId xmlns:a16="http://schemas.microsoft.com/office/drawing/2014/main" id="{8AEE8CAA-13D0-4256-AB6B-61B9B5F064C0}"/>
              </a:ext>
            </a:extLst>
          </p:cNvPr>
          <p:cNvSpPr>
            <a:spLocks xmlns:a="http://schemas.openxmlformats.org/drawingml/2006/main" noGrp="1"/>
          </p:cNvSpPr>
          <p:nvPr/>
        </p:nvSpPr>
        <p:spPr>
          <a:xfrm xmlns:a="http://schemas.openxmlformats.org/drawingml/2006/main">
            <a:off x="609600" y="4638675"/>
            <a:ext cx="762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B27D10"/>
                </a:solidFill>
                <a:latin typeface="Arial"/>
                <a:ea typeface="Arial"/>
                <a:cs typeface="Arial"/>
              </a:defRPr>
            </a:defPPr>
            <a:lvl1pPr algn="l">
              <a:defRPr sz="2325" b="1">
                <a:solidFill>
                  <a:srgbClr val="B27D10"/>
                </a:solidFill>
                <a:latin typeface="Arial"/>
                <a:ea typeface="Arial"/>
                <a:cs typeface="Arial"/>
              </a:defRPr>
            </a:lvl1pPr>
            <a:lvl2pPr algn="l">
              <a:defRPr sz="2325" b="1">
                <a:solidFill>
                  <a:srgbClr val="B27D10"/>
                </a:solidFill>
                <a:latin typeface="Arial"/>
                <a:ea typeface="Arial"/>
                <a:cs typeface="Arial"/>
              </a:defRPr>
            </a:lvl2pPr>
            <a:lvl3pPr algn="l">
              <a:defRPr sz="2325" b="1">
                <a:solidFill>
                  <a:srgbClr val="B27D10"/>
                </a:solidFill>
                <a:latin typeface="Arial"/>
                <a:ea typeface="Arial"/>
                <a:cs typeface="Arial"/>
              </a:defRPr>
            </a:lvl3pPr>
            <a:lvl4pPr algn="l">
              <a:defRPr sz="2325" b="1">
                <a:solidFill>
                  <a:srgbClr val="B27D10"/>
                </a:solidFill>
                <a:latin typeface="Arial"/>
                <a:ea typeface="Arial"/>
                <a:cs typeface="Arial"/>
              </a:defRPr>
            </a:lvl4pPr>
            <a:lvl5pPr algn="l">
              <a:defRPr sz="2325" b="1">
                <a:solidFill>
                  <a:srgbClr val="B27D10"/>
                </a:solidFill>
                <a:latin typeface="Arial"/>
                <a:ea typeface="Arial"/>
                <a:cs typeface="Arial"/>
              </a:defRPr>
            </a:lvl5pPr>
            <a:lvl6pPr algn="l">
              <a:defRPr sz="2325" b="1">
                <a:solidFill>
                  <a:srgbClr val="B27D10"/>
                </a:solidFill>
                <a:latin typeface="Arial"/>
                <a:ea typeface="Arial"/>
                <a:cs typeface="Arial"/>
              </a:defRPr>
            </a:lvl6pPr>
            <a:lvl7pPr algn="l">
              <a:defRPr sz="2325" b="1">
                <a:solidFill>
                  <a:srgbClr val="B27D10"/>
                </a:solidFill>
                <a:latin typeface="Arial"/>
                <a:ea typeface="Arial"/>
                <a:cs typeface="Arial"/>
              </a:defRPr>
            </a:lvl7pPr>
            <a:lvl8pPr algn="l">
              <a:defRPr sz="2325" b="1">
                <a:solidFill>
                  <a:srgbClr val="B27D10"/>
                </a:solidFill>
                <a:latin typeface="Arial"/>
                <a:ea typeface="Arial"/>
                <a:cs typeface="Arial"/>
              </a:defRPr>
            </a:lvl8pPr>
            <a:lvl9pPr algn="l">
              <a:defRPr sz="2325" b="1">
                <a:solidFill>
                  <a:srgbClr val="B27D10"/>
                </a:solidFill>
                <a:latin typeface="Arial"/>
                <a:ea typeface="Arial"/>
                <a:cs typeface="Arial"/>
              </a:defRPr>
            </a:lvl9pPr>
          </a:lstStyle>
          <a:p xmlns:a="http://schemas.openxmlformats.org/drawingml/2006/main">
            <a:pPr algn="l">
              <a:defRPr sz="2325" b="1">
                <a:solidFill>
                  <a:srgbClr val="B27D10"/>
                </a:solidFill>
                <a:latin typeface="Arial"/>
                <a:ea typeface="Arial"/>
                <a:cs typeface="Arial"/>
              </a:defRPr>
            </a:pPr>
            <a:r>
              <a:rPr sz="2325" b="1">
                <a:solidFill>
                  <a:srgbClr val="B27D10"/>
                </a:solidFill>
                <a:latin typeface="Arial"/>
                <a:ea typeface="Arial"/>
                <a:cs typeface="Arial"/>
              </a:rPr>
              <a:t>04</a:t>
            </a:r>
          </a:p>
        </p:txBody>
      </p:sp>
      <p:sp>
        <p:nvSpPr>
          <p:cNvPr id="13" name="text-12">
            <a:extLst xmlns:a="http://schemas.openxmlformats.org/drawingml/2006/main">
              <a:ext uri="{FF2B5EF4-FFF2-40B4-BE49-F238E27FC236}">
                <a16:creationId xmlns:a16="http://schemas.microsoft.com/office/drawing/2014/main" id="{C3DCCA65-5D96-4AA3-AD74-24FF267F1D02}"/>
              </a:ext>
            </a:extLst>
          </p:cNvPr>
          <p:cNvSpPr>
            <a:spLocks xmlns:a="http://schemas.openxmlformats.org/drawingml/2006/main" noGrp="1"/>
          </p:cNvSpPr>
          <p:nvPr/>
        </p:nvSpPr>
        <p:spPr>
          <a:xfrm xmlns:a="http://schemas.openxmlformats.org/drawingml/2006/main">
            <a:off x="1571625" y="4638675"/>
            <a:ext cx="3476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B2F38"/>
                </a:solidFill>
                <a:latin typeface="Arial"/>
                <a:ea typeface="Arial"/>
                <a:cs typeface="Arial"/>
              </a:defRPr>
            </a:defPPr>
            <a:lvl1pPr algn="l">
              <a:defRPr sz="2250" b="1">
                <a:solidFill>
                  <a:srgbClr val="0B2F38"/>
                </a:solidFill>
                <a:latin typeface="Arial"/>
                <a:ea typeface="Arial"/>
                <a:cs typeface="Arial"/>
              </a:defRPr>
            </a:lvl1pPr>
            <a:lvl2pPr algn="l">
              <a:defRPr sz="2250" b="1">
                <a:solidFill>
                  <a:srgbClr val="0B2F38"/>
                </a:solidFill>
                <a:latin typeface="Arial"/>
                <a:ea typeface="Arial"/>
                <a:cs typeface="Arial"/>
              </a:defRPr>
            </a:lvl2pPr>
            <a:lvl3pPr algn="l">
              <a:defRPr sz="2250" b="1">
                <a:solidFill>
                  <a:srgbClr val="0B2F38"/>
                </a:solidFill>
                <a:latin typeface="Arial"/>
                <a:ea typeface="Arial"/>
                <a:cs typeface="Arial"/>
              </a:defRPr>
            </a:lvl3pPr>
            <a:lvl4pPr algn="l">
              <a:defRPr sz="2250" b="1">
                <a:solidFill>
                  <a:srgbClr val="0B2F38"/>
                </a:solidFill>
                <a:latin typeface="Arial"/>
                <a:ea typeface="Arial"/>
                <a:cs typeface="Arial"/>
              </a:defRPr>
            </a:lvl4pPr>
            <a:lvl5pPr algn="l">
              <a:defRPr sz="2250" b="1">
                <a:solidFill>
                  <a:srgbClr val="0B2F38"/>
                </a:solidFill>
                <a:latin typeface="Arial"/>
                <a:ea typeface="Arial"/>
                <a:cs typeface="Arial"/>
              </a:defRPr>
            </a:lvl5pPr>
            <a:lvl6pPr algn="l">
              <a:defRPr sz="2250" b="1">
                <a:solidFill>
                  <a:srgbClr val="0B2F38"/>
                </a:solidFill>
                <a:latin typeface="Arial"/>
                <a:ea typeface="Arial"/>
                <a:cs typeface="Arial"/>
              </a:defRPr>
            </a:lvl6pPr>
            <a:lvl7pPr algn="l">
              <a:defRPr sz="2250" b="1">
                <a:solidFill>
                  <a:srgbClr val="0B2F38"/>
                </a:solidFill>
                <a:latin typeface="Arial"/>
                <a:ea typeface="Arial"/>
                <a:cs typeface="Arial"/>
              </a:defRPr>
            </a:lvl7pPr>
            <a:lvl8pPr algn="l">
              <a:defRPr sz="2250" b="1">
                <a:solidFill>
                  <a:srgbClr val="0B2F38"/>
                </a:solidFill>
                <a:latin typeface="Arial"/>
                <a:ea typeface="Arial"/>
                <a:cs typeface="Arial"/>
              </a:defRPr>
            </a:lvl8pPr>
            <a:lvl9pPr algn="l">
              <a:defRPr sz="2250" b="1">
                <a:solidFill>
                  <a:srgbClr val="0B2F38"/>
                </a:solidFill>
                <a:latin typeface="Arial"/>
                <a:ea typeface="Arial"/>
                <a:cs typeface="Arial"/>
              </a:defRPr>
            </a:lvl9pPr>
          </a:lstStyle>
          <a:p xmlns:a="http://schemas.openxmlformats.org/drawingml/2006/main">
            <a:pPr algn="l">
              <a:defRPr sz="2250" b="1">
                <a:solidFill>
                  <a:srgbClr val="0B2F38"/>
                </a:solidFill>
                <a:latin typeface="Arial"/>
                <a:ea typeface="Arial"/>
                <a:cs typeface="Arial"/>
              </a:defRPr>
            </a:pPr>
            <a:r>
              <a:rPr sz="2250" b="1">
                <a:solidFill>
                  <a:srgbClr val="0B2F38"/>
                </a:solidFill>
                <a:latin typeface="Arial"/>
                <a:ea typeface="Arial"/>
                <a:cs typeface="Arial"/>
              </a:rPr>
              <a:t>Review</a:t>
            </a:r>
          </a:p>
        </p:txBody>
      </p:sp>
      <p:sp>
        <p:nvSpPr>
          <p:cNvPr id="14" name="text-13">
            <a:extLst xmlns:a="http://schemas.openxmlformats.org/drawingml/2006/main">
              <a:ext uri="{FF2B5EF4-FFF2-40B4-BE49-F238E27FC236}">
                <a16:creationId xmlns:a16="http://schemas.microsoft.com/office/drawing/2014/main" id="{0AA5D8C4-02ED-45F4-A13B-EAA22864733C}"/>
              </a:ext>
            </a:extLst>
          </p:cNvPr>
          <p:cNvSpPr>
            <a:spLocks xmlns:a="http://schemas.openxmlformats.org/drawingml/2006/main" noGrp="1"/>
          </p:cNvSpPr>
          <p:nvPr/>
        </p:nvSpPr>
        <p:spPr>
          <a:xfrm xmlns:a="http://schemas.openxmlformats.org/drawingml/2006/main">
            <a:off x="5372100" y="4638675"/>
            <a:ext cx="62103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0646A"/>
                </a:solidFill>
                <a:latin typeface="Arial"/>
                <a:ea typeface="Arial"/>
                <a:cs typeface="Arial"/>
              </a:defRPr>
            </a:defPPr>
            <a:lvl1pPr algn="l">
              <a:defRPr sz="2025" b="0">
                <a:solidFill>
                  <a:srgbClr val="50646A"/>
                </a:solidFill>
                <a:latin typeface="Arial"/>
                <a:ea typeface="Arial"/>
                <a:cs typeface="Arial"/>
              </a:defRPr>
            </a:lvl1pPr>
            <a:lvl2pPr algn="l">
              <a:defRPr sz="2025" b="0">
                <a:solidFill>
                  <a:srgbClr val="50646A"/>
                </a:solidFill>
                <a:latin typeface="Arial"/>
                <a:ea typeface="Arial"/>
                <a:cs typeface="Arial"/>
              </a:defRPr>
            </a:lvl2pPr>
            <a:lvl3pPr algn="l">
              <a:defRPr sz="2025" b="0">
                <a:solidFill>
                  <a:srgbClr val="50646A"/>
                </a:solidFill>
                <a:latin typeface="Arial"/>
                <a:ea typeface="Arial"/>
                <a:cs typeface="Arial"/>
              </a:defRPr>
            </a:lvl3pPr>
            <a:lvl4pPr algn="l">
              <a:defRPr sz="2025" b="0">
                <a:solidFill>
                  <a:srgbClr val="50646A"/>
                </a:solidFill>
                <a:latin typeface="Arial"/>
                <a:ea typeface="Arial"/>
                <a:cs typeface="Arial"/>
              </a:defRPr>
            </a:lvl4pPr>
            <a:lvl5pPr algn="l">
              <a:defRPr sz="2025" b="0">
                <a:solidFill>
                  <a:srgbClr val="50646A"/>
                </a:solidFill>
                <a:latin typeface="Arial"/>
                <a:ea typeface="Arial"/>
                <a:cs typeface="Arial"/>
              </a:defRPr>
            </a:lvl5pPr>
            <a:lvl6pPr algn="l">
              <a:defRPr sz="2025" b="0">
                <a:solidFill>
                  <a:srgbClr val="50646A"/>
                </a:solidFill>
                <a:latin typeface="Arial"/>
                <a:ea typeface="Arial"/>
                <a:cs typeface="Arial"/>
              </a:defRPr>
            </a:lvl6pPr>
            <a:lvl7pPr algn="l">
              <a:defRPr sz="2025" b="0">
                <a:solidFill>
                  <a:srgbClr val="50646A"/>
                </a:solidFill>
                <a:latin typeface="Arial"/>
                <a:ea typeface="Arial"/>
                <a:cs typeface="Arial"/>
              </a:defRPr>
            </a:lvl7pPr>
            <a:lvl8pPr algn="l">
              <a:defRPr sz="2025" b="0">
                <a:solidFill>
                  <a:srgbClr val="50646A"/>
                </a:solidFill>
                <a:latin typeface="Arial"/>
                <a:ea typeface="Arial"/>
                <a:cs typeface="Arial"/>
              </a:defRPr>
            </a:lvl8pPr>
            <a:lvl9pPr algn="l">
              <a:defRPr sz="2025" b="0">
                <a:solidFill>
                  <a:srgbClr val="50646A"/>
                </a:solidFill>
                <a:latin typeface="Arial"/>
                <a:ea typeface="Arial"/>
                <a:cs typeface="Arial"/>
              </a:defRPr>
            </a:lvl9pPr>
          </a:lstStyle>
          <a:p xmlns:a="http://schemas.openxmlformats.org/drawingml/2006/main">
            <a:pPr algn="l">
              <a:defRPr sz="2025" b="0">
                <a:solidFill>
                  <a:srgbClr val="50646A"/>
                </a:solidFill>
                <a:latin typeface="Arial"/>
                <a:ea typeface="Arial"/>
                <a:cs typeface="Arial"/>
              </a:defRPr>
            </a:pPr>
            <a:r>
              <a:rPr sz="2025" b="0">
                <a:solidFill>
                  <a:srgbClr val="50646A"/>
                </a:solidFill>
                <a:latin typeface="Arial"/>
                <a:ea typeface="Arial"/>
                <a:cs typeface="Arial"/>
              </a:rPr>
              <a:t>Methode, Ergebnisse und verbleibende Fehler erklären</a:t>
            </a:r>
          </a:p>
        </p:txBody>
      </p:sp>
      <p:sp>
        <p:nvSpPr>
          <p:cNvPr id="15" name="text-14">
            <a:extLst xmlns:a="http://schemas.openxmlformats.org/drawingml/2006/main">
              <a:ext uri="{FF2B5EF4-FFF2-40B4-BE49-F238E27FC236}">
                <a16:creationId xmlns:a16="http://schemas.microsoft.com/office/drawing/2014/main" id="{0F530D48-4A67-4F3C-AC4D-6F2A4F158E34}"/>
              </a:ext>
            </a:extLst>
          </p:cNvPr>
          <p:cNvSpPr>
            <a:spLocks xmlns:a="http://schemas.openxmlformats.org/drawingml/2006/main" noGrp="1"/>
          </p:cNvSpPr>
          <p:nvPr/>
        </p:nvSpPr>
        <p:spPr>
          <a:xfrm xmlns:a="http://schemas.openxmlformats.org/drawingml/2006/main">
            <a:off x="609600" y="598170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0646A"/>
                </a:solidFill>
                <a:latin typeface="Arial"/>
                <a:ea typeface="Arial"/>
                <a:cs typeface="Arial"/>
              </a:defRPr>
            </a:defPPr>
            <a:lvl1pPr algn="l">
              <a:defRPr sz="1575" b="0">
                <a:solidFill>
                  <a:srgbClr val="50646A"/>
                </a:solidFill>
                <a:latin typeface="Arial"/>
                <a:ea typeface="Arial"/>
                <a:cs typeface="Arial"/>
              </a:defRPr>
            </a:lvl1pPr>
            <a:lvl2pPr algn="l">
              <a:defRPr sz="1575" b="0">
                <a:solidFill>
                  <a:srgbClr val="50646A"/>
                </a:solidFill>
                <a:latin typeface="Arial"/>
                <a:ea typeface="Arial"/>
                <a:cs typeface="Arial"/>
              </a:defRPr>
            </a:lvl2pPr>
            <a:lvl3pPr algn="l">
              <a:defRPr sz="1575" b="0">
                <a:solidFill>
                  <a:srgbClr val="50646A"/>
                </a:solidFill>
                <a:latin typeface="Arial"/>
                <a:ea typeface="Arial"/>
                <a:cs typeface="Arial"/>
              </a:defRPr>
            </a:lvl3pPr>
            <a:lvl4pPr algn="l">
              <a:defRPr sz="1575" b="0">
                <a:solidFill>
                  <a:srgbClr val="50646A"/>
                </a:solidFill>
                <a:latin typeface="Arial"/>
                <a:ea typeface="Arial"/>
                <a:cs typeface="Arial"/>
              </a:defRPr>
            </a:lvl4pPr>
            <a:lvl5pPr algn="l">
              <a:defRPr sz="1575" b="0">
                <a:solidFill>
                  <a:srgbClr val="50646A"/>
                </a:solidFill>
                <a:latin typeface="Arial"/>
                <a:ea typeface="Arial"/>
                <a:cs typeface="Arial"/>
              </a:defRPr>
            </a:lvl5pPr>
            <a:lvl6pPr algn="l">
              <a:defRPr sz="1575" b="0">
                <a:solidFill>
                  <a:srgbClr val="50646A"/>
                </a:solidFill>
                <a:latin typeface="Arial"/>
                <a:ea typeface="Arial"/>
                <a:cs typeface="Arial"/>
              </a:defRPr>
            </a:lvl6pPr>
            <a:lvl7pPr algn="l">
              <a:defRPr sz="1575" b="0">
                <a:solidFill>
                  <a:srgbClr val="50646A"/>
                </a:solidFill>
                <a:latin typeface="Arial"/>
                <a:ea typeface="Arial"/>
                <a:cs typeface="Arial"/>
              </a:defRPr>
            </a:lvl7pPr>
            <a:lvl8pPr algn="l">
              <a:defRPr sz="1575" b="0">
                <a:solidFill>
                  <a:srgbClr val="50646A"/>
                </a:solidFill>
                <a:latin typeface="Arial"/>
                <a:ea typeface="Arial"/>
                <a:cs typeface="Arial"/>
              </a:defRPr>
            </a:lvl8pPr>
            <a:lvl9pPr algn="l">
              <a:defRPr sz="1575" b="0">
                <a:solidFill>
                  <a:srgbClr val="50646A"/>
                </a:solidFill>
                <a:latin typeface="Arial"/>
                <a:ea typeface="Arial"/>
                <a:cs typeface="Arial"/>
              </a:defRPr>
            </a:lvl9pPr>
          </a:lstStyle>
          <a:p xmlns:a="http://schemas.openxmlformats.org/drawingml/2006/main">
            <a:pPr algn="l">
              <a:defRPr sz="1575" b="0">
                <a:solidFill>
                  <a:srgbClr val="50646A"/>
                </a:solidFill>
                <a:latin typeface="Arial"/>
                <a:ea typeface="Arial"/>
                <a:cs typeface="Arial"/>
              </a:defRPr>
            </a:pPr>
            <a:r>
              <a:rPr sz="1575" b="0">
                <a:solidFill>
                  <a:srgbClr val="50646A"/>
                </a:solidFill>
                <a:latin typeface="Arial"/>
                <a:ea typeface="Arial"/>
                <a:cs typeface="Arial"/>
              </a:rPr>
              <a:t>Große Videos und Gewichte separat speichern; im Repo ihre Versionen und Herkunft festhalten</a:t>
            </a:r>
          </a:p>
        </p:txBody>
      </p:sp>
    </p:spTree>
    <p:extLst>
      <p:ext uri="{BB962C8B-B14F-4D97-AF65-F5344CB8AC3E}">
        <p14:creationId xmlns:p14="http://schemas.microsoft.com/office/powerpoint/2010/main" val="452636807"/>
      </p:ext>
    </p:extLst>
  </p:cSld>
</p:sld>
</file>

<file path=ppt/slides/slide28.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B58E16F4-9018-4452-A127-50BC1257D7CE}"/>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B2F38"/>
                </a:solidFill>
                <a:latin typeface="Arial"/>
                <a:ea typeface="Arial"/>
                <a:cs typeface="Arial"/>
              </a:defRPr>
            </a:defPPr>
            <a:lvl1pPr algn="l">
              <a:defRPr sz="3300" b="1">
                <a:solidFill>
                  <a:srgbClr val="0B2F38"/>
                </a:solidFill>
                <a:latin typeface="Arial"/>
                <a:ea typeface="Arial"/>
                <a:cs typeface="Arial"/>
              </a:defRPr>
            </a:lvl1pPr>
            <a:lvl2pPr algn="l">
              <a:defRPr sz="3300" b="1">
                <a:solidFill>
                  <a:srgbClr val="0B2F38"/>
                </a:solidFill>
                <a:latin typeface="Arial"/>
                <a:ea typeface="Arial"/>
                <a:cs typeface="Arial"/>
              </a:defRPr>
            </a:lvl2pPr>
            <a:lvl3pPr algn="l">
              <a:defRPr sz="3300" b="1">
                <a:solidFill>
                  <a:srgbClr val="0B2F38"/>
                </a:solidFill>
                <a:latin typeface="Arial"/>
                <a:ea typeface="Arial"/>
                <a:cs typeface="Arial"/>
              </a:defRPr>
            </a:lvl3pPr>
            <a:lvl4pPr algn="l">
              <a:defRPr sz="3300" b="1">
                <a:solidFill>
                  <a:srgbClr val="0B2F38"/>
                </a:solidFill>
                <a:latin typeface="Arial"/>
                <a:ea typeface="Arial"/>
                <a:cs typeface="Arial"/>
              </a:defRPr>
            </a:lvl4pPr>
            <a:lvl5pPr algn="l">
              <a:defRPr sz="3300" b="1">
                <a:solidFill>
                  <a:srgbClr val="0B2F38"/>
                </a:solidFill>
                <a:latin typeface="Arial"/>
                <a:ea typeface="Arial"/>
                <a:cs typeface="Arial"/>
              </a:defRPr>
            </a:lvl5pPr>
            <a:lvl6pPr algn="l">
              <a:defRPr sz="3300" b="1">
                <a:solidFill>
                  <a:srgbClr val="0B2F38"/>
                </a:solidFill>
                <a:latin typeface="Arial"/>
                <a:ea typeface="Arial"/>
                <a:cs typeface="Arial"/>
              </a:defRPr>
            </a:lvl6pPr>
            <a:lvl7pPr algn="l">
              <a:defRPr sz="3300" b="1">
                <a:solidFill>
                  <a:srgbClr val="0B2F38"/>
                </a:solidFill>
                <a:latin typeface="Arial"/>
                <a:ea typeface="Arial"/>
                <a:cs typeface="Arial"/>
              </a:defRPr>
            </a:lvl7pPr>
            <a:lvl8pPr algn="l">
              <a:defRPr sz="3300" b="1">
                <a:solidFill>
                  <a:srgbClr val="0B2F38"/>
                </a:solidFill>
                <a:latin typeface="Arial"/>
                <a:ea typeface="Arial"/>
                <a:cs typeface="Arial"/>
              </a:defRPr>
            </a:lvl8pPr>
            <a:lvl9pPr algn="l">
              <a:defRPr sz="3300" b="1">
                <a:solidFill>
                  <a:srgbClr val="0B2F38"/>
                </a:solidFill>
                <a:latin typeface="Arial"/>
                <a:ea typeface="Arial"/>
                <a:cs typeface="Arial"/>
              </a:defRPr>
            </a:lvl9pPr>
          </a:lstStyle>
          <a:p xmlns:a="http://schemas.openxmlformats.org/drawingml/2006/main">
            <a:pPr algn="l">
              <a:defRPr sz="3300" b="1">
                <a:solidFill>
                  <a:srgbClr val="0B2F38"/>
                </a:solidFill>
                <a:latin typeface="Arial"/>
                <a:ea typeface="Arial"/>
                <a:cs typeface="Arial"/>
              </a:defRPr>
            </a:pPr>
            <a:r>
              <a:rPr sz="3300" b="1">
                <a:solidFill>
                  <a:srgbClr val="0B2F38"/>
                </a:solidFill>
                <a:latin typeface="Arial"/>
                <a:ea typeface="Arial"/>
                <a:cs typeface="Arial"/>
              </a:rPr>
              <a:t>Apps installieren und Version prüfen</a:t>
            </a:r>
          </a:p>
        </p:txBody>
      </p:sp>
      <p:sp>
        <p:nvSpPr>
          <p:cNvPr id="2" name="text-1">
            <a:extLst xmlns:a="http://schemas.openxmlformats.org/drawingml/2006/main">
              <a:ext uri="{FF2B5EF4-FFF2-40B4-BE49-F238E27FC236}">
                <a16:creationId xmlns:a16="http://schemas.microsoft.com/office/drawing/2014/main" id="{D8D514F5-B28C-4404-8E78-CC3755E26406}"/>
              </a:ext>
            </a:extLst>
          </p:cNvPr>
          <p:cNvSpPr>
            <a:spLocks xmlns:a="http://schemas.openxmlformats.org/drawingml/2006/main" noGrp="1"/>
          </p:cNvSpPr>
          <p:nvPr/>
        </p:nvSpPr>
        <p:spPr>
          <a:xfrm xmlns:a="http://schemas.openxmlformats.org/drawingml/2006/main">
            <a:off x="11144250" y="6477000"/>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defRPr sz="1125" b="0">
                <a:solidFill>
                  <a:srgbClr val="50646A"/>
                </a:solidFill>
                <a:latin typeface="Arial"/>
                <a:ea typeface="Arial"/>
                <a:cs typeface="Arial"/>
              </a:defRPr>
            </a:lvl1pPr>
            <a:lvl2pPr algn="r">
              <a:defRPr sz="1125" b="0">
                <a:solidFill>
                  <a:srgbClr val="50646A"/>
                </a:solidFill>
                <a:latin typeface="Arial"/>
                <a:ea typeface="Arial"/>
                <a:cs typeface="Arial"/>
              </a:defRPr>
            </a:lvl2pPr>
            <a:lvl3pPr algn="r">
              <a:defRPr sz="1125" b="0">
                <a:solidFill>
                  <a:srgbClr val="50646A"/>
                </a:solidFill>
                <a:latin typeface="Arial"/>
                <a:ea typeface="Arial"/>
                <a:cs typeface="Arial"/>
              </a:defRPr>
            </a:lvl3pPr>
            <a:lvl4pPr algn="r">
              <a:defRPr sz="1125" b="0">
                <a:solidFill>
                  <a:srgbClr val="50646A"/>
                </a:solidFill>
                <a:latin typeface="Arial"/>
                <a:ea typeface="Arial"/>
                <a:cs typeface="Arial"/>
              </a:defRPr>
            </a:lvl4pPr>
            <a:lvl5pPr algn="r">
              <a:defRPr sz="1125" b="0">
                <a:solidFill>
                  <a:srgbClr val="50646A"/>
                </a:solidFill>
                <a:latin typeface="Arial"/>
                <a:ea typeface="Arial"/>
                <a:cs typeface="Arial"/>
              </a:defRPr>
            </a:lvl5pPr>
            <a:lvl6pPr algn="r">
              <a:defRPr sz="1125" b="0">
                <a:solidFill>
                  <a:srgbClr val="50646A"/>
                </a:solidFill>
                <a:latin typeface="Arial"/>
                <a:ea typeface="Arial"/>
                <a:cs typeface="Arial"/>
              </a:defRPr>
            </a:lvl6pPr>
            <a:lvl7pPr algn="r">
              <a:defRPr sz="1125" b="0">
                <a:solidFill>
                  <a:srgbClr val="50646A"/>
                </a:solidFill>
                <a:latin typeface="Arial"/>
                <a:ea typeface="Arial"/>
                <a:cs typeface="Arial"/>
              </a:defRPr>
            </a:lvl7pPr>
            <a:lvl8pPr algn="r">
              <a:defRPr sz="1125" b="0">
                <a:solidFill>
                  <a:srgbClr val="50646A"/>
                </a:solidFill>
                <a:latin typeface="Arial"/>
                <a:ea typeface="Arial"/>
                <a:cs typeface="Arial"/>
              </a:defRPr>
            </a:lvl8pPr>
            <a:lvl9pPr algn="r">
              <a:defRPr sz="1125" b="0">
                <a:solidFill>
                  <a:srgbClr val="50646A"/>
                </a:solidFill>
                <a:latin typeface="Arial"/>
                <a:ea typeface="Arial"/>
                <a:cs typeface="Arial"/>
              </a:defRPr>
            </a:lvl9pPr>
          </a:lstStyle>
          <a:p xmlns:a="http://schemas.openxmlformats.org/drawingml/2006/main">
            <a:pPr algn="r">
              <a:defRPr sz="1125" b="0">
                <a:solidFill>
                  <a:srgbClr val="50646A"/>
                </a:solidFill>
                <a:latin typeface="Arial"/>
                <a:ea typeface="Arial"/>
                <a:cs typeface="Arial"/>
              </a:defRPr>
            </a:pPr>
            <a:r>
              <a:rPr sz="1125" b="0">
                <a:solidFill>
                  <a:srgbClr val="50646A"/>
                </a:solidFill>
                <a:latin typeface="Arial"/>
                <a:ea typeface="Arial"/>
                <a:cs typeface="Arial"/>
              </a:rPr>
              <a:t>28</a:t>
            </a:r>
          </a:p>
        </p:txBody>
      </p:sp>
      <p:pic>
        <p:nvPicPr>
          <p:cNvPr id="3" name="">
            <a:extLst xmlns:a="http://schemas.openxmlformats.org/drawingml/2006/main">
              <a:ext uri="{FF2B5EF4-FFF2-40B4-BE49-F238E27FC236}">
                <a16:creationId xmlns:a16="http://schemas.microsoft.com/office/drawing/2014/main" id="{47F73144-90FC-4A15-B03A-931B6F4A50F1}"/>
              </a:ext>
            </a:extLst>
          </p:cNvPr>
          <p:cNvPicPr>
            <a:picLocks xmlns:a="http://schemas.openxmlformats.org/drawingml/2006/main" noChangeAspect="1"/>
          </p:cNvPicPr>
          <p:nvPr/>
        </p:nvPicPr>
        <p:blipFill>
          <a:blip xmlns:r="http://schemas.openxmlformats.org/officeDocument/2006/relationships" xmlns:a="http://schemas.openxmlformats.org/drawingml/2006/main" r:embed="Rd01c75a042c34b44"/>
          <a:stretch xmlns:a="http://schemas.openxmlformats.org/drawingml/2006/main"/>
        </p:blipFill>
        <p:spPr>
          <a:xfrm xmlns:a="http://schemas.openxmlformats.org/drawingml/2006/main">
            <a:off x="9024459" y="1562100"/>
            <a:ext cx="1753556" cy="3810000"/>
          </a:xfrm>
          <a:prstGeom xmlns:a="http://schemas.openxmlformats.org/drawingml/2006/main" prst="rect">
            <a:avLst/>
          </a:prstGeom>
        </p:spPr>
      </p:pic>
      <p:sp>
        <p:nvSpPr>
          <p:cNvPr id="4" name="text-2">
            <a:extLst xmlns:a="http://schemas.openxmlformats.org/drawingml/2006/main">
              <a:ext uri="{FF2B5EF4-FFF2-40B4-BE49-F238E27FC236}">
                <a16:creationId xmlns:a16="http://schemas.microsoft.com/office/drawing/2014/main" id="{5FB3DA99-ECA2-401B-8436-AED15D2ADFFE}"/>
              </a:ext>
            </a:extLst>
          </p:cNvPr>
          <p:cNvSpPr>
            <a:spLocks xmlns:a="http://schemas.openxmlformats.org/drawingml/2006/main" noGrp="1"/>
          </p:cNvSpPr>
          <p:nvPr/>
        </p:nvSpPr>
        <p:spPr>
          <a:xfrm xmlns:a="http://schemas.openxmlformats.org/drawingml/2006/main">
            <a:off x="609600" y="1809750"/>
            <a:ext cx="723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0B2F38"/>
                </a:solidFill>
                <a:latin typeface="Arial"/>
                <a:ea typeface="Arial"/>
                <a:cs typeface="Arial"/>
              </a:defRPr>
            </a:defPPr>
            <a:lvl1pPr algn="l">
              <a:defRPr sz="2175" b="0">
                <a:solidFill>
                  <a:srgbClr val="0B2F38"/>
                </a:solidFill>
                <a:latin typeface="Arial"/>
                <a:ea typeface="Arial"/>
                <a:cs typeface="Arial"/>
              </a:defRPr>
            </a:lvl1pPr>
            <a:lvl2pPr algn="l">
              <a:defRPr sz="2175" b="0">
                <a:solidFill>
                  <a:srgbClr val="0B2F38"/>
                </a:solidFill>
                <a:latin typeface="Arial"/>
                <a:ea typeface="Arial"/>
                <a:cs typeface="Arial"/>
              </a:defRPr>
            </a:lvl2pPr>
            <a:lvl3pPr algn="l">
              <a:defRPr sz="2175" b="0">
                <a:solidFill>
                  <a:srgbClr val="0B2F38"/>
                </a:solidFill>
                <a:latin typeface="Arial"/>
                <a:ea typeface="Arial"/>
                <a:cs typeface="Arial"/>
              </a:defRPr>
            </a:lvl3pPr>
            <a:lvl4pPr algn="l">
              <a:defRPr sz="2175" b="0">
                <a:solidFill>
                  <a:srgbClr val="0B2F38"/>
                </a:solidFill>
                <a:latin typeface="Arial"/>
                <a:ea typeface="Arial"/>
                <a:cs typeface="Arial"/>
              </a:defRPr>
            </a:lvl4pPr>
            <a:lvl5pPr algn="l">
              <a:defRPr sz="2175" b="0">
                <a:solidFill>
                  <a:srgbClr val="0B2F38"/>
                </a:solidFill>
                <a:latin typeface="Arial"/>
                <a:ea typeface="Arial"/>
                <a:cs typeface="Arial"/>
              </a:defRPr>
            </a:lvl5pPr>
            <a:lvl6pPr algn="l">
              <a:defRPr sz="2175" b="0">
                <a:solidFill>
                  <a:srgbClr val="0B2F38"/>
                </a:solidFill>
                <a:latin typeface="Arial"/>
                <a:ea typeface="Arial"/>
                <a:cs typeface="Arial"/>
              </a:defRPr>
            </a:lvl6pPr>
            <a:lvl7pPr algn="l">
              <a:defRPr sz="2175" b="0">
                <a:solidFill>
                  <a:srgbClr val="0B2F38"/>
                </a:solidFill>
                <a:latin typeface="Arial"/>
                <a:ea typeface="Arial"/>
                <a:cs typeface="Arial"/>
              </a:defRPr>
            </a:lvl7pPr>
            <a:lvl8pPr algn="l">
              <a:defRPr sz="2175" b="0">
                <a:solidFill>
                  <a:srgbClr val="0B2F38"/>
                </a:solidFill>
                <a:latin typeface="Arial"/>
                <a:ea typeface="Arial"/>
                <a:cs typeface="Arial"/>
              </a:defRPr>
            </a:lvl8pPr>
            <a:lvl9pPr algn="l">
              <a:defRPr sz="2175" b="0">
                <a:solidFill>
                  <a:srgbClr val="0B2F38"/>
                </a:solidFill>
                <a:latin typeface="Arial"/>
                <a:ea typeface="Arial"/>
                <a:cs typeface="Arial"/>
              </a:defRPr>
            </a:lvl9pPr>
          </a:lstStyle>
          <a:p xmlns:a="http://schemas.openxmlformats.org/drawingml/2006/main">
            <a:pPr algn="l">
              <a:defRPr sz="2175" b="0">
                <a:solidFill>
                  <a:srgbClr val="0B2F38"/>
                </a:solidFill>
                <a:latin typeface="Arial"/>
                <a:ea typeface="Arial"/>
                <a:cs typeface="Arial"/>
              </a:defRPr>
            </a:pPr>
            <a:r>
              <a:rPr sz="2175" b="0">
                <a:solidFill>
                  <a:srgbClr val="0B2F38"/>
                </a:solidFill>
                <a:latin typeface="Arial"/>
                <a:ea typeface="Arial"/>
                <a:cs typeface="Arial"/>
              </a:rPr>
              <a:t>iPhone: App Store oder bereitgestellte Kursversion</a:t>
            </a:r>
          </a:p>
        </p:txBody>
      </p:sp>
      <p:sp>
        <p:nvSpPr>
          <p:cNvPr id="5" name="text-3">
            <a:extLst xmlns:a="http://schemas.openxmlformats.org/drawingml/2006/main">
              <a:ext uri="{FF2B5EF4-FFF2-40B4-BE49-F238E27FC236}">
                <a16:creationId xmlns:a16="http://schemas.microsoft.com/office/drawing/2014/main" id="{C8BC887A-2E43-4DFE-93D9-8DE7FB8871E8}"/>
              </a:ext>
            </a:extLst>
          </p:cNvPr>
          <p:cNvSpPr>
            <a:spLocks xmlns:a="http://schemas.openxmlformats.org/drawingml/2006/main" noGrp="1"/>
          </p:cNvSpPr>
          <p:nvPr/>
        </p:nvSpPr>
        <p:spPr>
          <a:xfrm xmlns:a="http://schemas.openxmlformats.org/drawingml/2006/main">
            <a:off x="609600" y="2819400"/>
            <a:ext cx="723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0B2F38"/>
                </a:solidFill>
                <a:latin typeface="Arial"/>
                <a:ea typeface="Arial"/>
                <a:cs typeface="Arial"/>
              </a:defRPr>
            </a:defPPr>
            <a:lvl1pPr algn="l">
              <a:defRPr sz="2175" b="0">
                <a:solidFill>
                  <a:srgbClr val="0B2F38"/>
                </a:solidFill>
                <a:latin typeface="Arial"/>
                <a:ea typeface="Arial"/>
                <a:cs typeface="Arial"/>
              </a:defRPr>
            </a:lvl1pPr>
            <a:lvl2pPr algn="l">
              <a:defRPr sz="2175" b="0">
                <a:solidFill>
                  <a:srgbClr val="0B2F38"/>
                </a:solidFill>
                <a:latin typeface="Arial"/>
                <a:ea typeface="Arial"/>
                <a:cs typeface="Arial"/>
              </a:defRPr>
            </a:lvl2pPr>
            <a:lvl3pPr algn="l">
              <a:defRPr sz="2175" b="0">
                <a:solidFill>
                  <a:srgbClr val="0B2F38"/>
                </a:solidFill>
                <a:latin typeface="Arial"/>
                <a:ea typeface="Arial"/>
                <a:cs typeface="Arial"/>
              </a:defRPr>
            </a:lvl3pPr>
            <a:lvl4pPr algn="l">
              <a:defRPr sz="2175" b="0">
                <a:solidFill>
                  <a:srgbClr val="0B2F38"/>
                </a:solidFill>
                <a:latin typeface="Arial"/>
                <a:ea typeface="Arial"/>
                <a:cs typeface="Arial"/>
              </a:defRPr>
            </a:lvl4pPr>
            <a:lvl5pPr algn="l">
              <a:defRPr sz="2175" b="0">
                <a:solidFill>
                  <a:srgbClr val="0B2F38"/>
                </a:solidFill>
                <a:latin typeface="Arial"/>
                <a:ea typeface="Arial"/>
                <a:cs typeface="Arial"/>
              </a:defRPr>
            </a:lvl5pPr>
            <a:lvl6pPr algn="l">
              <a:defRPr sz="2175" b="0">
                <a:solidFill>
                  <a:srgbClr val="0B2F38"/>
                </a:solidFill>
                <a:latin typeface="Arial"/>
                <a:ea typeface="Arial"/>
                <a:cs typeface="Arial"/>
              </a:defRPr>
            </a:lvl6pPr>
            <a:lvl7pPr algn="l">
              <a:defRPr sz="2175" b="0">
                <a:solidFill>
                  <a:srgbClr val="0B2F38"/>
                </a:solidFill>
                <a:latin typeface="Arial"/>
                <a:ea typeface="Arial"/>
                <a:cs typeface="Arial"/>
              </a:defRPr>
            </a:lvl7pPr>
            <a:lvl8pPr algn="l">
              <a:defRPr sz="2175" b="0">
                <a:solidFill>
                  <a:srgbClr val="0B2F38"/>
                </a:solidFill>
                <a:latin typeface="Arial"/>
                <a:ea typeface="Arial"/>
                <a:cs typeface="Arial"/>
              </a:defRPr>
            </a:lvl8pPr>
            <a:lvl9pPr algn="l">
              <a:defRPr sz="2175" b="0">
                <a:solidFill>
                  <a:srgbClr val="0B2F38"/>
                </a:solidFill>
                <a:latin typeface="Arial"/>
                <a:ea typeface="Arial"/>
                <a:cs typeface="Arial"/>
              </a:defRPr>
            </a:lvl9pPr>
          </a:lstStyle>
          <a:p xmlns:a="http://schemas.openxmlformats.org/drawingml/2006/main">
            <a:pPr algn="l">
              <a:defRPr sz="2175" b="0">
                <a:solidFill>
                  <a:srgbClr val="0B2F38"/>
                </a:solidFill>
                <a:latin typeface="Arial"/>
                <a:ea typeface="Arial"/>
                <a:cs typeface="Arial"/>
              </a:defRPr>
            </a:pPr>
            <a:r>
              <a:rPr sz="2175" b="0">
                <a:solidFill>
                  <a:srgbClr val="0B2F38"/>
                </a:solidFill>
                <a:latin typeface="Arial"/>
                <a:ea typeface="Arial"/>
                <a:cs typeface="Arial"/>
              </a:rPr>
              <a:t>Android: Play Store oder signierter GitHub-Download</a:t>
            </a:r>
          </a:p>
        </p:txBody>
      </p:sp>
      <p:sp>
        <p:nvSpPr>
          <p:cNvPr id="6" name="text-4">
            <a:extLst xmlns:a="http://schemas.openxmlformats.org/drawingml/2006/main">
              <a:ext uri="{FF2B5EF4-FFF2-40B4-BE49-F238E27FC236}">
                <a16:creationId xmlns:a16="http://schemas.microsoft.com/office/drawing/2014/main" id="{DF5AD561-6C47-4437-9783-855C63F94058}"/>
              </a:ext>
            </a:extLst>
          </p:cNvPr>
          <p:cNvSpPr>
            <a:spLocks xmlns:a="http://schemas.openxmlformats.org/drawingml/2006/main" noGrp="1"/>
          </p:cNvSpPr>
          <p:nvPr/>
        </p:nvSpPr>
        <p:spPr>
          <a:xfrm xmlns:a="http://schemas.openxmlformats.org/drawingml/2006/main">
            <a:off x="609600" y="3829050"/>
            <a:ext cx="723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0B2F38"/>
                </a:solidFill>
                <a:latin typeface="Arial"/>
                <a:ea typeface="Arial"/>
                <a:cs typeface="Arial"/>
              </a:defRPr>
            </a:defPPr>
            <a:lvl1pPr algn="l">
              <a:defRPr sz="2175" b="0">
                <a:solidFill>
                  <a:srgbClr val="0B2F38"/>
                </a:solidFill>
                <a:latin typeface="Arial"/>
                <a:ea typeface="Arial"/>
                <a:cs typeface="Arial"/>
              </a:defRPr>
            </a:lvl1pPr>
            <a:lvl2pPr algn="l">
              <a:defRPr sz="2175" b="0">
                <a:solidFill>
                  <a:srgbClr val="0B2F38"/>
                </a:solidFill>
                <a:latin typeface="Arial"/>
                <a:ea typeface="Arial"/>
                <a:cs typeface="Arial"/>
              </a:defRPr>
            </a:lvl2pPr>
            <a:lvl3pPr algn="l">
              <a:defRPr sz="2175" b="0">
                <a:solidFill>
                  <a:srgbClr val="0B2F38"/>
                </a:solidFill>
                <a:latin typeface="Arial"/>
                <a:ea typeface="Arial"/>
                <a:cs typeface="Arial"/>
              </a:defRPr>
            </a:lvl3pPr>
            <a:lvl4pPr algn="l">
              <a:defRPr sz="2175" b="0">
                <a:solidFill>
                  <a:srgbClr val="0B2F38"/>
                </a:solidFill>
                <a:latin typeface="Arial"/>
                <a:ea typeface="Arial"/>
                <a:cs typeface="Arial"/>
              </a:defRPr>
            </a:lvl4pPr>
            <a:lvl5pPr algn="l">
              <a:defRPr sz="2175" b="0">
                <a:solidFill>
                  <a:srgbClr val="0B2F38"/>
                </a:solidFill>
                <a:latin typeface="Arial"/>
                <a:ea typeface="Arial"/>
                <a:cs typeface="Arial"/>
              </a:defRPr>
            </a:lvl5pPr>
            <a:lvl6pPr algn="l">
              <a:defRPr sz="2175" b="0">
                <a:solidFill>
                  <a:srgbClr val="0B2F38"/>
                </a:solidFill>
                <a:latin typeface="Arial"/>
                <a:ea typeface="Arial"/>
                <a:cs typeface="Arial"/>
              </a:defRPr>
            </a:lvl6pPr>
            <a:lvl7pPr algn="l">
              <a:defRPr sz="2175" b="0">
                <a:solidFill>
                  <a:srgbClr val="0B2F38"/>
                </a:solidFill>
                <a:latin typeface="Arial"/>
                <a:ea typeface="Arial"/>
                <a:cs typeface="Arial"/>
              </a:defRPr>
            </a:lvl7pPr>
            <a:lvl8pPr algn="l">
              <a:defRPr sz="2175" b="0">
                <a:solidFill>
                  <a:srgbClr val="0B2F38"/>
                </a:solidFill>
                <a:latin typeface="Arial"/>
                <a:ea typeface="Arial"/>
                <a:cs typeface="Arial"/>
              </a:defRPr>
            </a:lvl8pPr>
            <a:lvl9pPr algn="l">
              <a:defRPr sz="2175" b="0">
                <a:solidFill>
                  <a:srgbClr val="0B2F38"/>
                </a:solidFill>
                <a:latin typeface="Arial"/>
                <a:ea typeface="Arial"/>
                <a:cs typeface="Arial"/>
              </a:defRPr>
            </a:lvl9pPr>
          </a:lstStyle>
          <a:p xmlns:a="http://schemas.openxmlformats.org/drawingml/2006/main">
            <a:pPr algn="l">
              <a:defRPr sz="2175" b="0">
                <a:solidFill>
                  <a:srgbClr val="0B2F38"/>
                </a:solidFill>
                <a:latin typeface="Arial"/>
                <a:ea typeface="Arial"/>
                <a:cs typeface="Arial"/>
              </a:defRPr>
            </a:pPr>
            <a:r>
              <a:rPr sz="2175" b="0">
                <a:solidFill>
                  <a:srgbClr val="0B2F38"/>
                </a:solidFill>
                <a:latin typeface="Arial"/>
                <a:ea typeface="Arial"/>
                <a:cs typeface="Arial"/>
              </a:rPr>
              <a:t>App-Build und Modellpaket im Experiment notieren</a:t>
            </a:r>
          </a:p>
        </p:txBody>
      </p:sp>
      <p:sp>
        <p:nvSpPr>
          <p:cNvPr id="7" name="text-5">
            <a:extLst xmlns:a="http://schemas.openxmlformats.org/drawingml/2006/main">
              <a:ext uri="{FF2B5EF4-FFF2-40B4-BE49-F238E27FC236}">
                <a16:creationId xmlns:a16="http://schemas.microsoft.com/office/drawing/2014/main" id="{687F75EF-BF7A-4075-A54C-429A5DEDC4D2}"/>
              </a:ext>
            </a:extLst>
          </p:cNvPr>
          <p:cNvSpPr>
            <a:spLocks xmlns:a="http://schemas.openxmlformats.org/drawingml/2006/main" noGrp="1"/>
          </p:cNvSpPr>
          <p:nvPr/>
        </p:nvSpPr>
        <p:spPr>
          <a:xfrm xmlns:a="http://schemas.openxmlformats.org/drawingml/2006/main">
            <a:off x="609600" y="5524500"/>
            <a:ext cx="323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2647B"/>
                </a:solidFill>
                <a:latin typeface="Arial"/>
                <a:ea typeface="Arial"/>
                <a:cs typeface="Arial"/>
              </a:defRPr>
            </a:defPPr>
            <a:lvl1pPr algn="l">
              <a:defRPr sz="1950" b="0">
                <a:solidFill>
                  <a:srgbClr val="12647B"/>
                </a:solidFill>
                <a:latin typeface="Arial"/>
                <a:ea typeface="Arial"/>
                <a:cs typeface="Arial"/>
              </a:defRPr>
            </a:lvl1pPr>
            <a:lvl2pPr algn="l">
              <a:defRPr sz="1950" b="0">
                <a:solidFill>
                  <a:srgbClr val="12647B"/>
                </a:solidFill>
                <a:latin typeface="Arial"/>
                <a:ea typeface="Arial"/>
                <a:cs typeface="Arial"/>
              </a:defRPr>
            </a:lvl2pPr>
            <a:lvl3pPr algn="l">
              <a:defRPr sz="1950" b="0">
                <a:solidFill>
                  <a:srgbClr val="12647B"/>
                </a:solidFill>
                <a:latin typeface="Arial"/>
                <a:ea typeface="Arial"/>
                <a:cs typeface="Arial"/>
              </a:defRPr>
            </a:lvl3pPr>
            <a:lvl4pPr algn="l">
              <a:defRPr sz="1950" b="0">
                <a:solidFill>
                  <a:srgbClr val="12647B"/>
                </a:solidFill>
                <a:latin typeface="Arial"/>
                <a:ea typeface="Arial"/>
                <a:cs typeface="Arial"/>
              </a:defRPr>
            </a:lvl4pPr>
            <a:lvl5pPr algn="l">
              <a:defRPr sz="1950" b="0">
                <a:solidFill>
                  <a:srgbClr val="12647B"/>
                </a:solidFill>
                <a:latin typeface="Arial"/>
                <a:ea typeface="Arial"/>
                <a:cs typeface="Arial"/>
              </a:defRPr>
            </a:lvl5pPr>
            <a:lvl6pPr algn="l">
              <a:defRPr sz="1950" b="0">
                <a:solidFill>
                  <a:srgbClr val="12647B"/>
                </a:solidFill>
                <a:latin typeface="Arial"/>
                <a:ea typeface="Arial"/>
                <a:cs typeface="Arial"/>
              </a:defRPr>
            </a:lvl6pPr>
            <a:lvl7pPr algn="l">
              <a:defRPr sz="1950" b="0">
                <a:solidFill>
                  <a:srgbClr val="12647B"/>
                </a:solidFill>
                <a:latin typeface="Arial"/>
                <a:ea typeface="Arial"/>
                <a:cs typeface="Arial"/>
              </a:defRPr>
            </a:lvl7pPr>
            <a:lvl8pPr algn="l">
              <a:defRPr sz="1950" b="0">
                <a:solidFill>
                  <a:srgbClr val="12647B"/>
                </a:solidFill>
                <a:latin typeface="Arial"/>
                <a:ea typeface="Arial"/>
                <a:cs typeface="Arial"/>
              </a:defRPr>
            </a:lvl8pPr>
            <a:lvl9pPr algn="l">
              <a:defRPr sz="1950" b="0">
                <a:solidFill>
                  <a:srgbClr val="12647B"/>
                </a:solidFill>
                <a:latin typeface="Arial"/>
                <a:ea typeface="Arial"/>
                <a:cs typeface="Arial"/>
              </a:defRPr>
            </a:lvl9pPr>
          </a:lstStyle>
          <a:p xmlns:a="http://schemas.openxmlformats.org/drawingml/2006/main">
            <a:pPr algn="l">
              <a:defRPr sz="1950" b="0">
                <a:solidFill>
                  <a:srgbClr val="12647B"/>
                </a:solidFill>
                <a:latin typeface="Arial"/>
                <a:ea typeface="Arial"/>
                <a:cs typeface="Arial"/>
              </a:defRPr>
            </a:pPr>
            <a:r>
              <a:rPr sz="1950" b="0" u="sng">
                <a:solidFill>
                  <a:srgbClr val="12647B"/>
                </a:solidFill>
                <a:latin typeface="Arial"/>
                <a:ea typeface="Arial"/>
                <a:cs typeface="Arial"/>
                <a:hlinkClick xmlns:r="http://schemas.openxmlformats.org/officeDocument/2006/relationships" r:id="R33e84d8b779b4656"/>
              </a:rPr>
              <a:t>App Store</a:t>
            </a:r>
          </a:p>
        </p:txBody>
      </p:sp>
      <p:sp>
        <p:nvSpPr>
          <p:cNvPr id="8" name="text-6">
            <a:extLst xmlns:a="http://schemas.openxmlformats.org/drawingml/2006/main">
              <a:ext uri="{FF2B5EF4-FFF2-40B4-BE49-F238E27FC236}">
                <a16:creationId xmlns:a16="http://schemas.microsoft.com/office/drawing/2014/main" id="{C8A31C39-7273-4656-B885-6EE4AC7370A2}"/>
              </a:ext>
            </a:extLst>
          </p:cNvPr>
          <p:cNvSpPr>
            <a:spLocks xmlns:a="http://schemas.openxmlformats.org/drawingml/2006/main" noGrp="1"/>
          </p:cNvSpPr>
          <p:nvPr/>
        </p:nvSpPr>
        <p:spPr>
          <a:xfrm xmlns:a="http://schemas.openxmlformats.org/drawingml/2006/main">
            <a:off x="4086225" y="5524500"/>
            <a:ext cx="323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2647B"/>
                </a:solidFill>
                <a:latin typeface="Arial"/>
                <a:ea typeface="Arial"/>
                <a:cs typeface="Arial"/>
              </a:defRPr>
            </a:defPPr>
            <a:lvl1pPr algn="l">
              <a:defRPr sz="1950" b="0">
                <a:solidFill>
                  <a:srgbClr val="12647B"/>
                </a:solidFill>
                <a:latin typeface="Arial"/>
                <a:ea typeface="Arial"/>
                <a:cs typeface="Arial"/>
              </a:defRPr>
            </a:lvl1pPr>
            <a:lvl2pPr algn="l">
              <a:defRPr sz="1950" b="0">
                <a:solidFill>
                  <a:srgbClr val="12647B"/>
                </a:solidFill>
                <a:latin typeface="Arial"/>
                <a:ea typeface="Arial"/>
                <a:cs typeface="Arial"/>
              </a:defRPr>
            </a:lvl2pPr>
            <a:lvl3pPr algn="l">
              <a:defRPr sz="1950" b="0">
                <a:solidFill>
                  <a:srgbClr val="12647B"/>
                </a:solidFill>
                <a:latin typeface="Arial"/>
                <a:ea typeface="Arial"/>
                <a:cs typeface="Arial"/>
              </a:defRPr>
            </a:lvl3pPr>
            <a:lvl4pPr algn="l">
              <a:defRPr sz="1950" b="0">
                <a:solidFill>
                  <a:srgbClr val="12647B"/>
                </a:solidFill>
                <a:latin typeface="Arial"/>
                <a:ea typeface="Arial"/>
                <a:cs typeface="Arial"/>
              </a:defRPr>
            </a:lvl4pPr>
            <a:lvl5pPr algn="l">
              <a:defRPr sz="1950" b="0">
                <a:solidFill>
                  <a:srgbClr val="12647B"/>
                </a:solidFill>
                <a:latin typeface="Arial"/>
                <a:ea typeface="Arial"/>
                <a:cs typeface="Arial"/>
              </a:defRPr>
            </a:lvl5pPr>
            <a:lvl6pPr algn="l">
              <a:defRPr sz="1950" b="0">
                <a:solidFill>
                  <a:srgbClr val="12647B"/>
                </a:solidFill>
                <a:latin typeface="Arial"/>
                <a:ea typeface="Arial"/>
                <a:cs typeface="Arial"/>
              </a:defRPr>
            </a:lvl6pPr>
            <a:lvl7pPr algn="l">
              <a:defRPr sz="1950" b="0">
                <a:solidFill>
                  <a:srgbClr val="12647B"/>
                </a:solidFill>
                <a:latin typeface="Arial"/>
                <a:ea typeface="Arial"/>
                <a:cs typeface="Arial"/>
              </a:defRPr>
            </a:lvl7pPr>
            <a:lvl8pPr algn="l">
              <a:defRPr sz="1950" b="0">
                <a:solidFill>
                  <a:srgbClr val="12647B"/>
                </a:solidFill>
                <a:latin typeface="Arial"/>
                <a:ea typeface="Arial"/>
                <a:cs typeface="Arial"/>
              </a:defRPr>
            </a:lvl8pPr>
            <a:lvl9pPr algn="l">
              <a:defRPr sz="1950" b="0">
                <a:solidFill>
                  <a:srgbClr val="12647B"/>
                </a:solidFill>
                <a:latin typeface="Arial"/>
                <a:ea typeface="Arial"/>
                <a:cs typeface="Arial"/>
              </a:defRPr>
            </a:lvl9pPr>
          </a:lstStyle>
          <a:p xmlns:a="http://schemas.openxmlformats.org/drawingml/2006/main">
            <a:pPr algn="l">
              <a:defRPr sz="1950" b="0">
                <a:solidFill>
                  <a:srgbClr val="12647B"/>
                </a:solidFill>
                <a:latin typeface="Arial"/>
                <a:ea typeface="Arial"/>
                <a:cs typeface="Arial"/>
              </a:defRPr>
            </a:pPr>
            <a:r>
              <a:rPr sz="1950" b="0" u="sng">
                <a:solidFill>
                  <a:srgbClr val="12647B"/>
                </a:solidFill>
                <a:latin typeface="Arial"/>
                <a:ea typeface="Arial"/>
                <a:cs typeface="Arial"/>
                <a:hlinkClick xmlns:r="http://schemas.openxmlformats.org/officeDocument/2006/relationships" r:id="R4bbc79911ce1414b"/>
              </a:rPr>
              <a:t>Android-Release</a:t>
            </a:r>
          </a:p>
        </p:txBody>
      </p:sp>
    </p:spTree>
    <p:extLst>
      <p:ext uri="{BB962C8B-B14F-4D97-AF65-F5344CB8AC3E}">
        <p14:creationId xmlns:p14="http://schemas.microsoft.com/office/powerpoint/2010/main" val="374400382"/>
      </p:ext>
    </p:extLst>
  </p:cSld>
</p:sld>
</file>

<file path=ppt/slides/slide29.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E41FC32A-70B6-4665-B54B-7405BAECF3BA}"/>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B2F38"/>
                </a:solidFill>
                <a:latin typeface="Arial"/>
                <a:ea typeface="Arial"/>
                <a:cs typeface="Arial"/>
              </a:defRPr>
            </a:defPPr>
            <a:lvl1pPr algn="l">
              <a:defRPr sz="3300" b="1">
                <a:solidFill>
                  <a:srgbClr val="0B2F38"/>
                </a:solidFill>
                <a:latin typeface="Arial"/>
                <a:ea typeface="Arial"/>
                <a:cs typeface="Arial"/>
              </a:defRPr>
            </a:lvl1pPr>
            <a:lvl2pPr algn="l">
              <a:defRPr sz="3300" b="1">
                <a:solidFill>
                  <a:srgbClr val="0B2F38"/>
                </a:solidFill>
                <a:latin typeface="Arial"/>
                <a:ea typeface="Arial"/>
                <a:cs typeface="Arial"/>
              </a:defRPr>
            </a:lvl2pPr>
            <a:lvl3pPr algn="l">
              <a:defRPr sz="3300" b="1">
                <a:solidFill>
                  <a:srgbClr val="0B2F38"/>
                </a:solidFill>
                <a:latin typeface="Arial"/>
                <a:ea typeface="Arial"/>
                <a:cs typeface="Arial"/>
              </a:defRPr>
            </a:lvl3pPr>
            <a:lvl4pPr algn="l">
              <a:defRPr sz="3300" b="1">
                <a:solidFill>
                  <a:srgbClr val="0B2F38"/>
                </a:solidFill>
                <a:latin typeface="Arial"/>
                <a:ea typeface="Arial"/>
                <a:cs typeface="Arial"/>
              </a:defRPr>
            </a:lvl4pPr>
            <a:lvl5pPr algn="l">
              <a:defRPr sz="3300" b="1">
                <a:solidFill>
                  <a:srgbClr val="0B2F38"/>
                </a:solidFill>
                <a:latin typeface="Arial"/>
                <a:ea typeface="Arial"/>
                <a:cs typeface="Arial"/>
              </a:defRPr>
            </a:lvl5pPr>
            <a:lvl6pPr algn="l">
              <a:defRPr sz="3300" b="1">
                <a:solidFill>
                  <a:srgbClr val="0B2F38"/>
                </a:solidFill>
                <a:latin typeface="Arial"/>
                <a:ea typeface="Arial"/>
                <a:cs typeface="Arial"/>
              </a:defRPr>
            </a:lvl6pPr>
            <a:lvl7pPr algn="l">
              <a:defRPr sz="3300" b="1">
                <a:solidFill>
                  <a:srgbClr val="0B2F38"/>
                </a:solidFill>
                <a:latin typeface="Arial"/>
                <a:ea typeface="Arial"/>
                <a:cs typeface="Arial"/>
              </a:defRPr>
            </a:lvl7pPr>
            <a:lvl8pPr algn="l">
              <a:defRPr sz="3300" b="1">
                <a:solidFill>
                  <a:srgbClr val="0B2F38"/>
                </a:solidFill>
                <a:latin typeface="Arial"/>
                <a:ea typeface="Arial"/>
                <a:cs typeface="Arial"/>
              </a:defRPr>
            </a:lvl8pPr>
            <a:lvl9pPr algn="l">
              <a:defRPr sz="3300" b="1">
                <a:solidFill>
                  <a:srgbClr val="0B2F38"/>
                </a:solidFill>
                <a:latin typeface="Arial"/>
                <a:ea typeface="Arial"/>
                <a:cs typeface="Arial"/>
              </a:defRPr>
            </a:lvl9pPr>
          </a:lstStyle>
          <a:p xmlns:a="http://schemas.openxmlformats.org/drawingml/2006/main">
            <a:pPr algn="l">
              <a:defRPr sz="3300" b="1">
                <a:solidFill>
                  <a:srgbClr val="0B2F38"/>
                </a:solidFill>
                <a:latin typeface="Arial"/>
                <a:ea typeface="Arial"/>
                <a:cs typeface="Arial"/>
              </a:defRPr>
            </a:pPr>
            <a:r>
              <a:rPr sz="3300" b="1">
                <a:solidFill>
                  <a:srgbClr val="0B2F38"/>
                </a:solidFill>
                <a:latin typeface="Arial"/>
                <a:ea typeface="Arial"/>
                <a:cs typeface="Arial"/>
              </a:rPr>
              <a:t>Vor der ersten Aufnahme</a:t>
            </a:r>
          </a:p>
        </p:txBody>
      </p:sp>
      <p:sp>
        <p:nvSpPr>
          <p:cNvPr id="2" name="text-1">
            <a:extLst xmlns:a="http://schemas.openxmlformats.org/drawingml/2006/main">
              <a:ext uri="{FF2B5EF4-FFF2-40B4-BE49-F238E27FC236}">
                <a16:creationId xmlns:a16="http://schemas.microsoft.com/office/drawing/2014/main" id="{88898018-CA71-4C82-B44A-4BE811AC8977}"/>
              </a:ext>
            </a:extLst>
          </p:cNvPr>
          <p:cNvSpPr>
            <a:spLocks xmlns:a="http://schemas.openxmlformats.org/drawingml/2006/main" noGrp="1"/>
          </p:cNvSpPr>
          <p:nvPr/>
        </p:nvSpPr>
        <p:spPr>
          <a:xfrm xmlns:a="http://schemas.openxmlformats.org/drawingml/2006/main">
            <a:off x="11144250" y="6477000"/>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defRPr sz="1125" b="0">
                <a:solidFill>
                  <a:srgbClr val="50646A"/>
                </a:solidFill>
                <a:latin typeface="Arial"/>
                <a:ea typeface="Arial"/>
                <a:cs typeface="Arial"/>
              </a:defRPr>
            </a:lvl1pPr>
            <a:lvl2pPr algn="r">
              <a:defRPr sz="1125" b="0">
                <a:solidFill>
                  <a:srgbClr val="50646A"/>
                </a:solidFill>
                <a:latin typeface="Arial"/>
                <a:ea typeface="Arial"/>
                <a:cs typeface="Arial"/>
              </a:defRPr>
            </a:lvl2pPr>
            <a:lvl3pPr algn="r">
              <a:defRPr sz="1125" b="0">
                <a:solidFill>
                  <a:srgbClr val="50646A"/>
                </a:solidFill>
                <a:latin typeface="Arial"/>
                <a:ea typeface="Arial"/>
                <a:cs typeface="Arial"/>
              </a:defRPr>
            </a:lvl3pPr>
            <a:lvl4pPr algn="r">
              <a:defRPr sz="1125" b="0">
                <a:solidFill>
                  <a:srgbClr val="50646A"/>
                </a:solidFill>
                <a:latin typeface="Arial"/>
                <a:ea typeface="Arial"/>
                <a:cs typeface="Arial"/>
              </a:defRPr>
            </a:lvl4pPr>
            <a:lvl5pPr algn="r">
              <a:defRPr sz="1125" b="0">
                <a:solidFill>
                  <a:srgbClr val="50646A"/>
                </a:solidFill>
                <a:latin typeface="Arial"/>
                <a:ea typeface="Arial"/>
                <a:cs typeface="Arial"/>
              </a:defRPr>
            </a:lvl5pPr>
            <a:lvl6pPr algn="r">
              <a:defRPr sz="1125" b="0">
                <a:solidFill>
                  <a:srgbClr val="50646A"/>
                </a:solidFill>
                <a:latin typeface="Arial"/>
                <a:ea typeface="Arial"/>
                <a:cs typeface="Arial"/>
              </a:defRPr>
            </a:lvl6pPr>
            <a:lvl7pPr algn="r">
              <a:defRPr sz="1125" b="0">
                <a:solidFill>
                  <a:srgbClr val="50646A"/>
                </a:solidFill>
                <a:latin typeface="Arial"/>
                <a:ea typeface="Arial"/>
                <a:cs typeface="Arial"/>
              </a:defRPr>
            </a:lvl7pPr>
            <a:lvl8pPr algn="r">
              <a:defRPr sz="1125" b="0">
                <a:solidFill>
                  <a:srgbClr val="50646A"/>
                </a:solidFill>
                <a:latin typeface="Arial"/>
                <a:ea typeface="Arial"/>
                <a:cs typeface="Arial"/>
              </a:defRPr>
            </a:lvl8pPr>
            <a:lvl9pPr algn="r">
              <a:defRPr sz="1125" b="0">
                <a:solidFill>
                  <a:srgbClr val="50646A"/>
                </a:solidFill>
                <a:latin typeface="Arial"/>
                <a:ea typeface="Arial"/>
                <a:cs typeface="Arial"/>
              </a:defRPr>
            </a:lvl9pPr>
          </a:lstStyle>
          <a:p xmlns:a="http://schemas.openxmlformats.org/drawingml/2006/main">
            <a:pPr algn="r">
              <a:defRPr sz="1125" b="0">
                <a:solidFill>
                  <a:srgbClr val="50646A"/>
                </a:solidFill>
                <a:latin typeface="Arial"/>
                <a:ea typeface="Arial"/>
                <a:cs typeface="Arial"/>
              </a:defRPr>
            </a:pPr>
            <a:r>
              <a:rPr sz="1125" b="0">
                <a:solidFill>
                  <a:srgbClr val="50646A"/>
                </a:solidFill>
                <a:latin typeface="Arial"/>
                <a:ea typeface="Arial"/>
                <a:cs typeface="Arial"/>
              </a:rPr>
              <a:t>29</a:t>
            </a:r>
          </a:p>
        </p:txBody>
      </p:sp>
      <p:pic>
        <p:nvPicPr>
          <p:cNvPr id="3" name="">
            <a:extLst xmlns:a="http://schemas.openxmlformats.org/drawingml/2006/main">
              <a:ext uri="{FF2B5EF4-FFF2-40B4-BE49-F238E27FC236}">
                <a16:creationId xmlns:a16="http://schemas.microsoft.com/office/drawing/2014/main" id="{C038A554-5998-468E-BB04-1DDCD43580E7}"/>
              </a:ext>
            </a:extLst>
          </p:cNvPr>
          <p:cNvPicPr>
            <a:picLocks xmlns:a="http://schemas.openxmlformats.org/drawingml/2006/main" noChangeAspect="1"/>
          </p:cNvPicPr>
          <p:nvPr/>
        </p:nvPicPr>
        <p:blipFill>
          <a:blip xmlns:r="http://schemas.openxmlformats.org/officeDocument/2006/relationships" xmlns:a="http://schemas.openxmlformats.org/drawingml/2006/main" r:embed="R72f69d9211044012"/>
          <a:stretch xmlns:a="http://schemas.openxmlformats.org/drawingml/2006/main"/>
        </p:blipFill>
        <p:spPr>
          <a:xfrm xmlns:a="http://schemas.openxmlformats.org/drawingml/2006/main">
            <a:off x="8926798" y="1543050"/>
            <a:ext cx="1863154" cy="4048125"/>
          </a:xfrm>
          <a:prstGeom xmlns:a="http://schemas.openxmlformats.org/drawingml/2006/main" prst="rect">
            <a:avLst/>
          </a:prstGeom>
        </p:spPr>
      </p:pic>
      <p:sp>
        <p:nvSpPr>
          <p:cNvPr id="4" name="text-2">
            <a:extLst xmlns:a="http://schemas.openxmlformats.org/drawingml/2006/main">
              <a:ext uri="{FF2B5EF4-FFF2-40B4-BE49-F238E27FC236}">
                <a16:creationId xmlns:a16="http://schemas.microsoft.com/office/drawing/2014/main" id="{FF76B07A-4A8A-4BAE-8D0A-06EEC1B0A8D8}"/>
              </a:ext>
            </a:extLst>
          </p:cNvPr>
          <p:cNvSpPr>
            <a:spLocks xmlns:a="http://schemas.openxmlformats.org/drawingml/2006/main" noGrp="1"/>
          </p:cNvSpPr>
          <p:nvPr/>
        </p:nvSpPr>
        <p:spPr>
          <a:xfrm xmlns:a="http://schemas.openxmlformats.org/drawingml/2006/main">
            <a:off x="609600" y="1714500"/>
            <a:ext cx="716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B2F38"/>
                </a:solidFill>
                <a:latin typeface="Arial"/>
                <a:ea typeface="Arial"/>
                <a:cs typeface="Arial"/>
              </a:defRPr>
            </a:defPPr>
            <a:lvl1pPr algn="l">
              <a:defRPr sz="2100" b="0">
                <a:solidFill>
                  <a:srgbClr val="0B2F38"/>
                </a:solidFill>
                <a:latin typeface="Arial"/>
                <a:ea typeface="Arial"/>
                <a:cs typeface="Arial"/>
              </a:defRPr>
            </a:lvl1pPr>
            <a:lvl2pPr algn="l">
              <a:defRPr sz="2100" b="0">
                <a:solidFill>
                  <a:srgbClr val="0B2F38"/>
                </a:solidFill>
                <a:latin typeface="Arial"/>
                <a:ea typeface="Arial"/>
                <a:cs typeface="Arial"/>
              </a:defRPr>
            </a:lvl2pPr>
            <a:lvl3pPr algn="l">
              <a:defRPr sz="2100" b="0">
                <a:solidFill>
                  <a:srgbClr val="0B2F38"/>
                </a:solidFill>
                <a:latin typeface="Arial"/>
                <a:ea typeface="Arial"/>
                <a:cs typeface="Arial"/>
              </a:defRPr>
            </a:lvl3pPr>
            <a:lvl4pPr algn="l">
              <a:defRPr sz="2100" b="0">
                <a:solidFill>
                  <a:srgbClr val="0B2F38"/>
                </a:solidFill>
                <a:latin typeface="Arial"/>
                <a:ea typeface="Arial"/>
                <a:cs typeface="Arial"/>
              </a:defRPr>
            </a:lvl4pPr>
            <a:lvl5pPr algn="l">
              <a:defRPr sz="2100" b="0">
                <a:solidFill>
                  <a:srgbClr val="0B2F38"/>
                </a:solidFill>
                <a:latin typeface="Arial"/>
                <a:ea typeface="Arial"/>
                <a:cs typeface="Arial"/>
              </a:defRPr>
            </a:lvl5pPr>
            <a:lvl6pPr algn="l">
              <a:defRPr sz="2100" b="0">
                <a:solidFill>
                  <a:srgbClr val="0B2F38"/>
                </a:solidFill>
                <a:latin typeface="Arial"/>
                <a:ea typeface="Arial"/>
                <a:cs typeface="Arial"/>
              </a:defRPr>
            </a:lvl6pPr>
            <a:lvl7pPr algn="l">
              <a:defRPr sz="2100" b="0">
                <a:solidFill>
                  <a:srgbClr val="0B2F38"/>
                </a:solidFill>
                <a:latin typeface="Arial"/>
                <a:ea typeface="Arial"/>
                <a:cs typeface="Arial"/>
              </a:defRPr>
            </a:lvl7pPr>
            <a:lvl8pPr algn="l">
              <a:defRPr sz="2100" b="0">
                <a:solidFill>
                  <a:srgbClr val="0B2F38"/>
                </a:solidFill>
                <a:latin typeface="Arial"/>
                <a:ea typeface="Arial"/>
                <a:cs typeface="Arial"/>
              </a:defRPr>
            </a:lvl8pPr>
            <a:lvl9pPr algn="l">
              <a:defRPr sz="2100" b="0">
                <a:solidFill>
                  <a:srgbClr val="0B2F38"/>
                </a:solidFill>
                <a:latin typeface="Arial"/>
                <a:ea typeface="Arial"/>
                <a:cs typeface="Arial"/>
              </a:defRPr>
            </a:lvl9pPr>
          </a:lstStyle>
          <a:p xmlns:a="http://schemas.openxmlformats.org/drawingml/2006/main">
            <a:pPr algn="l">
              <a:defRPr sz="2100" b="0">
                <a:solidFill>
                  <a:srgbClr val="0B2F38"/>
                </a:solidFill>
                <a:latin typeface="Arial"/>
                <a:ea typeface="Arial"/>
                <a:cs typeface="Arial"/>
              </a:defRPr>
            </a:pPr>
            <a:r>
              <a:rPr sz="2100" b="0">
                <a:solidFill>
                  <a:srgbClr val="0B2F38"/>
                </a:solidFill>
                <a:latin typeface="Arial"/>
                <a:ea typeface="Arial"/>
                <a:cs typeface="Arial"/>
              </a:rPr>
              <a:t>Passende Region herunterladen und aktivieren</a:t>
            </a:r>
          </a:p>
        </p:txBody>
      </p:sp>
      <p:sp>
        <p:nvSpPr>
          <p:cNvPr id="5" name="text-3">
            <a:extLst xmlns:a="http://schemas.openxmlformats.org/drawingml/2006/main">
              <a:ext uri="{FF2B5EF4-FFF2-40B4-BE49-F238E27FC236}">
                <a16:creationId xmlns:a16="http://schemas.microsoft.com/office/drawing/2014/main" id="{DDFF6EA0-0D69-4AA9-8E57-EDE33DF94EEF}"/>
              </a:ext>
            </a:extLst>
          </p:cNvPr>
          <p:cNvSpPr>
            <a:spLocks xmlns:a="http://schemas.openxmlformats.org/drawingml/2006/main" noGrp="1"/>
          </p:cNvSpPr>
          <p:nvPr/>
        </p:nvSpPr>
        <p:spPr>
          <a:xfrm xmlns:a="http://schemas.openxmlformats.org/drawingml/2006/main">
            <a:off x="609600" y="2686050"/>
            <a:ext cx="716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B2F38"/>
                </a:solidFill>
                <a:latin typeface="Arial"/>
                <a:ea typeface="Arial"/>
                <a:cs typeface="Arial"/>
              </a:defRPr>
            </a:defPPr>
            <a:lvl1pPr algn="l">
              <a:defRPr sz="2100" b="0">
                <a:solidFill>
                  <a:srgbClr val="0B2F38"/>
                </a:solidFill>
                <a:latin typeface="Arial"/>
                <a:ea typeface="Arial"/>
                <a:cs typeface="Arial"/>
              </a:defRPr>
            </a:lvl1pPr>
            <a:lvl2pPr algn="l">
              <a:defRPr sz="2100" b="0">
                <a:solidFill>
                  <a:srgbClr val="0B2F38"/>
                </a:solidFill>
                <a:latin typeface="Arial"/>
                <a:ea typeface="Arial"/>
                <a:cs typeface="Arial"/>
              </a:defRPr>
            </a:lvl2pPr>
            <a:lvl3pPr algn="l">
              <a:defRPr sz="2100" b="0">
                <a:solidFill>
                  <a:srgbClr val="0B2F38"/>
                </a:solidFill>
                <a:latin typeface="Arial"/>
                <a:ea typeface="Arial"/>
                <a:cs typeface="Arial"/>
              </a:defRPr>
            </a:lvl3pPr>
            <a:lvl4pPr algn="l">
              <a:defRPr sz="2100" b="0">
                <a:solidFill>
                  <a:srgbClr val="0B2F38"/>
                </a:solidFill>
                <a:latin typeface="Arial"/>
                <a:ea typeface="Arial"/>
                <a:cs typeface="Arial"/>
              </a:defRPr>
            </a:lvl4pPr>
            <a:lvl5pPr algn="l">
              <a:defRPr sz="2100" b="0">
                <a:solidFill>
                  <a:srgbClr val="0B2F38"/>
                </a:solidFill>
                <a:latin typeface="Arial"/>
                <a:ea typeface="Arial"/>
                <a:cs typeface="Arial"/>
              </a:defRPr>
            </a:lvl5pPr>
            <a:lvl6pPr algn="l">
              <a:defRPr sz="2100" b="0">
                <a:solidFill>
                  <a:srgbClr val="0B2F38"/>
                </a:solidFill>
                <a:latin typeface="Arial"/>
                <a:ea typeface="Arial"/>
                <a:cs typeface="Arial"/>
              </a:defRPr>
            </a:lvl6pPr>
            <a:lvl7pPr algn="l">
              <a:defRPr sz="2100" b="0">
                <a:solidFill>
                  <a:srgbClr val="0B2F38"/>
                </a:solidFill>
                <a:latin typeface="Arial"/>
                <a:ea typeface="Arial"/>
                <a:cs typeface="Arial"/>
              </a:defRPr>
            </a:lvl7pPr>
            <a:lvl8pPr algn="l">
              <a:defRPr sz="2100" b="0">
                <a:solidFill>
                  <a:srgbClr val="0B2F38"/>
                </a:solidFill>
                <a:latin typeface="Arial"/>
                <a:ea typeface="Arial"/>
                <a:cs typeface="Arial"/>
              </a:defRPr>
            </a:lvl8pPr>
            <a:lvl9pPr algn="l">
              <a:defRPr sz="2100" b="0">
                <a:solidFill>
                  <a:srgbClr val="0B2F38"/>
                </a:solidFill>
                <a:latin typeface="Arial"/>
                <a:ea typeface="Arial"/>
                <a:cs typeface="Arial"/>
              </a:defRPr>
            </a:lvl9pPr>
          </a:lstStyle>
          <a:p xmlns:a="http://schemas.openxmlformats.org/drawingml/2006/main">
            <a:pPr algn="l">
              <a:defRPr sz="2100" b="0">
                <a:solidFill>
                  <a:srgbClr val="0B2F38"/>
                </a:solidFill>
                <a:latin typeface="Arial"/>
                <a:ea typeface="Arial"/>
                <a:cs typeface="Arial"/>
              </a:defRPr>
            </a:pPr>
            <a:r>
              <a:rPr sz="2100" b="0">
                <a:solidFill>
                  <a:srgbClr val="0B2F38"/>
                </a:solidFill>
                <a:latin typeface="Arial"/>
                <a:ea typeface="Arial"/>
                <a:cs typeface="Arial"/>
              </a:rPr>
              <a:t>Präzisen Standort und Kamera freigeben</a:t>
            </a:r>
          </a:p>
        </p:txBody>
      </p:sp>
      <p:sp>
        <p:nvSpPr>
          <p:cNvPr id="6" name="text-4">
            <a:extLst xmlns:a="http://schemas.openxmlformats.org/drawingml/2006/main">
              <a:ext uri="{FF2B5EF4-FFF2-40B4-BE49-F238E27FC236}">
                <a16:creationId xmlns:a16="http://schemas.microsoft.com/office/drawing/2014/main" id="{C985B5EE-563F-4D8C-83B4-C27648CDD109}"/>
              </a:ext>
            </a:extLst>
          </p:cNvPr>
          <p:cNvSpPr>
            <a:spLocks xmlns:a="http://schemas.openxmlformats.org/drawingml/2006/main" noGrp="1"/>
          </p:cNvSpPr>
          <p:nvPr/>
        </p:nvSpPr>
        <p:spPr>
          <a:xfrm xmlns:a="http://schemas.openxmlformats.org/drawingml/2006/main">
            <a:off x="609600" y="3657600"/>
            <a:ext cx="716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B2F38"/>
                </a:solidFill>
                <a:latin typeface="Arial"/>
                <a:ea typeface="Arial"/>
                <a:cs typeface="Arial"/>
              </a:defRPr>
            </a:defPPr>
            <a:lvl1pPr algn="l">
              <a:defRPr sz="2100" b="0">
                <a:solidFill>
                  <a:srgbClr val="0B2F38"/>
                </a:solidFill>
                <a:latin typeface="Arial"/>
                <a:ea typeface="Arial"/>
                <a:cs typeface="Arial"/>
              </a:defRPr>
            </a:lvl1pPr>
            <a:lvl2pPr algn="l">
              <a:defRPr sz="2100" b="0">
                <a:solidFill>
                  <a:srgbClr val="0B2F38"/>
                </a:solidFill>
                <a:latin typeface="Arial"/>
                <a:ea typeface="Arial"/>
                <a:cs typeface="Arial"/>
              </a:defRPr>
            </a:lvl2pPr>
            <a:lvl3pPr algn="l">
              <a:defRPr sz="2100" b="0">
                <a:solidFill>
                  <a:srgbClr val="0B2F38"/>
                </a:solidFill>
                <a:latin typeface="Arial"/>
                <a:ea typeface="Arial"/>
                <a:cs typeface="Arial"/>
              </a:defRPr>
            </a:lvl3pPr>
            <a:lvl4pPr algn="l">
              <a:defRPr sz="2100" b="0">
                <a:solidFill>
                  <a:srgbClr val="0B2F38"/>
                </a:solidFill>
                <a:latin typeface="Arial"/>
                <a:ea typeface="Arial"/>
                <a:cs typeface="Arial"/>
              </a:defRPr>
            </a:lvl4pPr>
            <a:lvl5pPr algn="l">
              <a:defRPr sz="2100" b="0">
                <a:solidFill>
                  <a:srgbClr val="0B2F38"/>
                </a:solidFill>
                <a:latin typeface="Arial"/>
                <a:ea typeface="Arial"/>
                <a:cs typeface="Arial"/>
              </a:defRPr>
            </a:lvl5pPr>
            <a:lvl6pPr algn="l">
              <a:defRPr sz="2100" b="0">
                <a:solidFill>
                  <a:srgbClr val="0B2F38"/>
                </a:solidFill>
                <a:latin typeface="Arial"/>
                <a:ea typeface="Arial"/>
                <a:cs typeface="Arial"/>
              </a:defRPr>
            </a:lvl6pPr>
            <a:lvl7pPr algn="l">
              <a:defRPr sz="2100" b="0">
                <a:solidFill>
                  <a:srgbClr val="0B2F38"/>
                </a:solidFill>
                <a:latin typeface="Arial"/>
                <a:ea typeface="Arial"/>
                <a:cs typeface="Arial"/>
              </a:defRPr>
            </a:lvl7pPr>
            <a:lvl8pPr algn="l">
              <a:defRPr sz="2100" b="0">
                <a:solidFill>
                  <a:srgbClr val="0B2F38"/>
                </a:solidFill>
                <a:latin typeface="Arial"/>
                <a:ea typeface="Arial"/>
                <a:cs typeface="Arial"/>
              </a:defRPr>
            </a:lvl8pPr>
            <a:lvl9pPr algn="l">
              <a:defRPr sz="2100" b="0">
                <a:solidFill>
                  <a:srgbClr val="0B2F38"/>
                </a:solidFill>
                <a:latin typeface="Arial"/>
                <a:ea typeface="Arial"/>
                <a:cs typeface="Arial"/>
              </a:defRPr>
            </a:lvl9pPr>
          </a:lstStyle>
          <a:p xmlns:a="http://schemas.openxmlformats.org/drawingml/2006/main">
            <a:pPr algn="l">
              <a:defRPr sz="2100" b="0">
                <a:solidFill>
                  <a:srgbClr val="0B2F38"/>
                </a:solidFill>
                <a:latin typeface="Arial"/>
                <a:ea typeface="Arial"/>
                <a:cs typeface="Arial"/>
              </a:defRPr>
            </a:pPr>
            <a:r>
              <a:rPr sz="2100" b="0">
                <a:solidFill>
                  <a:srgbClr val="0B2F38"/>
                </a:solidFill>
                <a:latin typeface="Arial"/>
                <a:ea typeface="Arial"/>
                <a:cs typeface="Arial"/>
              </a:rPr>
              <a:t>Schilderkennung, Video und Straßenfotos getrennt wählen</a:t>
            </a:r>
          </a:p>
        </p:txBody>
      </p:sp>
      <p:sp>
        <p:nvSpPr>
          <p:cNvPr id="7" name="text-5">
            <a:extLst xmlns:a="http://schemas.openxmlformats.org/drawingml/2006/main">
              <a:ext uri="{FF2B5EF4-FFF2-40B4-BE49-F238E27FC236}">
                <a16:creationId xmlns:a16="http://schemas.microsoft.com/office/drawing/2014/main" id="{9A9BC80D-029F-435E-9321-A7FFB2E4C349}"/>
              </a:ext>
            </a:extLst>
          </p:cNvPr>
          <p:cNvSpPr>
            <a:spLocks xmlns:a="http://schemas.openxmlformats.org/drawingml/2006/main" noGrp="1"/>
          </p:cNvSpPr>
          <p:nvPr/>
        </p:nvSpPr>
        <p:spPr>
          <a:xfrm xmlns:a="http://schemas.openxmlformats.org/drawingml/2006/main">
            <a:off x="609600" y="4629150"/>
            <a:ext cx="716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B2F38"/>
                </a:solidFill>
                <a:latin typeface="Arial"/>
                <a:ea typeface="Arial"/>
                <a:cs typeface="Arial"/>
              </a:defRPr>
            </a:defPPr>
            <a:lvl1pPr algn="l">
              <a:defRPr sz="2100" b="0">
                <a:solidFill>
                  <a:srgbClr val="0B2F38"/>
                </a:solidFill>
                <a:latin typeface="Arial"/>
                <a:ea typeface="Arial"/>
                <a:cs typeface="Arial"/>
              </a:defRPr>
            </a:lvl1pPr>
            <a:lvl2pPr algn="l">
              <a:defRPr sz="2100" b="0">
                <a:solidFill>
                  <a:srgbClr val="0B2F38"/>
                </a:solidFill>
                <a:latin typeface="Arial"/>
                <a:ea typeface="Arial"/>
                <a:cs typeface="Arial"/>
              </a:defRPr>
            </a:lvl2pPr>
            <a:lvl3pPr algn="l">
              <a:defRPr sz="2100" b="0">
                <a:solidFill>
                  <a:srgbClr val="0B2F38"/>
                </a:solidFill>
                <a:latin typeface="Arial"/>
                <a:ea typeface="Arial"/>
                <a:cs typeface="Arial"/>
              </a:defRPr>
            </a:lvl3pPr>
            <a:lvl4pPr algn="l">
              <a:defRPr sz="2100" b="0">
                <a:solidFill>
                  <a:srgbClr val="0B2F38"/>
                </a:solidFill>
                <a:latin typeface="Arial"/>
                <a:ea typeface="Arial"/>
                <a:cs typeface="Arial"/>
              </a:defRPr>
            </a:lvl4pPr>
            <a:lvl5pPr algn="l">
              <a:defRPr sz="2100" b="0">
                <a:solidFill>
                  <a:srgbClr val="0B2F38"/>
                </a:solidFill>
                <a:latin typeface="Arial"/>
                <a:ea typeface="Arial"/>
                <a:cs typeface="Arial"/>
              </a:defRPr>
            </a:lvl5pPr>
            <a:lvl6pPr algn="l">
              <a:defRPr sz="2100" b="0">
                <a:solidFill>
                  <a:srgbClr val="0B2F38"/>
                </a:solidFill>
                <a:latin typeface="Arial"/>
                <a:ea typeface="Arial"/>
                <a:cs typeface="Arial"/>
              </a:defRPr>
            </a:lvl6pPr>
            <a:lvl7pPr algn="l">
              <a:defRPr sz="2100" b="0">
                <a:solidFill>
                  <a:srgbClr val="0B2F38"/>
                </a:solidFill>
                <a:latin typeface="Arial"/>
                <a:ea typeface="Arial"/>
                <a:cs typeface="Arial"/>
              </a:defRPr>
            </a:lvl7pPr>
            <a:lvl8pPr algn="l">
              <a:defRPr sz="2100" b="0">
                <a:solidFill>
                  <a:srgbClr val="0B2F38"/>
                </a:solidFill>
                <a:latin typeface="Arial"/>
                <a:ea typeface="Arial"/>
                <a:cs typeface="Arial"/>
              </a:defRPr>
            </a:lvl8pPr>
            <a:lvl9pPr algn="l">
              <a:defRPr sz="2100" b="0">
                <a:solidFill>
                  <a:srgbClr val="0B2F38"/>
                </a:solidFill>
                <a:latin typeface="Arial"/>
                <a:ea typeface="Arial"/>
                <a:cs typeface="Arial"/>
              </a:defRPr>
            </a:lvl9pPr>
          </a:lstStyle>
          <a:p xmlns:a="http://schemas.openxmlformats.org/drawingml/2006/main">
            <a:pPr algn="l">
              <a:defRPr sz="2100" b="0">
                <a:solidFill>
                  <a:srgbClr val="0B2F38"/>
                </a:solidFill>
                <a:latin typeface="Arial"/>
                <a:ea typeface="Arial"/>
                <a:cs typeface="Arial"/>
              </a:defRPr>
            </a:pPr>
            <a:r>
              <a:rPr sz="2100" b="0">
                <a:solidFill>
                  <a:srgbClr val="0B2F38"/>
                </a:solidFill>
                <a:latin typeface="Arial"/>
                <a:ea typeface="Arial"/>
                <a:cs typeface="Arial"/>
              </a:rPr>
              <a:t>Halterung, Bildausschnitt und kurzen Testclip prüfen</a:t>
            </a:r>
          </a:p>
        </p:txBody>
      </p:sp>
    </p:spTree>
    <p:extLst>
      <p:ext uri="{BB962C8B-B14F-4D97-AF65-F5344CB8AC3E}">
        <p14:creationId xmlns:p14="http://schemas.microsoft.com/office/powerpoint/2010/main" val="1417833391"/>
      </p:ext>
    </p:extLst>
  </p:cSld>
</p:sld>
</file>

<file path=ppt/slides/slide30.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5" name="text-0">
            <a:extLst xmlns:a="http://schemas.openxmlformats.org/drawingml/2006/main">
              <a:ext uri="{FF2B5EF4-FFF2-40B4-BE49-F238E27FC236}">
                <a16:creationId xmlns:a16="http://schemas.microsoft.com/office/drawing/2014/main" id="{C6FA8580-B92B-4702-AAE6-3A25383E9385}"/>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B2F38"/>
                </a:solidFill>
                <a:latin typeface="Arial"/>
                <a:ea typeface="Arial"/>
                <a:cs typeface="Arial"/>
              </a:defRPr>
            </a:defPPr>
            <a:lvl1pPr algn="l">
              <a:defRPr sz="3300" b="1">
                <a:solidFill>
                  <a:srgbClr val="0B2F38"/>
                </a:solidFill>
                <a:latin typeface="Arial"/>
                <a:ea typeface="Arial"/>
                <a:cs typeface="Arial"/>
              </a:defRPr>
            </a:lvl1pPr>
            <a:lvl2pPr algn="l">
              <a:defRPr sz="3300" b="1">
                <a:solidFill>
                  <a:srgbClr val="0B2F38"/>
                </a:solidFill>
                <a:latin typeface="Arial"/>
                <a:ea typeface="Arial"/>
                <a:cs typeface="Arial"/>
              </a:defRPr>
            </a:lvl2pPr>
            <a:lvl3pPr algn="l">
              <a:defRPr sz="3300" b="1">
                <a:solidFill>
                  <a:srgbClr val="0B2F38"/>
                </a:solidFill>
                <a:latin typeface="Arial"/>
                <a:ea typeface="Arial"/>
                <a:cs typeface="Arial"/>
              </a:defRPr>
            </a:lvl3pPr>
            <a:lvl4pPr algn="l">
              <a:defRPr sz="3300" b="1">
                <a:solidFill>
                  <a:srgbClr val="0B2F38"/>
                </a:solidFill>
                <a:latin typeface="Arial"/>
                <a:ea typeface="Arial"/>
                <a:cs typeface="Arial"/>
              </a:defRPr>
            </a:lvl4pPr>
            <a:lvl5pPr algn="l">
              <a:defRPr sz="3300" b="1">
                <a:solidFill>
                  <a:srgbClr val="0B2F38"/>
                </a:solidFill>
                <a:latin typeface="Arial"/>
                <a:ea typeface="Arial"/>
                <a:cs typeface="Arial"/>
              </a:defRPr>
            </a:lvl5pPr>
            <a:lvl6pPr algn="l">
              <a:defRPr sz="3300" b="1">
                <a:solidFill>
                  <a:srgbClr val="0B2F38"/>
                </a:solidFill>
                <a:latin typeface="Arial"/>
                <a:ea typeface="Arial"/>
                <a:cs typeface="Arial"/>
              </a:defRPr>
            </a:lvl6pPr>
            <a:lvl7pPr algn="l">
              <a:defRPr sz="3300" b="1">
                <a:solidFill>
                  <a:srgbClr val="0B2F38"/>
                </a:solidFill>
                <a:latin typeface="Arial"/>
                <a:ea typeface="Arial"/>
                <a:cs typeface="Arial"/>
              </a:defRPr>
            </a:lvl7pPr>
            <a:lvl8pPr algn="l">
              <a:defRPr sz="3300" b="1">
                <a:solidFill>
                  <a:srgbClr val="0B2F38"/>
                </a:solidFill>
                <a:latin typeface="Arial"/>
                <a:ea typeface="Arial"/>
                <a:cs typeface="Arial"/>
              </a:defRPr>
            </a:lvl8pPr>
            <a:lvl9pPr algn="l">
              <a:defRPr sz="3300" b="1">
                <a:solidFill>
                  <a:srgbClr val="0B2F38"/>
                </a:solidFill>
                <a:latin typeface="Arial"/>
                <a:ea typeface="Arial"/>
                <a:cs typeface="Arial"/>
              </a:defRPr>
            </a:lvl9pPr>
          </a:lstStyle>
          <a:p xmlns:a="http://schemas.openxmlformats.org/drawingml/2006/main">
            <a:pPr algn="l">
              <a:defRPr sz="3300" b="1">
                <a:solidFill>
                  <a:srgbClr val="0B2F38"/>
                </a:solidFill>
                <a:latin typeface="Arial"/>
                <a:ea typeface="Arial"/>
                <a:cs typeface="Arial"/>
              </a:defRPr>
            </a:pPr>
            <a:r>
              <a:rPr sz="3300" b="1">
                <a:solidFill>
                  <a:srgbClr val="0B2F38"/>
                </a:solidFill>
                <a:latin typeface="Arial"/>
                <a:ea typeface="Arial"/>
                <a:cs typeface="Arial"/>
              </a:rPr>
              <a:t>Panoramax: Aufnahme und Upload</a:t>
            </a:r>
          </a:p>
        </p:txBody>
      </p:sp>
      <p:sp>
        <p:nvSpPr>
          <p:cNvPr id="2" name="text-1">
            <a:extLst xmlns:a="http://schemas.openxmlformats.org/drawingml/2006/main">
              <a:ext uri="{FF2B5EF4-FFF2-40B4-BE49-F238E27FC236}">
                <a16:creationId xmlns:a16="http://schemas.microsoft.com/office/drawing/2014/main" id="{AA3DC96B-0256-4EBA-BD69-6CF0F0D3A89D}"/>
              </a:ext>
            </a:extLst>
          </p:cNvPr>
          <p:cNvSpPr>
            <a:spLocks xmlns:a="http://schemas.openxmlformats.org/drawingml/2006/main" noGrp="1"/>
          </p:cNvSpPr>
          <p:nvPr/>
        </p:nvSpPr>
        <p:spPr>
          <a:xfrm xmlns:a="http://schemas.openxmlformats.org/drawingml/2006/main">
            <a:off x="11144250" y="6477000"/>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defRPr sz="1125" b="0">
                <a:solidFill>
                  <a:srgbClr val="50646A"/>
                </a:solidFill>
                <a:latin typeface="Arial"/>
                <a:ea typeface="Arial"/>
                <a:cs typeface="Arial"/>
              </a:defRPr>
            </a:lvl1pPr>
            <a:lvl2pPr algn="r">
              <a:defRPr sz="1125" b="0">
                <a:solidFill>
                  <a:srgbClr val="50646A"/>
                </a:solidFill>
                <a:latin typeface="Arial"/>
                <a:ea typeface="Arial"/>
                <a:cs typeface="Arial"/>
              </a:defRPr>
            </a:lvl2pPr>
            <a:lvl3pPr algn="r">
              <a:defRPr sz="1125" b="0">
                <a:solidFill>
                  <a:srgbClr val="50646A"/>
                </a:solidFill>
                <a:latin typeface="Arial"/>
                <a:ea typeface="Arial"/>
                <a:cs typeface="Arial"/>
              </a:defRPr>
            </a:lvl3pPr>
            <a:lvl4pPr algn="r">
              <a:defRPr sz="1125" b="0">
                <a:solidFill>
                  <a:srgbClr val="50646A"/>
                </a:solidFill>
                <a:latin typeface="Arial"/>
                <a:ea typeface="Arial"/>
                <a:cs typeface="Arial"/>
              </a:defRPr>
            </a:lvl4pPr>
            <a:lvl5pPr algn="r">
              <a:defRPr sz="1125" b="0">
                <a:solidFill>
                  <a:srgbClr val="50646A"/>
                </a:solidFill>
                <a:latin typeface="Arial"/>
                <a:ea typeface="Arial"/>
                <a:cs typeface="Arial"/>
              </a:defRPr>
            </a:lvl5pPr>
            <a:lvl6pPr algn="r">
              <a:defRPr sz="1125" b="0">
                <a:solidFill>
                  <a:srgbClr val="50646A"/>
                </a:solidFill>
                <a:latin typeface="Arial"/>
                <a:ea typeface="Arial"/>
                <a:cs typeface="Arial"/>
              </a:defRPr>
            </a:lvl6pPr>
            <a:lvl7pPr algn="r">
              <a:defRPr sz="1125" b="0">
                <a:solidFill>
                  <a:srgbClr val="50646A"/>
                </a:solidFill>
                <a:latin typeface="Arial"/>
                <a:ea typeface="Arial"/>
                <a:cs typeface="Arial"/>
              </a:defRPr>
            </a:lvl7pPr>
            <a:lvl8pPr algn="r">
              <a:defRPr sz="1125" b="0">
                <a:solidFill>
                  <a:srgbClr val="50646A"/>
                </a:solidFill>
                <a:latin typeface="Arial"/>
                <a:ea typeface="Arial"/>
                <a:cs typeface="Arial"/>
              </a:defRPr>
            </a:lvl8pPr>
            <a:lvl9pPr algn="r">
              <a:defRPr sz="1125" b="0">
                <a:solidFill>
                  <a:srgbClr val="50646A"/>
                </a:solidFill>
                <a:latin typeface="Arial"/>
                <a:ea typeface="Arial"/>
                <a:cs typeface="Arial"/>
              </a:defRPr>
            </a:lvl9pPr>
          </a:lstStyle>
          <a:p xmlns:a="http://schemas.openxmlformats.org/drawingml/2006/main">
            <a:pPr algn="r">
              <a:defRPr sz="1125" b="0">
                <a:solidFill>
                  <a:srgbClr val="50646A"/>
                </a:solidFill>
                <a:latin typeface="Arial"/>
                <a:ea typeface="Arial"/>
                <a:cs typeface="Arial"/>
              </a:defRPr>
            </a:pPr>
            <a:r>
              <a:rPr sz="1125" b="0">
                <a:solidFill>
                  <a:srgbClr val="50646A"/>
                </a:solidFill>
                <a:latin typeface="Arial"/>
                <a:ea typeface="Arial"/>
                <a:cs typeface="Arial"/>
              </a:rPr>
              <a:t>30</a:t>
            </a:r>
          </a:p>
        </p:txBody>
      </p:sp>
      <p:pic>
        <p:nvPicPr>
          <p:cNvPr id="3" name="">
            <a:extLst xmlns:a="http://schemas.openxmlformats.org/drawingml/2006/main">
              <a:ext uri="{FF2B5EF4-FFF2-40B4-BE49-F238E27FC236}">
                <a16:creationId xmlns:a16="http://schemas.microsoft.com/office/drawing/2014/main" id="{51A87868-49DF-4CD7-A4F5-D309BC6DE69B}"/>
              </a:ext>
            </a:extLst>
          </p:cNvPr>
          <p:cNvPicPr>
            <a:picLocks xmlns:a="http://schemas.openxmlformats.org/drawingml/2006/main" noChangeAspect="1"/>
          </p:cNvPicPr>
          <p:nvPr/>
        </p:nvPicPr>
        <p:blipFill>
          <a:blip xmlns:r="http://schemas.openxmlformats.org/officeDocument/2006/relationships" xmlns:a="http://schemas.openxmlformats.org/drawingml/2006/main" r:embed="R97cc4c36583d4e30"/>
          <a:stretch xmlns:a="http://schemas.openxmlformats.org/drawingml/2006/main"/>
        </p:blipFill>
        <p:spPr>
          <a:xfrm xmlns:a="http://schemas.openxmlformats.org/drawingml/2006/main">
            <a:off x="609732" y="1562100"/>
            <a:ext cx="2095236" cy="4524375"/>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B8D6667E-299E-42C9-8C0B-1BB97E7B8921}"/>
              </a:ext>
            </a:extLst>
          </p:cNvPr>
          <p:cNvPicPr>
            <a:picLocks xmlns:a="http://schemas.openxmlformats.org/drawingml/2006/main" noChangeAspect="1"/>
          </p:cNvPicPr>
          <p:nvPr/>
        </p:nvPicPr>
        <p:blipFill>
          <a:blip xmlns:r="http://schemas.openxmlformats.org/officeDocument/2006/relationships" xmlns:a="http://schemas.openxmlformats.org/drawingml/2006/main" r:embed="Rced98fecf9f343d6"/>
          <a:stretch xmlns:a="http://schemas.openxmlformats.org/drawingml/2006/main"/>
        </p:blipFill>
        <p:spPr>
          <a:xfrm xmlns:a="http://schemas.openxmlformats.org/drawingml/2006/main">
            <a:off x="3543898" y="1562100"/>
            <a:ext cx="1999054" cy="434340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3A5DAE54-1560-4790-B2D5-FCFACBDD76A6}"/>
              </a:ext>
            </a:extLst>
          </p:cNvPr>
          <p:cNvPicPr>
            <a:picLocks xmlns:a="http://schemas.openxmlformats.org/drawingml/2006/main" noChangeAspect="1"/>
          </p:cNvPicPr>
          <p:nvPr/>
        </p:nvPicPr>
        <p:blipFill>
          <a:blip xmlns:r="http://schemas.openxmlformats.org/officeDocument/2006/relationships" xmlns:a="http://schemas.openxmlformats.org/drawingml/2006/main" r:embed="R7a80a77492274a6b"/>
          <a:stretch xmlns:a="http://schemas.openxmlformats.org/drawingml/2006/main"/>
        </p:blipFill>
        <p:spPr>
          <a:xfrm xmlns:a="http://schemas.openxmlformats.org/drawingml/2006/main">
            <a:off x="6134100" y="1563158"/>
            <a:ext cx="2409825" cy="4284133"/>
          </a:xfrm>
          <a:prstGeom xmlns:a="http://schemas.openxmlformats.org/drawingml/2006/main" prst="rect">
            <a:avLst/>
          </a:prstGeom>
        </p:spPr>
      </p:pic>
      <p:sp>
        <p:nvSpPr>
          <p:cNvPr id="6" name="text-2">
            <a:extLst xmlns:a="http://schemas.openxmlformats.org/drawingml/2006/main">
              <a:ext uri="{FF2B5EF4-FFF2-40B4-BE49-F238E27FC236}">
                <a16:creationId xmlns:a16="http://schemas.microsoft.com/office/drawing/2014/main" id="{41FEE074-CA52-4047-9D07-2C7289E0320D}"/>
              </a:ext>
            </a:extLst>
          </p:cNvPr>
          <p:cNvSpPr>
            <a:spLocks xmlns:a="http://schemas.openxmlformats.org/drawingml/2006/main" noGrp="1"/>
          </p:cNvSpPr>
          <p:nvPr/>
        </p:nvSpPr>
        <p:spPr>
          <a:xfrm xmlns:a="http://schemas.openxmlformats.org/drawingml/2006/main">
            <a:off x="609600" y="6153150"/>
            <a:ext cx="2895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B2F38"/>
                </a:solidFill>
                <a:latin typeface="Arial"/>
                <a:ea typeface="Arial"/>
                <a:cs typeface="Arial"/>
              </a:defRPr>
            </a:defPPr>
            <a:lvl1pPr algn="l">
              <a:defRPr sz="1725" b="1">
                <a:solidFill>
                  <a:srgbClr val="0B2F38"/>
                </a:solidFill>
                <a:latin typeface="Arial"/>
                <a:ea typeface="Arial"/>
                <a:cs typeface="Arial"/>
              </a:defRPr>
            </a:lvl1pPr>
            <a:lvl2pPr algn="l">
              <a:defRPr sz="1725" b="1">
                <a:solidFill>
                  <a:srgbClr val="0B2F38"/>
                </a:solidFill>
                <a:latin typeface="Arial"/>
                <a:ea typeface="Arial"/>
                <a:cs typeface="Arial"/>
              </a:defRPr>
            </a:lvl2pPr>
            <a:lvl3pPr algn="l">
              <a:defRPr sz="1725" b="1">
                <a:solidFill>
                  <a:srgbClr val="0B2F38"/>
                </a:solidFill>
                <a:latin typeface="Arial"/>
                <a:ea typeface="Arial"/>
                <a:cs typeface="Arial"/>
              </a:defRPr>
            </a:lvl3pPr>
            <a:lvl4pPr algn="l">
              <a:defRPr sz="1725" b="1">
                <a:solidFill>
                  <a:srgbClr val="0B2F38"/>
                </a:solidFill>
                <a:latin typeface="Arial"/>
                <a:ea typeface="Arial"/>
                <a:cs typeface="Arial"/>
              </a:defRPr>
            </a:lvl4pPr>
            <a:lvl5pPr algn="l">
              <a:defRPr sz="1725" b="1">
                <a:solidFill>
                  <a:srgbClr val="0B2F38"/>
                </a:solidFill>
                <a:latin typeface="Arial"/>
                <a:ea typeface="Arial"/>
                <a:cs typeface="Arial"/>
              </a:defRPr>
            </a:lvl5pPr>
            <a:lvl6pPr algn="l">
              <a:defRPr sz="1725" b="1">
                <a:solidFill>
                  <a:srgbClr val="0B2F38"/>
                </a:solidFill>
                <a:latin typeface="Arial"/>
                <a:ea typeface="Arial"/>
                <a:cs typeface="Arial"/>
              </a:defRPr>
            </a:lvl6pPr>
            <a:lvl7pPr algn="l">
              <a:defRPr sz="1725" b="1">
                <a:solidFill>
                  <a:srgbClr val="0B2F38"/>
                </a:solidFill>
                <a:latin typeface="Arial"/>
                <a:ea typeface="Arial"/>
                <a:cs typeface="Arial"/>
              </a:defRPr>
            </a:lvl7pPr>
            <a:lvl8pPr algn="l">
              <a:defRPr sz="1725" b="1">
                <a:solidFill>
                  <a:srgbClr val="0B2F38"/>
                </a:solidFill>
                <a:latin typeface="Arial"/>
                <a:ea typeface="Arial"/>
                <a:cs typeface="Arial"/>
              </a:defRPr>
            </a:lvl8pPr>
            <a:lvl9pPr algn="l">
              <a:defRPr sz="1725" b="1">
                <a:solidFill>
                  <a:srgbClr val="0B2F38"/>
                </a:solidFill>
                <a:latin typeface="Arial"/>
                <a:ea typeface="Arial"/>
                <a:cs typeface="Arial"/>
              </a:defRPr>
            </a:lvl9pPr>
          </a:lstStyle>
          <a:p xmlns:a="http://schemas.openxmlformats.org/drawingml/2006/main">
            <a:pPr algn="l">
              <a:defRPr sz="1725" b="1">
                <a:solidFill>
                  <a:srgbClr val="0B2F38"/>
                </a:solidFill>
                <a:latin typeface="Arial"/>
                <a:ea typeface="Arial"/>
                <a:cs typeface="Arial"/>
              </a:defRPr>
            </a:pPr>
            <a:r>
              <a:rPr sz="1725" b="1">
                <a:solidFill>
                  <a:srgbClr val="0B2F38"/>
                </a:solidFill>
                <a:latin typeface="Arial"/>
                <a:ea typeface="Arial"/>
                <a:cs typeface="Arial"/>
              </a:rPr>
              <a:t>Panoramax-Fotoaufnahme</a:t>
            </a:r>
          </a:p>
          <a:p xmlns:a="http://schemas.openxmlformats.org/drawingml/2006/main">
            <a:pPr algn="l">
              <a:defRPr sz="1725" b="1">
                <a:solidFill>
                  <a:srgbClr val="0B2F38"/>
                </a:solidFill>
                <a:latin typeface="Arial"/>
                <a:ea typeface="Arial"/>
                <a:cs typeface="Arial"/>
              </a:defRPr>
            </a:pPr>
            <a:r>
              <a:rPr sz="1725" b="1">
                <a:solidFill>
                  <a:srgbClr val="0B2F38"/>
                </a:solidFill>
                <a:latin typeface="Arial"/>
                <a:ea typeface="Arial"/>
                <a:cs typeface="Arial"/>
              </a:rPr>
              <a:t>ein-/ausschalten</a:t>
            </a:r>
          </a:p>
        </p:txBody>
      </p:sp>
      <p:sp>
        <p:nvSpPr>
          <p:cNvPr id="7" name="Panoramax-Kamerabutton-zweiter-von-links">
            <a:extLst xmlns:a="http://schemas.openxmlformats.org/drawingml/2006/main">
              <a:ext uri="{FF2B5EF4-FFF2-40B4-BE49-F238E27FC236}">
                <a16:creationId xmlns:a16="http://schemas.microsoft.com/office/drawing/2014/main" id="{D16B782E-1AF8-41DE-943C-B512C2622B4E}"/>
              </a:ext>
            </a:extLst>
          </p:cNvPr>
          <p:cNvSpPr>
            <a:spLocks xmlns:a="http://schemas.openxmlformats.org/drawingml/2006/main" noGrp="1"/>
          </p:cNvSpPr>
          <p:nvPr/>
        </p:nvSpPr>
        <p:spPr>
          <a:xfrm xmlns:a="http://schemas.openxmlformats.org/drawingml/2006/main">
            <a:off x="1114425" y="569595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8" name="">
            <a:extLst xmlns:a="http://schemas.openxmlformats.org/drawingml/2006/main">
              <a:ext uri="{FF2B5EF4-FFF2-40B4-BE49-F238E27FC236}">
                <a16:creationId xmlns:a16="http://schemas.microsoft.com/office/drawing/2014/main" id="{9211BE8F-886E-40C6-ADCF-2421FDE26741}"/>
              </a:ext>
            </a:extLst>
          </p:cNvPr>
          <p:cNvCxnSpPr>
            <a:stCxn xmlns:a="http://schemas.openxmlformats.org/drawingml/2006/main" id="6" idx="0"/>
            <a:endCxn xmlns:a="http://schemas.openxmlformats.org/drawingml/2006/main" id="7" idx="2"/>
          </p:cNvCxnSpPr>
          <p:nvPr/>
        </p:nvCxnSpPr>
        <p:spPr>
          <a:xfrm xmlns:a="http://schemas.openxmlformats.org/drawingml/2006/main" flipH="1" flipV="1">
            <a:off x="1123950" y="5715000"/>
            <a:ext cx="933450" cy="438150"/>
          </a:xfrm>
          <a:prstGeom xmlns:a="http://schemas.openxmlformats.org/drawingml/2006/main" prst="straightConnector1">
            <a:avLst/>
          </a:prstGeom>
          <a:ln xmlns:a="http://schemas.openxmlformats.org/drawingml/2006/main" w="38100">
            <a:solidFill>
              <a:srgbClr val="B27D10"/>
            </a:solidFill>
            <a:tailEnd type="triangle" w="lg" len="lg"/>
          </a:ln>
        </p:spPr>
      </p:cxnSp>
      <p:sp>
        <p:nvSpPr>
          <p:cNvPr id="9" name="text-5">
            <a:extLst xmlns:a="http://schemas.openxmlformats.org/drawingml/2006/main">
              <a:ext uri="{FF2B5EF4-FFF2-40B4-BE49-F238E27FC236}">
                <a16:creationId xmlns:a16="http://schemas.microsoft.com/office/drawing/2014/main" id="{2F382F89-06B7-4F6D-B319-8E8F79814B50}"/>
              </a:ext>
            </a:extLst>
          </p:cNvPr>
          <p:cNvSpPr>
            <a:spLocks xmlns:a="http://schemas.openxmlformats.org/drawingml/2006/main" noGrp="1"/>
          </p:cNvSpPr>
          <p:nvPr/>
        </p:nvSpPr>
        <p:spPr>
          <a:xfrm xmlns:a="http://schemas.openxmlformats.org/drawingml/2006/main">
            <a:off x="3543300" y="60293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0646A"/>
                </a:solidFill>
                <a:latin typeface="Arial"/>
                <a:ea typeface="Arial"/>
                <a:cs typeface="Arial"/>
              </a:defRPr>
            </a:defPPr>
            <a:lvl1pPr algn="l">
              <a:defRPr sz="1650" b="0">
                <a:solidFill>
                  <a:srgbClr val="50646A"/>
                </a:solidFill>
                <a:latin typeface="Arial"/>
                <a:ea typeface="Arial"/>
                <a:cs typeface="Arial"/>
              </a:defRPr>
            </a:lvl1pPr>
            <a:lvl2pPr algn="l">
              <a:defRPr sz="1650" b="0">
                <a:solidFill>
                  <a:srgbClr val="50646A"/>
                </a:solidFill>
                <a:latin typeface="Arial"/>
                <a:ea typeface="Arial"/>
                <a:cs typeface="Arial"/>
              </a:defRPr>
            </a:lvl2pPr>
            <a:lvl3pPr algn="l">
              <a:defRPr sz="1650" b="0">
                <a:solidFill>
                  <a:srgbClr val="50646A"/>
                </a:solidFill>
                <a:latin typeface="Arial"/>
                <a:ea typeface="Arial"/>
                <a:cs typeface="Arial"/>
              </a:defRPr>
            </a:lvl3pPr>
            <a:lvl4pPr algn="l">
              <a:defRPr sz="1650" b="0">
                <a:solidFill>
                  <a:srgbClr val="50646A"/>
                </a:solidFill>
                <a:latin typeface="Arial"/>
                <a:ea typeface="Arial"/>
                <a:cs typeface="Arial"/>
              </a:defRPr>
            </a:lvl4pPr>
            <a:lvl5pPr algn="l">
              <a:defRPr sz="1650" b="0">
                <a:solidFill>
                  <a:srgbClr val="50646A"/>
                </a:solidFill>
                <a:latin typeface="Arial"/>
                <a:ea typeface="Arial"/>
                <a:cs typeface="Arial"/>
              </a:defRPr>
            </a:lvl5pPr>
            <a:lvl6pPr algn="l">
              <a:defRPr sz="1650" b="0">
                <a:solidFill>
                  <a:srgbClr val="50646A"/>
                </a:solidFill>
                <a:latin typeface="Arial"/>
                <a:ea typeface="Arial"/>
                <a:cs typeface="Arial"/>
              </a:defRPr>
            </a:lvl6pPr>
            <a:lvl7pPr algn="l">
              <a:defRPr sz="1650" b="0">
                <a:solidFill>
                  <a:srgbClr val="50646A"/>
                </a:solidFill>
                <a:latin typeface="Arial"/>
                <a:ea typeface="Arial"/>
                <a:cs typeface="Arial"/>
              </a:defRPr>
            </a:lvl7pPr>
            <a:lvl8pPr algn="l">
              <a:defRPr sz="1650" b="0">
                <a:solidFill>
                  <a:srgbClr val="50646A"/>
                </a:solidFill>
                <a:latin typeface="Arial"/>
                <a:ea typeface="Arial"/>
                <a:cs typeface="Arial"/>
              </a:defRPr>
            </a:lvl8pPr>
            <a:lvl9pPr algn="l">
              <a:defRPr sz="1650" b="0">
                <a:solidFill>
                  <a:srgbClr val="50646A"/>
                </a:solidFill>
                <a:latin typeface="Arial"/>
                <a:ea typeface="Arial"/>
                <a:cs typeface="Arial"/>
              </a:defRPr>
            </a:lvl9pPr>
          </a:lstStyle>
          <a:p xmlns:a="http://schemas.openxmlformats.org/drawingml/2006/main">
            <a:pPr algn="l">
              <a:defRPr sz="1650" b="0">
                <a:solidFill>
                  <a:srgbClr val="50646A"/>
                </a:solidFill>
                <a:latin typeface="Arial"/>
                <a:ea typeface="Arial"/>
                <a:cs typeface="Arial"/>
              </a:defRPr>
            </a:pPr>
            <a:r>
              <a:rPr sz="1650" b="0">
                <a:solidFill>
                  <a:srgbClr val="50646A"/>
                </a:solidFill>
                <a:latin typeface="Arial"/>
                <a:ea typeface="Arial"/>
                <a:cs typeface="Arial"/>
              </a:rPr>
              <a:t>iPhone: Upload-Pfeil</a:t>
            </a:r>
          </a:p>
        </p:txBody>
      </p:sp>
      <p:sp>
        <p:nvSpPr>
          <p:cNvPr id="10" name="text-6">
            <a:extLst xmlns:a="http://schemas.openxmlformats.org/drawingml/2006/main">
              <a:ext uri="{FF2B5EF4-FFF2-40B4-BE49-F238E27FC236}">
                <a16:creationId xmlns:a16="http://schemas.microsoft.com/office/drawing/2014/main" id="{3B40781A-B3B9-4D86-AC3F-1AD993E011E4}"/>
              </a:ext>
            </a:extLst>
          </p:cNvPr>
          <p:cNvSpPr>
            <a:spLocks xmlns:a="http://schemas.openxmlformats.org/drawingml/2006/main" noGrp="1"/>
          </p:cNvSpPr>
          <p:nvPr/>
        </p:nvSpPr>
        <p:spPr>
          <a:xfrm xmlns:a="http://schemas.openxmlformats.org/drawingml/2006/main">
            <a:off x="6134100" y="6029325"/>
            <a:ext cx="2571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0646A"/>
                </a:solidFill>
                <a:latin typeface="Arial"/>
                <a:ea typeface="Arial"/>
                <a:cs typeface="Arial"/>
              </a:defRPr>
            </a:defPPr>
            <a:lvl1pPr algn="l">
              <a:defRPr sz="1650" b="0">
                <a:solidFill>
                  <a:srgbClr val="50646A"/>
                </a:solidFill>
                <a:latin typeface="Arial"/>
                <a:ea typeface="Arial"/>
                <a:cs typeface="Arial"/>
              </a:defRPr>
            </a:lvl1pPr>
            <a:lvl2pPr algn="l">
              <a:defRPr sz="1650" b="0">
                <a:solidFill>
                  <a:srgbClr val="50646A"/>
                </a:solidFill>
                <a:latin typeface="Arial"/>
                <a:ea typeface="Arial"/>
                <a:cs typeface="Arial"/>
              </a:defRPr>
            </a:lvl2pPr>
            <a:lvl3pPr algn="l">
              <a:defRPr sz="1650" b="0">
                <a:solidFill>
                  <a:srgbClr val="50646A"/>
                </a:solidFill>
                <a:latin typeface="Arial"/>
                <a:ea typeface="Arial"/>
                <a:cs typeface="Arial"/>
              </a:defRPr>
            </a:lvl3pPr>
            <a:lvl4pPr algn="l">
              <a:defRPr sz="1650" b="0">
                <a:solidFill>
                  <a:srgbClr val="50646A"/>
                </a:solidFill>
                <a:latin typeface="Arial"/>
                <a:ea typeface="Arial"/>
                <a:cs typeface="Arial"/>
              </a:defRPr>
            </a:lvl4pPr>
            <a:lvl5pPr algn="l">
              <a:defRPr sz="1650" b="0">
                <a:solidFill>
                  <a:srgbClr val="50646A"/>
                </a:solidFill>
                <a:latin typeface="Arial"/>
                <a:ea typeface="Arial"/>
                <a:cs typeface="Arial"/>
              </a:defRPr>
            </a:lvl5pPr>
            <a:lvl6pPr algn="l">
              <a:defRPr sz="1650" b="0">
                <a:solidFill>
                  <a:srgbClr val="50646A"/>
                </a:solidFill>
                <a:latin typeface="Arial"/>
                <a:ea typeface="Arial"/>
                <a:cs typeface="Arial"/>
              </a:defRPr>
            </a:lvl6pPr>
            <a:lvl7pPr algn="l">
              <a:defRPr sz="1650" b="0">
                <a:solidFill>
                  <a:srgbClr val="50646A"/>
                </a:solidFill>
                <a:latin typeface="Arial"/>
                <a:ea typeface="Arial"/>
                <a:cs typeface="Arial"/>
              </a:defRPr>
            </a:lvl7pPr>
            <a:lvl8pPr algn="l">
              <a:defRPr sz="1650" b="0">
                <a:solidFill>
                  <a:srgbClr val="50646A"/>
                </a:solidFill>
                <a:latin typeface="Arial"/>
                <a:ea typeface="Arial"/>
                <a:cs typeface="Arial"/>
              </a:defRPr>
            </a:lvl8pPr>
            <a:lvl9pPr algn="l">
              <a:defRPr sz="1650" b="0">
                <a:solidFill>
                  <a:srgbClr val="50646A"/>
                </a:solidFill>
                <a:latin typeface="Arial"/>
                <a:ea typeface="Arial"/>
                <a:cs typeface="Arial"/>
              </a:defRPr>
            </a:lvl9pPr>
          </a:lstStyle>
          <a:p xmlns:a="http://schemas.openxmlformats.org/drawingml/2006/main">
            <a:pPr algn="l">
              <a:defRPr sz="1650" b="0">
                <a:solidFill>
                  <a:srgbClr val="50646A"/>
                </a:solidFill>
                <a:latin typeface="Arial"/>
                <a:ea typeface="Arial"/>
                <a:cs typeface="Arial"/>
              </a:defRPr>
            </a:pPr>
            <a:r>
              <a:rPr sz="1650" b="0">
                <a:solidFill>
                  <a:srgbClr val="50646A"/>
                </a:solidFill>
                <a:latin typeface="Arial"/>
                <a:ea typeface="Arial"/>
                <a:cs typeface="Arial"/>
              </a:rPr>
              <a:t>Android: Hochladen</a:t>
            </a:r>
          </a:p>
        </p:txBody>
      </p:sp>
      <p:sp>
        <p:nvSpPr>
          <p:cNvPr id="11" name="text-7">
            <a:extLst xmlns:a="http://schemas.openxmlformats.org/drawingml/2006/main">
              <a:ext uri="{FF2B5EF4-FFF2-40B4-BE49-F238E27FC236}">
                <a16:creationId xmlns:a16="http://schemas.microsoft.com/office/drawing/2014/main" id="{C839E41F-585D-4E9A-BA97-40C983BA3200}"/>
              </a:ext>
            </a:extLst>
          </p:cNvPr>
          <p:cNvSpPr>
            <a:spLocks xmlns:a="http://schemas.openxmlformats.org/drawingml/2006/main" noGrp="1"/>
          </p:cNvSpPr>
          <p:nvPr/>
        </p:nvSpPr>
        <p:spPr>
          <a:xfrm xmlns:a="http://schemas.openxmlformats.org/drawingml/2006/main">
            <a:off x="9010650" y="1724025"/>
            <a:ext cx="2571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defRPr sz="1875" b="0">
                <a:solidFill>
                  <a:srgbClr val="0B2F38"/>
                </a:solidFill>
                <a:latin typeface="Arial"/>
                <a:ea typeface="Arial"/>
                <a:cs typeface="Arial"/>
              </a:defRPr>
            </a:lvl1pPr>
            <a:lvl2pPr algn="l">
              <a:defRPr sz="1875" b="0">
                <a:solidFill>
                  <a:srgbClr val="0B2F38"/>
                </a:solidFill>
                <a:latin typeface="Arial"/>
                <a:ea typeface="Arial"/>
                <a:cs typeface="Arial"/>
              </a:defRPr>
            </a:lvl2pPr>
            <a:lvl3pPr algn="l">
              <a:defRPr sz="1875" b="0">
                <a:solidFill>
                  <a:srgbClr val="0B2F38"/>
                </a:solidFill>
                <a:latin typeface="Arial"/>
                <a:ea typeface="Arial"/>
                <a:cs typeface="Arial"/>
              </a:defRPr>
            </a:lvl3pPr>
            <a:lvl4pPr algn="l">
              <a:defRPr sz="1875" b="0">
                <a:solidFill>
                  <a:srgbClr val="0B2F38"/>
                </a:solidFill>
                <a:latin typeface="Arial"/>
                <a:ea typeface="Arial"/>
                <a:cs typeface="Arial"/>
              </a:defRPr>
            </a:lvl4pPr>
            <a:lvl5pPr algn="l">
              <a:defRPr sz="1875" b="0">
                <a:solidFill>
                  <a:srgbClr val="0B2F38"/>
                </a:solidFill>
                <a:latin typeface="Arial"/>
                <a:ea typeface="Arial"/>
                <a:cs typeface="Arial"/>
              </a:defRPr>
            </a:lvl5pPr>
            <a:lvl6pPr algn="l">
              <a:defRPr sz="1875" b="0">
                <a:solidFill>
                  <a:srgbClr val="0B2F38"/>
                </a:solidFill>
                <a:latin typeface="Arial"/>
                <a:ea typeface="Arial"/>
                <a:cs typeface="Arial"/>
              </a:defRPr>
            </a:lvl6pPr>
            <a:lvl7pPr algn="l">
              <a:defRPr sz="1875" b="0">
                <a:solidFill>
                  <a:srgbClr val="0B2F38"/>
                </a:solidFill>
                <a:latin typeface="Arial"/>
                <a:ea typeface="Arial"/>
                <a:cs typeface="Arial"/>
              </a:defRPr>
            </a:lvl7pPr>
            <a:lvl8pPr algn="l">
              <a:defRPr sz="1875" b="0">
                <a:solidFill>
                  <a:srgbClr val="0B2F38"/>
                </a:solidFill>
                <a:latin typeface="Arial"/>
                <a:ea typeface="Arial"/>
                <a:cs typeface="Arial"/>
              </a:defRPr>
            </a:lvl8pPr>
            <a:lvl9pPr algn="l">
              <a:defRPr sz="1875" b="0">
                <a:solidFill>
                  <a:srgbClr val="0B2F38"/>
                </a:solidFill>
                <a:latin typeface="Arial"/>
                <a:ea typeface="Arial"/>
                <a:cs typeface="Arial"/>
              </a:defRPr>
            </a:lvl9pPr>
          </a:lstStyle>
          <a:p xmlns:a="http://schemas.openxmlformats.org/drawingml/2006/main">
            <a:pPr algn="l">
              <a:defRPr sz="1875" b="0">
                <a:solidFill>
                  <a:srgbClr val="0B2F38"/>
                </a:solidFill>
                <a:latin typeface="Arial"/>
                <a:ea typeface="Arial"/>
                <a:cs typeface="Arial"/>
              </a:defRPr>
            </a:pPr>
            <a:r>
              <a:rPr sz="1875" b="0">
                <a:solidFill>
                  <a:srgbClr val="0B2F38"/>
                </a:solidFill>
                <a:latin typeface="Arial"/>
                <a:ea typeface="Arial"/>
                <a:cs typeface="Arial"/>
              </a:rPr>
              <a:t>1  Fotos nach der Fahrt prüfen und auswählen</a:t>
            </a:r>
          </a:p>
        </p:txBody>
      </p:sp>
      <p:sp>
        <p:nvSpPr>
          <p:cNvPr id="12" name="text-8">
            <a:extLst xmlns:a="http://schemas.openxmlformats.org/drawingml/2006/main">
              <a:ext uri="{FF2B5EF4-FFF2-40B4-BE49-F238E27FC236}">
                <a16:creationId xmlns:a16="http://schemas.microsoft.com/office/drawing/2014/main" id="{C863C6C4-DADE-4162-873A-05DCB63FEBE5}"/>
              </a:ext>
            </a:extLst>
          </p:cNvPr>
          <p:cNvSpPr>
            <a:spLocks xmlns:a="http://schemas.openxmlformats.org/drawingml/2006/main" noGrp="1"/>
          </p:cNvSpPr>
          <p:nvPr/>
        </p:nvSpPr>
        <p:spPr>
          <a:xfrm xmlns:a="http://schemas.openxmlformats.org/drawingml/2006/main">
            <a:off x="9010650" y="3076575"/>
            <a:ext cx="2571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defRPr sz="1875" b="0">
                <a:solidFill>
                  <a:srgbClr val="0B2F38"/>
                </a:solidFill>
                <a:latin typeface="Arial"/>
                <a:ea typeface="Arial"/>
                <a:cs typeface="Arial"/>
              </a:defRPr>
            </a:lvl1pPr>
            <a:lvl2pPr algn="l">
              <a:defRPr sz="1875" b="0">
                <a:solidFill>
                  <a:srgbClr val="0B2F38"/>
                </a:solidFill>
                <a:latin typeface="Arial"/>
                <a:ea typeface="Arial"/>
                <a:cs typeface="Arial"/>
              </a:defRPr>
            </a:lvl2pPr>
            <a:lvl3pPr algn="l">
              <a:defRPr sz="1875" b="0">
                <a:solidFill>
                  <a:srgbClr val="0B2F38"/>
                </a:solidFill>
                <a:latin typeface="Arial"/>
                <a:ea typeface="Arial"/>
                <a:cs typeface="Arial"/>
              </a:defRPr>
            </a:lvl3pPr>
            <a:lvl4pPr algn="l">
              <a:defRPr sz="1875" b="0">
                <a:solidFill>
                  <a:srgbClr val="0B2F38"/>
                </a:solidFill>
                <a:latin typeface="Arial"/>
                <a:ea typeface="Arial"/>
                <a:cs typeface="Arial"/>
              </a:defRPr>
            </a:lvl4pPr>
            <a:lvl5pPr algn="l">
              <a:defRPr sz="1875" b="0">
                <a:solidFill>
                  <a:srgbClr val="0B2F38"/>
                </a:solidFill>
                <a:latin typeface="Arial"/>
                <a:ea typeface="Arial"/>
                <a:cs typeface="Arial"/>
              </a:defRPr>
            </a:lvl5pPr>
            <a:lvl6pPr algn="l">
              <a:defRPr sz="1875" b="0">
                <a:solidFill>
                  <a:srgbClr val="0B2F38"/>
                </a:solidFill>
                <a:latin typeface="Arial"/>
                <a:ea typeface="Arial"/>
                <a:cs typeface="Arial"/>
              </a:defRPr>
            </a:lvl6pPr>
            <a:lvl7pPr algn="l">
              <a:defRPr sz="1875" b="0">
                <a:solidFill>
                  <a:srgbClr val="0B2F38"/>
                </a:solidFill>
                <a:latin typeface="Arial"/>
                <a:ea typeface="Arial"/>
                <a:cs typeface="Arial"/>
              </a:defRPr>
            </a:lvl7pPr>
            <a:lvl8pPr algn="l">
              <a:defRPr sz="1875" b="0">
                <a:solidFill>
                  <a:srgbClr val="0B2F38"/>
                </a:solidFill>
                <a:latin typeface="Arial"/>
                <a:ea typeface="Arial"/>
                <a:cs typeface="Arial"/>
              </a:defRPr>
            </a:lvl8pPr>
            <a:lvl9pPr algn="l">
              <a:defRPr sz="1875" b="0">
                <a:solidFill>
                  <a:srgbClr val="0B2F38"/>
                </a:solidFill>
                <a:latin typeface="Arial"/>
                <a:ea typeface="Arial"/>
                <a:cs typeface="Arial"/>
              </a:defRPr>
            </a:lvl9pPr>
          </a:lstStyle>
          <a:p xmlns:a="http://schemas.openxmlformats.org/drawingml/2006/main">
            <a:pPr algn="l">
              <a:defRPr sz="1875" b="0">
                <a:solidFill>
                  <a:srgbClr val="0B2F38"/>
                </a:solidFill>
                <a:latin typeface="Arial"/>
                <a:ea typeface="Arial"/>
                <a:cs typeface="Arial"/>
              </a:defRPr>
            </a:pPr>
            <a:r>
              <a:rPr sz="1875" b="0">
                <a:solidFill>
                  <a:srgbClr val="0B2F38"/>
                </a:solidFill>
                <a:latin typeface="Arial"/>
                <a:ea typeface="Arial"/>
                <a:cs typeface="Arial"/>
              </a:rPr>
              <a:t>2  Eigenes Konto in der App verbinden</a:t>
            </a:r>
          </a:p>
        </p:txBody>
      </p:sp>
      <p:sp>
        <p:nvSpPr>
          <p:cNvPr id="13" name="text-9">
            <a:extLst xmlns:a="http://schemas.openxmlformats.org/drawingml/2006/main">
              <a:ext uri="{FF2B5EF4-FFF2-40B4-BE49-F238E27FC236}">
                <a16:creationId xmlns:a16="http://schemas.microsoft.com/office/drawing/2014/main" id="{A9E89892-43DA-497E-A9CF-5E832873D44D}"/>
              </a:ext>
            </a:extLst>
          </p:cNvPr>
          <p:cNvSpPr>
            <a:spLocks xmlns:a="http://schemas.openxmlformats.org/drawingml/2006/main" noGrp="1"/>
          </p:cNvSpPr>
          <p:nvPr/>
        </p:nvSpPr>
        <p:spPr>
          <a:xfrm xmlns:a="http://schemas.openxmlformats.org/drawingml/2006/main">
            <a:off x="9010650" y="4429125"/>
            <a:ext cx="2571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defRPr sz="1875" b="0">
                <a:solidFill>
                  <a:srgbClr val="0B2F38"/>
                </a:solidFill>
                <a:latin typeface="Arial"/>
                <a:ea typeface="Arial"/>
                <a:cs typeface="Arial"/>
              </a:defRPr>
            </a:lvl1pPr>
            <a:lvl2pPr algn="l">
              <a:defRPr sz="1875" b="0">
                <a:solidFill>
                  <a:srgbClr val="0B2F38"/>
                </a:solidFill>
                <a:latin typeface="Arial"/>
                <a:ea typeface="Arial"/>
                <a:cs typeface="Arial"/>
              </a:defRPr>
            </a:lvl2pPr>
            <a:lvl3pPr algn="l">
              <a:defRPr sz="1875" b="0">
                <a:solidFill>
                  <a:srgbClr val="0B2F38"/>
                </a:solidFill>
                <a:latin typeface="Arial"/>
                <a:ea typeface="Arial"/>
                <a:cs typeface="Arial"/>
              </a:defRPr>
            </a:lvl3pPr>
            <a:lvl4pPr algn="l">
              <a:defRPr sz="1875" b="0">
                <a:solidFill>
                  <a:srgbClr val="0B2F38"/>
                </a:solidFill>
                <a:latin typeface="Arial"/>
                <a:ea typeface="Arial"/>
                <a:cs typeface="Arial"/>
              </a:defRPr>
            </a:lvl4pPr>
            <a:lvl5pPr algn="l">
              <a:defRPr sz="1875" b="0">
                <a:solidFill>
                  <a:srgbClr val="0B2F38"/>
                </a:solidFill>
                <a:latin typeface="Arial"/>
                <a:ea typeface="Arial"/>
                <a:cs typeface="Arial"/>
              </a:defRPr>
            </a:lvl5pPr>
            <a:lvl6pPr algn="l">
              <a:defRPr sz="1875" b="0">
                <a:solidFill>
                  <a:srgbClr val="0B2F38"/>
                </a:solidFill>
                <a:latin typeface="Arial"/>
                <a:ea typeface="Arial"/>
                <a:cs typeface="Arial"/>
              </a:defRPr>
            </a:lvl6pPr>
            <a:lvl7pPr algn="l">
              <a:defRPr sz="1875" b="0">
                <a:solidFill>
                  <a:srgbClr val="0B2F38"/>
                </a:solidFill>
                <a:latin typeface="Arial"/>
                <a:ea typeface="Arial"/>
                <a:cs typeface="Arial"/>
              </a:defRPr>
            </a:lvl7pPr>
            <a:lvl8pPr algn="l">
              <a:defRPr sz="1875" b="0">
                <a:solidFill>
                  <a:srgbClr val="0B2F38"/>
                </a:solidFill>
                <a:latin typeface="Arial"/>
                <a:ea typeface="Arial"/>
                <a:cs typeface="Arial"/>
              </a:defRPr>
            </a:lvl8pPr>
            <a:lvl9pPr algn="l">
              <a:defRPr sz="1875" b="0">
                <a:solidFill>
                  <a:srgbClr val="0B2F38"/>
                </a:solidFill>
                <a:latin typeface="Arial"/>
                <a:ea typeface="Arial"/>
                <a:cs typeface="Arial"/>
              </a:defRPr>
            </a:lvl9pPr>
          </a:lstStyle>
          <a:p xmlns:a="http://schemas.openxmlformats.org/drawingml/2006/main">
            <a:pPr algn="l">
              <a:defRPr sz="1875" b="0">
                <a:solidFill>
                  <a:srgbClr val="0B2F38"/>
                </a:solidFill>
                <a:latin typeface="Arial"/>
                <a:ea typeface="Arial"/>
                <a:cs typeface="Arial"/>
              </a:defRPr>
            </a:pPr>
            <a:r>
              <a:rPr sz="1875" b="0">
                <a:solidFill>
                  <a:srgbClr val="0B2F38"/>
                </a:solidFill>
                <a:latin typeface="Arial"/>
                <a:ea typeface="Arial"/>
                <a:cs typeface="Arial"/>
              </a:rPr>
              <a:t>3  Upload starten und bestätigen</a:t>
            </a:r>
          </a:p>
        </p:txBody>
      </p:sp>
      <p:sp>
        <p:nvSpPr>
          <p:cNvPr id="14" name="text-10">
            <a:extLst xmlns:a="http://schemas.openxmlformats.org/drawingml/2006/main">
              <a:ext uri="{FF2B5EF4-FFF2-40B4-BE49-F238E27FC236}">
                <a16:creationId xmlns:a16="http://schemas.microsoft.com/office/drawing/2014/main" id="{C330B73E-9709-49C4-B4D6-821AF0E85257}"/>
              </a:ext>
            </a:extLst>
          </p:cNvPr>
          <p:cNvSpPr>
            <a:spLocks xmlns:a="http://schemas.openxmlformats.org/drawingml/2006/main" noGrp="1"/>
          </p:cNvSpPr>
          <p:nvPr/>
        </p:nvSpPr>
        <p:spPr>
          <a:xfrm xmlns:a="http://schemas.openxmlformats.org/drawingml/2006/main">
            <a:off x="9010650" y="5848350"/>
            <a:ext cx="2571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0646A"/>
                </a:solidFill>
                <a:latin typeface="Arial"/>
                <a:ea typeface="Arial"/>
                <a:cs typeface="Arial"/>
              </a:defRPr>
            </a:defPPr>
            <a:lvl1pPr algn="l">
              <a:defRPr sz="1725" b="0">
                <a:solidFill>
                  <a:srgbClr val="50646A"/>
                </a:solidFill>
                <a:latin typeface="Arial"/>
                <a:ea typeface="Arial"/>
                <a:cs typeface="Arial"/>
              </a:defRPr>
            </a:lvl1pPr>
            <a:lvl2pPr algn="l">
              <a:defRPr sz="1725" b="0">
                <a:solidFill>
                  <a:srgbClr val="50646A"/>
                </a:solidFill>
                <a:latin typeface="Arial"/>
                <a:ea typeface="Arial"/>
                <a:cs typeface="Arial"/>
              </a:defRPr>
            </a:lvl2pPr>
            <a:lvl3pPr algn="l">
              <a:defRPr sz="1725" b="0">
                <a:solidFill>
                  <a:srgbClr val="50646A"/>
                </a:solidFill>
                <a:latin typeface="Arial"/>
                <a:ea typeface="Arial"/>
                <a:cs typeface="Arial"/>
              </a:defRPr>
            </a:lvl3pPr>
            <a:lvl4pPr algn="l">
              <a:defRPr sz="1725" b="0">
                <a:solidFill>
                  <a:srgbClr val="50646A"/>
                </a:solidFill>
                <a:latin typeface="Arial"/>
                <a:ea typeface="Arial"/>
                <a:cs typeface="Arial"/>
              </a:defRPr>
            </a:lvl4pPr>
            <a:lvl5pPr algn="l">
              <a:defRPr sz="1725" b="0">
                <a:solidFill>
                  <a:srgbClr val="50646A"/>
                </a:solidFill>
                <a:latin typeface="Arial"/>
                <a:ea typeface="Arial"/>
                <a:cs typeface="Arial"/>
              </a:defRPr>
            </a:lvl5pPr>
            <a:lvl6pPr algn="l">
              <a:defRPr sz="1725" b="0">
                <a:solidFill>
                  <a:srgbClr val="50646A"/>
                </a:solidFill>
                <a:latin typeface="Arial"/>
                <a:ea typeface="Arial"/>
                <a:cs typeface="Arial"/>
              </a:defRPr>
            </a:lvl6pPr>
            <a:lvl7pPr algn="l">
              <a:defRPr sz="1725" b="0">
                <a:solidFill>
                  <a:srgbClr val="50646A"/>
                </a:solidFill>
                <a:latin typeface="Arial"/>
                <a:ea typeface="Arial"/>
                <a:cs typeface="Arial"/>
              </a:defRPr>
            </a:lvl7pPr>
            <a:lvl8pPr algn="l">
              <a:defRPr sz="1725" b="0">
                <a:solidFill>
                  <a:srgbClr val="50646A"/>
                </a:solidFill>
                <a:latin typeface="Arial"/>
                <a:ea typeface="Arial"/>
                <a:cs typeface="Arial"/>
              </a:defRPr>
            </a:lvl8pPr>
            <a:lvl9pPr algn="l">
              <a:defRPr sz="1725" b="0">
                <a:solidFill>
                  <a:srgbClr val="50646A"/>
                </a:solidFill>
                <a:latin typeface="Arial"/>
                <a:ea typeface="Arial"/>
                <a:cs typeface="Arial"/>
              </a:defRPr>
            </a:lvl9pPr>
          </a:lstStyle>
          <a:p xmlns:a="http://schemas.openxmlformats.org/drawingml/2006/main">
            <a:pPr algn="l">
              <a:defRPr sz="1725" b="0">
                <a:solidFill>
                  <a:srgbClr val="50646A"/>
                </a:solidFill>
                <a:latin typeface="Arial"/>
                <a:ea typeface="Arial"/>
                <a:cs typeface="Arial"/>
              </a:defRPr>
            </a:pPr>
            <a:r>
              <a:rPr sz="1725" b="0">
                <a:solidFill>
                  <a:srgbClr val="50646A"/>
                </a:solidFill>
                <a:latin typeface="Arial"/>
                <a:ea typeface="Arial"/>
                <a:cs typeface="Arial"/>
              </a:rPr>
              <a:t>Danach im Panoramax-Webviewer annotieren</a:t>
            </a:r>
          </a:p>
        </p:txBody>
      </p:sp>
    </p:spTree>
    <p:extLst>
      <p:ext uri="{BB962C8B-B14F-4D97-AF65-F5344CB8AC3E}">
        <p14:creationId xmlns:p14="http://schemas.microsoft.com/office/powerpoint/2010/main" val="469626546"/>
      </p:ext>
    </p:extLst>
  </p:cSld>
</p:sld>
</file>

<file path=ppt/slides/slide31.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5218CC2B-A1AB-4A4F-B16B-F2F5CA2EBC3F}"/>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B2F38"/>
                </a:solidFill>
                <a:latin typeface="Arial"/>
                <a:ea typeface="Arial"/>
                <a:cs typeface="Arial"/>
              </a:defRPr>
            </a:defPPr>
            <a:lvl1pPr algn="l">
              <a:defRPr sz="3300" b="1">
                <a:solidFill>
                  <a:srgbClr val="0B2F38"/>
                </a:solidFill>
                <a:latin typeface="Arial"/>
                <a:ea typeface="Arial"/>
                <a:cs typeface="Arial"/>
              </a:defRPr>
            </a:lvl1pPr>
            <a:lvl2pPr algn="l">
              <a:defRPr sz="3300" b="1">
                <a:solidFill>
                  <a:srgbClr val="0B2F38"/>
                </a:solidFill>
                <a:latin typeface="Arial"/>
                <a:ea typeface="Arial"/>
                <a:cs typeface="Arial"/>
              </a:defRPr>
            </a:lvl2pPr>
            <a:lvl3pPr algn="l">
              <a:defRPr sz="3300" b="1">
                <a:solidFill>
                  <a:srgbClr val="0B2F38"/>
                </a:solidFill>
                <a:latin typeface="Arial"/>
                <a:ea typeface="Arial"/>
                <a:cs typeface="Arial"/>
              </a:defRPr>
            </a:lvl3pPr>
            <a:lvl4pPr algn="l">
              <a:defRPr sz="3300" b="1">
                <a:solidFill>
                  <a:srgbClr val="0B2F38"/>
                </a:solidFill>
                <a:latin typeface="Arial"/>
                <a:ea typeface="Arial"/>
                <a:cs typeface="Arial"/>
              </a:defRPr>
            </a:lvl4pPr>
            <a:lvl5pPr algn="l">
              <a:defRPr sz="3300" b="1">
                <a:solidFill>
                  <a:srgbClr val="0B2F38"/>
                </a:solidFill>
                <a:latin typeface="Arial"/>
                <a:ea typeface="Arial"/>
                <a:cs typeface="Arial"/>
              </a:defRPr>
            </a:lvl5pPr>
            <a:lvl6pPr algn="l">
              <a:defRPr sz="3300" b="1">
                <a:solidFill>
                  <a:srgbClr val="0B2F38"/>
                </a:solidFill>
                <a:latin typeface="Arial"/>
                <a:ea typeface="Arial"/>
                <a:cs typeface="Arial"/>
              </a:defRPr>
            </a:lvl6pPr>
            <a:lvl7pPr algn="l">
              <a:defRPr sz="3300" b="1">
                <a:solidFill>
                  <a:srgbClr val="0B2F38"/>
                </a:solidFill>
                <a:latin typeface="Arial"/>
                <a:ea typeface="Arial"/>
                <a:cs typeface="Arial"/>
              </a:defRPr>
            </a:lvl7pPr>
            <a:lvl8pPr algn="l">
              <a:defRPr sz="3300" b="1">
                <a:solidFill>
                  <a:srgbClr val="0B2F38"/>
                </a:solidFill>
                <a:latin typeface="Arial"/>
                <a:ea typeface="Arial"/>
                <a:cs typeface="Arial"/>
              </a:defRPr>
            </a:lvl8pPr>
            <a:lvl9pPr algn="l">
              <a:defRPr sz="3300" b="1">
                <a:solidFill>
                  <a:srgbClr val="0B2F38"/>
                </a:solidFill>
                <a:latin typeface="Arial"/>
                <a:ea typeface="Arial"/>
                <a:cs typeface="Arial"/>
              </a:defRPr>
            </a:lvl9pPr>
          </a:lstStyle>
          <a:p xmlns:a="http://schemas.openxmlformats.org/drawingml/2006/main">
            <a:pPr algn="l">
              <a:defRPr sz="3300" b="1">
                <a:solidFill>
                  <a:srgbClr val="0B2F38"/>
                </a:solidFill>
                <a:latin typeface="Arial"/>
                <a:ea typeface="Arial"/>
                <a:cs typeface="Arial"/>
              </a:defRPr>
            </a:pPr>
            <a:r>
              <a:rPr sz="3300" b="1">
                <a:solidFill>
                  <a:srgbClr val="0B2F38"/>
                </a:solidFill>
                <a:latin typeface="Arial"/>
                <a:ea typeface="Arial"/>
                <a:cs typeface="Arial"/>
              </a:rPr>
              <a:t>Panoramax: Zeichen menschlich annotieren</a:t>
            </a:r>
          </a:p>
        </p:txBody>
      </p:sp>
      <p:sp>
        <p:nvSpPr>
          <p:cNvPr id="2" name="text-1">
            <a:extLst xmlns:a="http://schemas.openxmlformats.org/drawingml/2006/main">
              <a:ext uri="{FF2B5EF4-FFF2-40B4-BE49-F238E27FC236}">
                <a16:creationId xmlns:a16="http://schemas.microsoft.com/office/drawing/2014/main" id="{D8A2F786-809E-49E2-A627-A73213F4B542}"/>
              </a:ext>
            </a:extLst>
          </p:cNvPr>
          <p:cNvSpPr>
            <a:spLocks xmlns:a="http://schemas.openxmlformats.org/drawingml/2006/main" noGrp="1"/>
          </p:cNvSpPr>
          <p:nvPr/>
        </p:nvSpPr>
        <p:spPr>
          <a:xfrm xmlns:a="http://schemas.openxmlformats.org/drawingml/2006/main">
            <a:off x="11144250" y="6477000"/>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defRPr sz="1125" b="0">
                <a:solidFill>
                  <a:srgbClr val="50646A"/>
                </a:solidFill>
                <a:latin typeface="Arial"/>
                <a:ea typeface="Arial"/>
                <a:cs typeface="Arial"/>
              </a:defRPr>
            </a:lvl1pPr>
            <a:lvl2pPr algn="r">
              <a:defRPr sz="1125" b="0">
                <a:solidFill>
                  <a:srgbClr val="50646A"/>
                </a:solidFill>
                <a:latin typeface="Arial"/>
                <a:ea typeface="Arial"/>
                <a:cs typeface="Arial"/>
              </a:defRPr>
            </a:lvl2pPr>
            <a:lvl3pPr algn="r">
              <a:defRPr sz="1125" b="0">
                <a:solidFill>
                  <a:srgbClr val="50646A"/>
                </a:solidFill>
                <a:latin typeface="Arial"/>
                <a:ea typeface="Arial"/>
                <a:cs typeface="Arial"/>
              </a:defRPr>
            </a:lvl3pPr>
            <a:lvl4pPr algn="r">
              <a:defRPr sz="1125" b="0">
                <a:solidFill>
                  <a:srgbClr val="50646A"/>
                </a:solidFill>
                <a:latin typeface="Arial"/>
                <a:ea typeface="Arial"/>
                <a:cs typeface="Arial"/>
              </a:defRPr>
            </a:lvl4pPr>
            <a:lvl5pPr algn="r">
              <a:defRPr sz="1125" b="0">
                <a:solidFill>
                  <a:srgbClr val="50646A"/>
                </a:solidFill>
                <a:latin typeface="Arial"/>
                <a:ea typeface="Arial"/>
                <a:cs typeface="Arial"/>
              </a:defRPr>
            </a:lvl5pPr>
            <a:lvl6pPr algn="r">
              <a:defRPr sz="1125" b="0">
                <a:solidFill>
                  <a:srgbClr val="50646A"/>
                </a:solidFill>
                <a:latin typeface="Arial"/>
                <a:ea typeface="Arial"/>
                <a:cs typeface="Arial"/>
              </a:defRPr>
            </a:lvl6pPr>
            <a:lvl7pPr algn="r">
              <a:defRPr sz="1125" b="0">
                <a:solidFill>
                  <a:srgbClr val="50646A"/>
                </a:solidFill>
                <a:latin typeface="Arial"/>
                <a:ea typeface="Arial"/>
                <a:cs typeface="Arial"/>
              </a:defRPr>
            </a:lvl7pPr>
            <a:lvl8pPr algn="r">
              <a:defRPr sz="1125" b="0">
                <a:solidFill>
                  <a:srgbClr val="50646A"/>
                </a:solidFill>
                <a:latin typeface="Arial"/>
                <a:ea typeface="Arial"/>
                <a:cs typeface="Arial"/>
              </a:defRPr>
            </a:lvl8pPr>
            <a:lvl9pPr algn="r">
              <a:defRPr sz="1125" b="0">
                <a:solidFill>
                  <a:srgbClr val="50646A"/>
                </a:solidFill>
                <a:latin typeface="Arial"/>
                <a:ea typeface="Arial"/>
                <a:cs typeface="Arial"/>
              </a:defRPr>
            </a:lvl9pPr>
          </a:lstStyle>
          <a:p xmlns:a="http://schemas.openxmlformats.org/drawingml/2006/main">
            <a:pPr algn="r">
              <a:defRPr sz="1125" b="0">
                <a:solidFill>
                  <a:srgbClr val="50646A"/>
                </a:solidFill>
                <a:latin typeface="Arial"/>
                <a:ea typeface="Arial"/>
                <a:cs typeface="Arial"/>
              </a:defRPr>
            </a:pPr>
            <a:r>
              <a:rPr sz="1125" b="0">
                <a:solidFill>
                  <a:srgbClr val="50646A"/>
                </a:solidFill>
                <a:latin typeface="Arial"/>
                <a:ea typeface="Arial"/>
                <a:cs typeface="Arial"/>
              </a:rPr>
              <a:t>31</a:t>
            </a:r>
          </a:p>
        </p:txBody>
      </p:sp>
      <p:pic>
        <p:nvPicPr>
          <p:cNvPr id="3" name="">
            <a:extLst xmlns:a="http://schemas.openxmlformats.org/drawingml/2006/main">
              <a:ext uri="{FF2B5EF4-FFF2-40B4-BE49-F238E27FC236}">
                <a16:creationId xmlns:a16="http://schemas.microsoft.com/office/drawing/2014/main" id="{2A659631-1350-4EA5-889B-F6BD9D84A310}"/>
              </a:ext>
            </a:extLst>
          </p:cNvPr>
          <p:cNvPicPr>
            <a:picLocks xmlns:a="http://schemas.openxmlformats.org/drawingml/2006/main" noChangeAspect="1"/>
          </p:cNvPicPr>
          <p:nvPr/>
        </p:nvPicPr>
        <p:blipFill>
          <a:blip xmlns:r="http://schemas.openxmlformats.org/officeDocument/2006/relationships" xmlns:a="http://schemas.openxmlformats.org/drawingml/2006/main" r:embed="Ra6380be869fb443b"/>
          <a:stretch xmlns:a="http://schemas.openxmlformats.org/drawingml/2006/main"/>
        </p:blipFill>
        <p:spPr>
          <a:xfrm xmlns:a="http://schemas.openxmlformats.org/drawingml/2006/main">
            <a:off x="609600" y="1543050"/>
            <a:ext cx="7620000" cy="4286250"/>
          </a:xfrm>
          <a:prstGeom xmlns:a="http://schemas.openxmlformats.org/drawingml/2006/main" prst="rect">
            <a:avLst/>
          </a:prstGeom>
        </p:spPr>
      </p:pic>
      <p:sp>
        <p:nvSpPr>
          <p:cNvPr id="4" name="text-2">
            <a:extLst xmlns:a="http://schemas.openxmlformats.org/drawingml/2006/main">
              <a:ext uri="{FF2B5EF4-FFF2-40B4-BE49-F238E27FC236}">
                <a16:creationId xmlns:a16="http://schemas.microsoft.com/office/drawing/2014/main" id="{58CFE269-57E5-4E27-8D7A-923B4192056B}"/>
              </a:ext>
            </a:extLst>
          </p:cNvPr>
          <p:cNvSpPr>
            <a:spLocks xmlns:a="http://schemas.openxmlformats.org/drawingml/2006/main" noGrp="1"/>
          </p:cNvSpPr>
          <p:nvPr/>
        </p:nvSpPr>
        <p:spPr>
          <a:xfrm xmlns:a="http://schemas.openxmlformats.org/drawingml/2006/main">
            <a:off x="8610600" y="1752600"/>
            <a:ext cx="2971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defRPr sz="1875" b="0">
                <a:solidFill>
                  <a:srgbClr val="0B2F38"/>
                </a:solidFill>
                <a:latin typeface="Arial"/>
                <a:ea typeface="Arial"/>
                <a:cs typeface="Arial"/>
              </a:defRPr>
            </a:lvl1pPr>
            <a:lvl2pPr algn="l">
              <a:defRPr sz="1875" b="0">
                <a:solidFill>
                  <a:srgbClr val="0B2F38"/>
                </a:solidFill>
                <a:latin typeface="Arial"/>
                <a:ea typeface="Arial"/>
                <a:cs typeface="Arial"/>
              </a:defRPr>
            </a:lvl2pPr>
            <a:lvl3pPr algn="l">
              <a:defRPr sz="1875" b="0">
                <a:solidFill>
                  <a:srgbClr val="0B2F38"/>
                </a:solidFill>
                <a:latin typeface="Arial"/>
                <a:ea typeface="Arial"/>
                <a:cs typeface="Arial"/>
              </a:defRPr>
            </a:lvl3pPr>
            <a:lvl4pPr algn="l">
              <a:defRPr sz="1875" b="0">
                <a:solidFill>
                  <a:srgbClr val="0B2F38"/>
                </a:solidFill>
                <a:latin typeface="Arial"/>
                <a:ea typeface="Arial"/>
                <a:cs typeface="Arial"/>
              </a:defRPr>
            </a:lvl4pPr>
            <a:lvl5pPr algn="l">
              <a:defRPr sz="1875" b="0">
                <a:solidFill>
                  <a:srgbClr val="0B2F38"/>
                </a:solidFill>
                <a:latin typeface="Arial"/>
                <a:ea typeface="Arial"/>
                <a:cs typeface="Arial"/>
              </a:defRPr>
            </a:lvl5pPr>
            <a:lvl6pPr algn="l">
              <a:defRPr sz="1875" b="0">
                <a:solidFill>
                  <a:srgbClr val="0B2F38"/>
                </a:solidFill>
                <a:latin typeface="Arial"/>
                <a:ea typeface="Arial"/>
                <a:cs typeface="Arial"/>
              </a:defRPr>
            </a:lvl6pPr>
            <a:lvl7pPr algn="l">
              <a:defRPr sz="1875" b="0">
                <a:solidFill>
                  <a:srgbClr val="0B2F38"/>
                </a:solidFill>
                <a:latin typeface="Arial"/>
                <a:ea typeface="Arial"/>
                <a:cs typeface="Arial"/>
              </a:defRPr>
            </a:lvl7pPr>
            <a:lvl8pPr algn="l">
              <a:defRPr sz="1875" b="0">
                <a:solidFill>
                  <a:srgbClr val="0B2F38"/>
                </a:solidFill>
                <a:latin typeface="Arial"/>
                <a:ea typeface="Arial"/>
                <a:cs typeface="Arial"/>
              </a:defRPr>
            </a:lvl8pPr>
            <a:lvl9pPr algn="l">
              <a:defRPr sz="1875" b="0">
                <a:solidFill>
                  <a:srgbClr val="0B2F38"/>
                </a:solidFill>
                <a:latin typeface="Arial"/>
                <a:ea typeface="Arial"/>
                <a:cs typeface="Arial"/>
              </a:defRPr>
            </a:lvl9pPr>
          </a:lstStyle>
          <a:p xmlns:a="http://schemas.openxmlformats.org/drawingml/2006/main">
            <a:pPr algn="l">
              <a:defRPr sz="1875" b="0">
                <a:solidFill>
                  <a:srgbClr val="0B2F38"/>
                </a:solidFill>
                <a:latin typeface="Arial"/>
                <a:ea typeface="Arial"/>
                <a:cs typeface="Arial"/>
              </a:defRPr>
            </a:pPr>
            <a:r>
              <a:rPr sz="1875" b="0">
                <a:solidFill>
                  <a:srgbClr val="0B2F38"/>
                </a:solidFill>
                <a:latin typeface="Arial"/>
                <a:ea typeface="Arial"/>
                <a:cs typeface="Arial"/>
              </a:rPr>
              <a:t>Bild öffnen und Zeichen präzise eingrenzen</a:t>
            </a:r>
          </a:p>
        </p:txBody>
      </p:sp>
      <p:sp>
        <p:nvSpPr>
          <p:cNvPr id="5" name="text-3">
            <a:extLst xmlns:a="http://schemas.openxmlformats.org/drawingml/2006/main">
              <a:ext uri="{FF2B5EF4-FFF2-40B4-BE49-F238E27FC236}">
                <a16:creationId xmlns:a16="http://schemas.microsoft.com/office/drawing/2014/main" id="{9B277B25-0D41-4EEE-86CB-013723D6EDE5}"/>
              </a:ext>
            </a:extLst>
          </p:cNvPr>
          <p:cNvSpPr>
            <a:spLocks xmlns:a="http://schemas.openxmlformats.org/drawingml/2006/main" noGrp="1"/>
          </p:cNvSpPr>
          <p:nvPr/>
        </p:nvSpPr>
        <p:spPr>
          <a:xfrm xmlns:a="http://schemas.openxmlformats.org/drawingml/2006/main">
            <a:off x="8610600" y="3028950"/>
            <a:ext cx="2971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defRPr sz="1875" b="0">
                <a:solidFill>
                  <a:srgbClr val="0B2F38"/>
                </a:solidFill>
                <a:latin typeface="Arial"/>
                <a:ea typeface="Arial"/>
                <a:cs typeface="Arial"/>
              </a:defRPr>
            </a:lvl1pPr>
            <a:lvl2pPr algn="l">
              <a:defRPr sz="1875" b="0">
                <a:solidFill>
                  <a:srgbClr val="0B2F38"/>
                </a:solidFill>
                <a:latin typeface="Arial"/>
                <a:ea typeface="Arial"/>
                <a:cs typeface="Arial"/>
              </a:defRPr>
            </a:lvl2pPr>
            <a:lvl3pPr algn="l">
              <a:defRPr sz="1875" b="0">
                <a:solidFill>
                  <a:srgbClr val="0B2F38"/>
                </a:solidFill>
                <a:latin typeface="Arial"/>
                <a:ea typeface="Arial"/>
                <a:cs typeface="Arial"/>
              </a:defRPr>
            </a:lvl3pPr>
            <a:lvl4pPr algn="l">
              <a:defRPr sz="1875" b="0">
                <a:solidFill>
                  <a:srgbClr val="0B2F38"/>
                </a:solidFill>
                <a:latin typeface="Arial"/>
                <a:ea typeface="Arial"/>
                <a:cs typeface="Arial"/>
              </a:defRPr>
            </a:lvl4pPr>
            <a:lvl5pPr algn="l">
              <a:defRPr sz="1875" b="0">
                <a:solidFill>
                  <a:srgbClr val="0B2F38"/>
                </a:solidFill>
                <a:latin typeface="Arial"/>
                <a:ea typeface="Arial"/>
                <a:cs typeface="Arial"/>
              </a:defRPr>
            </a:lvl5pPr>
            <a:lvl6pPr algn="l">
              <a:defRPr sz="1875" b="0">
                <a:solidFill>
                  <a:srgbClr val="0B2F38"/>
                </a:solidFill>
                <a:latin typeface="Arial"/>
                <a:ea typeface="Arial"/>
                <a:cs typeface="Arial"/>
              </a:defRPr>
            </a:lvl6pPr>
            <a:lvl7pPr algn="l">
              <a:defRPr sz="1875" b="0">
                <a:solidFill>
                  <a:srgbClr val="0B2F38"/>
                </a:solidFill>
                <a:latin typeface="Arial"/>
                <a:ea typeface="Arial"/>
                <a:cs typeface="Arial"/>
              </a:defRPr>
            </a:lvl7pPr>
            <a:lvl8pPr algn="l">
              <a:defRPr sz="1875" b="0">
                <a:solidFill>
                  <a:srgbClr val="0B2F38"/>
                </a:solidFill>
                <a:latin typeface="Arial"/>
                <a:ea typeface="Arial"/>
                <a:cs typeface="Arial"/>
              </a:defRPr>
            </a:lvl8pPr>
            <a:lvl9pPr algn="l">
              <a:defRPr sz="1875" b="0">
                <a:solidFill>
                  <a:srgbClr val="0B2F38"/>
                </a:solidFill>
                <a:latin typeface="Arial"/>
                <a:ea typeface="Arial"/>
                <a:cs typeface="Arial"/>
              </a:defRPr>
            </a:lvl9pPr>
          </a:lstStyle>
          <a:p xmlns:a="http://schemas.openxmlformats.org/drawingml/2006/main">
            <a:pPr algn="l">
              <a:defRPr sz="1875" b="0">
                <a:solidFill>
                  <a:srgbClr val="0B2F38"/>
                </a:solidFill>
                <a:latin typeface="Arial"/>
                <a:ea typeface="Arial"/>
                <a:cs typeface="Arial"/>
              </a:defRPr>
            </a:pPr>
            <a:r>
              <a:rPr sz="1875" b="0">
                <a:solidFill>
                  <a:srgbClr val="0B2F38"/>
                </a:solidFill>
                <a:latin typeface="Arial"/>
                <a:ea typeface="Arial"/>
                <a:cs typeface="Arial"/>
              </a:rPr>
              <a:t>osm|traffic_sign=DE:310 oder DE:311 setzen</a:t>
            </a:r>
          </a:p>
        </p:txBody>
      </p:sp>
      <p:sp>
        <p:nvSpPr>
          <p:cNvPr id="6" name="text-4">
            <a:extLst xmlns:a="http://schemas.openxmlformats.org/drawingml/2006/main">
              <a:ext uri="{FF2B5EF4-FFF2-40B4-BE49-F238E27FC236}">
                <a16:creationId xmlns:a16="http://schemas.microsoft.com/office/drawing/2014/main" id="{209FF222-07C4-49BE-8DC5-B93D1545441C}"/>
              </a:ext>
            </a:extLst>
          </p:cNvPr>
          <p:cNvSpPr>
            <a:spLocks xmlns:a="http://schemas.openxmlformats.org/drawingml/2006/main" noGrp="1"/>
          </p:cNvSpPr>
          <p:nvPr/>
        </p:nvSpPr>
        <p:spPr>
          <a:xfrm xmlns:a="http://schemas.openxmlformats.org/drawingml/2006/main">
            <a:off x="8610600" y="4305300"/>
            <a:ext cx="2971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defRPr sz="1875" b="0">
                <a:solidFill>
                  <a:srgbClr val="0B2F38"/>
                </a:solidFill>
                <a:latin typeface="Arial"/>
                <a:ea typeface="Arial"/>
                <a:cs typeface="Arial"/>
              </a:defRPr>
            </a:lvl1pPr>
            <a:lvl2pPr algn="l">
              <a:defRPr sz="1875" b="0">
                <a:solidFill>
                  <a:srgbClr val="0B2F38"/>
                </a:solidFill>
                <a:latin typeface="Arial"/>
                <a:ea typeface="Arial"/>
                <a:cs typeface="Arial"/>
              </a:defRPr>
            </a:lvl2pPr>
            <a:lvl3pPr algn="l">
              <a:defRPr sz="1875" b="0">
                <a:solidFill>
                  <a:srgbClr val="0B2F38"/>
                </a:solidFill>
                <a:latin typeface="Arial"/>
                <a:ea typeface="Arial"/>
                <a:cs typeface="Arial"/>
              </a:defRPr>
            </a:lvl3pPr>
            <a:lvl4pPr algn="l">
              <a:defRPr sz="1875" b="0">
                <a:solidFill>
                  <a:srgbClr val="0B2F38"/>
                </a:solidFill>
                <a:latin typeface="Arial"/>
                <a:ea typeface="Arial"/>
                <a:cs typeface="Arial"/>
              </a:defRPr>
            </a:lvl4pPr>
            <a:lvl5pPr algn="l">
              <a:defRPr sz="1875" b="0">
                <a:solidFill>
                  <a:srgbClr val="0B2F38"/>
                </a:solidFill>
                <a:latin typeface="Arial"/>
                <a:ea typeface="Arial"/>
                <a:cs typeface="Arial"/>
              </a:defRPr>
            </a:lvl5pPr>
            <a:lvl6pPr algn="l">
              <a:defRPr sz="1875" b="0">
                <a:solidFill>
                  <a:srgbClr val="0B2F38"/>
                </a:solidFill>
                <a:latin typeface="Arial"/>
                <a:ea typeface="Arial"/>
                <a:cs typeface="Arial"/>
              </a:defRPr>
            </a:lvl6pPr>
            <a:lvl7pPr algn="l">
              <a:defRPr sz="1875" b="0">
                <a:solidFill>
                  <a:srgbClr val="0B2F38"/>
                </a:solidFill>
                <a:latin typeface="Arial"/>
                <a:ea typeface="Arial"/>
                <a:cs typeface="Arial"/>
              </a:defRPr>
            </a:lvl7pPr>
            <a:lvl8pPr algn="l">
              <a:defRPr sz="1875" b="0">
                <a:solidFill>
                  <a:srgbClr val="0B2F38"/>
                </a:solidFill>
                <a:latin typeface="Arial"/>
                <a:ea typeface="Arial"/>
                <a:cs typeface="Arial"/>
              </a:defRPr>
            </a:lvl8pPr>
            <a:lvl9pPr algn="l">
              <a:defRPr sz="1875" b="0">
                <a:solidFill>
                  <a:srgbClr val="0B2F38"/>
                </a:solidFill>
                <a:latin typeface="Arial"/>
                <a:ea typeface="Arial"/>
                <a:cs typeface="Arial"/>
              </a:defRPr>
            </a:lvl9pPr>
          </a:lstStyle>
          <a:p xmlns:a="http://schemas.openxmlformats.org/drawingml/2006/main">
            <a:pPr algn="l">
              <a:defRPr sz="1875" b="0">
                <a:solidFill>
                  <a:srgbClr val="0B2F38"/>
                </a:solidFill>
                <a:latin typeface="Arial"/>
                <a:ea typeface="Arial"/>
                <a:cs typeface="Arial"/>
              </a:defRPr>
            </a:pPr>
            <a:r>
              <a:rPr sz="1875" b="0">
                <a:solidFill>
                  <a:srgbClr val="0B2F38"/>
                </a:solidFill>
                <a:latin typeface="Arial"/>
                <a:ea typeface="Arial"/>
                <a:cs typeface="Arial"/>
              </a:rPr>
              <a:t>Speichern, erneut öffnen und gegenprüfen</a:t>
            </a:r>
          </a:p>
        </p:txBody>
      </p:sp>
      <p:sp>
        <p:nvSpPr>
          <p:cNvPr id="7" name="text-5">
            <a:extLst xmlns:a="http://schemas.openxmlformats.org/drawingml/2006/main">
              <a:ext uri="{FF2B5EF4-FFF2-40B4-BE49-F238E27FC236}">
                <a16:creationId xmlns:a16="http://schemas.microsoft.com/office/drawing/2014/main" id="{DE495906-4DBA-4768-A769-737E69A49365}"/>
              </a:ext>
            </a:extLst>
          </p:cNvPr>
          <p:cNvSpPr>
            <a:spLocks xmlns:a="http://schemas.openxmlformats.org/drawingml/2006/main" noGrp="1"/>
          </p:cNvSpPr>
          <p:nvPr/>
        </p:nvSpPr>
        <p:spPr>
          <a:xfrm xmlns:a="http://schemas.openxmlformats.org/drawingml/2006/main">
            <a:off x="609600" y="606742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0646A"/>
                </a:solidFill>
                <a:latin typeface="Arial"/>
                <a:ea typeface="Arial"/>
                <a:cs typeface="Arial"/>
              </a:defRPr>
            </a:defPPr>
            <a:lvl1pPr algn="l">
              <a:defRPr sz="1575" b="0">
                <a:solidFill>
                  <a:srgbClr val="50646A"/>
                </a:solidFill>
                <a:latin typeface="Arial"/>
                <a:ea typeface="Arial"/>
                <a:cs typeface="Arial"/>
              </a:defRPr>
            </a:lvl1pPr>
            <a:lvl2pPr algn="l">
              <a:defRPr sz="1575" b="0">
                <a:solidFill>
                  <a:srgbClr val="50646A"/>
                </a:solidFill>
                <a:latin typeface="Arial"/>
                <a:ea typeface="Arial"/>
                <a:cs typeface="Arial"/>
              </a:defRPr>
            </a:lvl2pPr>
            <a:lvl3pPr algn="l">
              <a:defRPr sz="1575" b="0">
                <a:solidFill>
                  <a:srgbClr val="50646A"/>
                </a:solidFill>
                <a:latin typeface="Arial"/>
                <a:ea typeface="Arial"/>
                <a:cs typeface="Arial"/>
              </a:defRPr>
            </a:lvl3pPr>
            <a:lvl4pPr algn="l">
              <a:defRPr sz="1575" b="0">
                <a:solidFill>
                  <a:srgbClr val="50646A"/>
                </a:solidFill>
                <a:latin typeface="Arial"/>
                <a:ea typeface="Arial"/>
                <a:cs typeface="Arial"/>
              </a:defRPr>
            </a:lvl4pPr>
            <a:lvl5pPr algn="l">
              <a:defRPr sz="1575" b="0">
                <a:solidFill>
                  <a:srgbClr val="50646A"/>
                </a:solidFill>
                <a:latin typeface="Arial"/>
                <a:ea typeface="Arial"/>
                <a:cs typeface="Arial"/>
              </a:defRPr>
            </a:lvl5pPr>
            <a:lvl6pPr algn="l">
              <a:defRPr sz="1575" b="0">
                <a:solidFill>
                  <a:srgbClr val="50646A"/>
                </a:solidFill>
                <a:latin typeface="Arial"/>
                <a:ea typeface="Arial"/>
                <a:cs typeface="Arial"/>
              </a:defRPr>
            </a:lvl6pPr>
            <a:lvl7pPr algn="l">
              <a:defRPr sz="1575" b="0">
                <a:solidFill>
                  <a:srgbClr val="50646A"/>
                </a:solidFill>
                <a:latin typeface="Arial"/>
                <a:ea typeface="Arial"/>
                <a:cs typeface="Arial"/>
              </a:defRPr>
            </a:lvl7pPr>
            <a:lvl8pPr algn="l">
              <a:defRPr sz="1575" b="0">
                <a:solidFill>
                  <a:srgbClr val="50646A"/>
                </a:solidFill>
                <a:latin typeface="Arial"/>
                <a:ea typeface="Arial"/>
                <a:cs typeface="Arial"/>
              </a:defRPr>
            </a:lvl8pPr>
            <a:lvl9pPr algn="l">
              <a:defRPr sz="1575" b="0">
                <a:solidFill>
                  <a:srgbClr val="50646A"/>
                </a:solidFill>
                <a:latin typeface="Arial"/>
                <a:ea typeface="Arial"/>
                <a:cs typeface="Arial"/>
              </a:defRPr>
            </a:lvl9pPr>
          </a:lstStyle>
          <a:p xmlns:a="http://schemas.openxmlformats.org/drawingml/2006/main">
            <a:pPr algn="l">
              <a:defRPr sz="1575" b="0">
                <a:solidFill>
                  <a:srgbClr val="50646A"/>
                </a:solidFill>
                <a:latin typeface="Arial"/>
                <a:ea typeface="Arial"/>
                <a:cs typeface="Arial"/>
              </a:defRPr>
            </a:pPr>
            <a:r>
              <a:rPr sz="1575" b="0">
                <a:solidFill>
                  <a:srgbClr val="50646A"/>
                </a:solidFill>
                <a:latin typeface="Arial"/>
                <a:ea typeface="Arial"/>
                <a:cs typeface="Arial"/>
              </a:rPr>
              <a:t>Vorhandene Annotation am realen Bernbach-Ortsschild</a:t>
            </a:r>
          </a:p>
        </p:txBody>
      </p:sp>
    </p:spTree>
    <p:extLst>
      <p:ext uri="{BB962C8B-B14F-4D97-AF65-F5344CB8AC3E}">
        <p14:creationId xmlns:p14="http://schemas.microsoft.com/office/powerpoint/2010/main" val="289392828"/>
      </p:ext>
    </p:extLst>
  </p:cSld>
</p:sld>
</file>

<file path=ppt/slides/slide32.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81102E45-4E8C-44E9-87BC-159981E9C5F9}"/>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B2F38"/>
                </a:solidFill>
                <a:latin typeface="Arial"/>
                <a:ea typeface="Arial"/>
                <a:cs typeface="Arial"/>
              </a:defRPr>
            </a:defPPr>
            <a:lvl1pPr algn="l">
              <a:defRPr sz="3300" b="1">
                <a:solidFill>
                  <a:srgbClr val="0B2F38"/>
                </a:solidFill>
                <a:latin typeface="Arial"/>
                <a:ea typeface="Arial"/>
                <a:cs typeface="Arial"/>
              </a:defRPr>
            </a:lvl1pPr>
            <a:lvl2pPr algn="l">
              <a:defRPr sz="3300" b="1">
                <a:solidFill>
                  <a:srgbClr val="0B2F38"/>
                </a:solidFill>
                <a:latin typeface="Arial"/>
                <a:ea typeface="Arial"/>
                <a:cs typeface="Arial"/>
              </a:defRPr>
            </a:lvl2pPr>
            <a:lvl3pPr algn="l">
              <a:defRPr sz="3300" b="1">
                <a:solidFill>
                  <a:srgbClr val="0B2F38"/>
                </a:solidFill>
                <a:latin typeface="Arial"/>
                <a:ea typeface="Arial"/>
                <a:cs typeface="Arial"/>
              </a:defRPr>
            </a:lvl3pPr>
            <a:lvl4pPr algn="l">
              <a:defRPr sz="3300" b="1">
                <a:solidFill>
                  <a:srgbClr val="0B2F38"/>
                </a:solidFill>
                <a:latin typeface="Arial"/>
                <a:ea typeface="Arial"/>
                <a:cs typeface="Arial"/>
              </a:defRPr>
            </a:lvl4pPr>
            <a:lvl5pPr algn="l">
              <a:defRPr sz="3300" b="1">
                <a:solidFill>
                  <a:srgbClr val="0B2F38"/>
                </a:solidFill>
                <a:latin typeface="Arial"/>
                <a:ea typeface="Arial"/>
                <a:cs typeface="Arial"/>
              </a:defRPr>
            </a:lvl5pPr>
            <a:lvl6pPr algn="l">
              <a:defRPr sz="3300" b="1">
                <a:solidFill>
                  <a:srgbClr val="0B2F38"/>
                </a:solidFill>
                <a:latin typeface="Arial"/>
                <a:ea typeface="Arial"/>
                <a:cs typeface="Arial"/>
              </a:defRPr>
            </a:lvl6pPr>
            <a:lvl7pPr algn="l">
              <a:defRPr sz="3300" b="1">
                <a:solidFill>
                  <a:srgbClr val="0B2F38"/>
                </a:solidFill>
                <a:latin typeface="Arial"/>
                <a:ea typeface="Arial"/>
                <a:cs typeface="Arial"/>
              </a:defRPr>
            </a:lvl7pPr>
            <a:lvl8pPr algn="l">
              <a:defRPr sz="3300" b="1">
                <a:solidFill>
                  <a:srgbClr val="0B2F38"/>
                </a:solidFill>
                <a:latin typeface="Arial"/>
                <a:ea typeface="Arial"/>
                <a:cs typeface="Arial"/>
              </a:defRPr>
            </a:lvl8pPr>
            <a:lvl9pPr algn="l">
              <a:defRPr sz="3300" b="1">
                <a:solidFill>
                  <a:srgbClr val="0B2F38"/>
                </a:solidFill>
                <a:latin typeface="Arial"/>
                <a:ea typeface="Arial"/>
                <a:cs typeface="Arial"/>
              </a:defRPr>
            </a:lvl9pPr>
          </a:lstStyle>
          <a:p xmlns:a="http://schemas.openxmlformats.org/drawingml/2006/main">
            <a:pPr algn="l">
              <a:defRPr sz="3300" b="1">
                <a:solidFill>
                  <a:srgbClr val="0B2F38"/>
                </a:solidFill>
                <a:latin typeface="Arial"/>
                <a:ea typeface="Arial"/>
                <a:cs typeface="Arial"/>
              </a:defRPr>
            </a:pPr>
            <a:r>
              <a:rPr sz="3300" b="1">
                <a:solidFill>
                  <a:srgbClr val="0B2F38"/>
                </a:solidFill>
                <a:latin typeface="Arial"/>
                <a:ea typeface="Arial"/>
                <a:cs typeface="Arial"/>
              </a:rPr>
              <a:t>Inspector: Beobachtungen gemeinsam prüfen</a:t>
            </a:r>
          </a:p>
        </p:txBody>
      </p:sp>
      <p:sp>
        <p:nvSpPr>
          <p:cNvPr id="2" name="text-1">
            <a:extLst xmlns:a="http://schemas.openxmlformats.org/drawingml/2006/main">
              <a:ext uri="{FF2B5EF4-FFF2-40B4-BE49-F238E27FC236}">
                <a16:creationId xmlns:a16="http://schemas.microsoft.com/office/drawing/2014/main" id="{1E3AD4AE-EF92-4867-A9D8-F0573B071703}"/>
              </a:ext>
            </a:extLst>
          </p:cNvPr>
          <p:cNvSpPr>
            <a:spLocks xmlns:a="http://schemas.openxmlformats.org/drawingml/2006/main" noGrp="1"/>
          </p:cNvSpPr>
          <p:nvPr/>
        </p:nvSpPr>
        <p:spPr>
          <a:xfrm xmlns:a="http://schemas.openxmlformats.org/drawingml/2006/main">
            <a:off x="11144250" y="6477000"/>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defRPr sz="1125" b="0">
                <a:solidFill>
                  <a:srgbClr val="50646A"/>
                </a:solidFill>
                <a:latin typeface="Arial"/>
                <a:ea typeface="Arial"/>
                <a:cs typeface="Arial"/>
              </a:defRPr>
            </a:lvl1pPr>
            <a:lvl2pPr algn="r">
              <a:defRPr sz="1125" b="0">
                <a:solidFill>
                  <a:srgbClr val="50646A"/>
                </a:solidFill>
                <a:latin typeface="Arial"/>
                <a:ea typeface="Arial"/>
                <a:cs typeface="Arial"/>
              </a:defRPr>
            </a:lvl2pPr>
            <a:lvl3pPr algn="r">
              <a:defRPr sz="1125" b="0">
                <a:solidFill>
                  <a:srgbClr val="50646A"/>
                </a:solidFill>
                <a:latin typeface="Arial"/>
                <a:ea typeface="Arial"/>
                <a:cs typeface="Arial"/>
              </a:defRPr>
            </a:lvl3pPr>
            <a:lvl4pPr algn="r">
              <a:defRPr sz="1125" b="0">
                <a:solidFill>
                  <a:srgbClr val="50646A"/>
                </a:solidFill>
                <a:latin typeface="Arial"/>
                <a:ea typeface="Arial"/>
                <a:cs typeface="Arial"/>
              </a:defRPr>
            </a:lvl4pPr>
            <a:lvl5pPr algn="r">
              <a:defRPr sz="1125" b="0">
                <a:solidFill>
                  <a:srgbClr val="50646A"/>
                </a:solidFill>
                <a:latin typeface="Arial"/>
                <a:ea typeface="Arial"/>
                <a:cs typeface="Arial"/>
              </a:defRPr>
            </a:lvl5pPr>
            <a:lvl6pPr algn="r">
              <a:defRPr sz="1125" b="0">
                <a:solidFill>
                  <a:srgbClr val="50646A"/>
                </a:solidFill>
                <a:latin typeface="Arial"/>
                <a:ea typeface="Arial"/>
                <a:cs typeface="Arial"/>
              </a:defRPr>
            </a:lvl6pPr>
            <a:lvl7pPr algn="r">
              <a:defRPr sz="1125" b="0">
                <a:solidFill>
                  <a:srgbClr val="50646A"/>
                </a:solidFill>
                <a:latin typeface="Arial"/>
                <a:ea typeface="Arial"/>
                <a:cs typeface="Arial"/>
              </a:defRPr>
            </a:lvl7pPr>
            <a:lvl8pPr algn="r">
              <a:defRPr sz="1125" b="0">
                <a:solidFill>
                  <a:srgbClr val="50646A"/>
                </a:solidFill>
                <a:latin typeface="Arial"/>
                <a:ea typeface="Arial"/>
                <a:cs typeface="Arial"/>
              </a:defRPr>
            </a:lvl8pPr>
            <a:lvl9pPr algn="r">
              <a:defRPr sz="1125" b="0">
                <a:solidFill>
                  <a:srgbClr val="50646A"/>
                </a:solidFill>
                <a:latin typeface="Arial"/>
                <a:ea typeface="Arial"/>
                <a:cs typeface="Arial"/>
              </a:defRPr>
            </a:lvl9pPr>
          </a:lstStyle>
          <a:p xmlns:a="http://schemas.openxmlformats.org/drawingml/2006/main">
            <a:pPr algn="r">
              <a:defRPr sz="1125" b="0">
                <a:solidFill>
                  <a:srgbClr val="50646A"/>
                </a:solidFill>
                <a:latin typeface="Arial"/>
                <a:ea typeface="Arial"/>
                <a:cs typeface="Arial"/>
              </a:defRPr>
            </a:pPr>
            <a:r>
              <a:rPr sz="1125" b="0">
                <a:solidFill>
                  <a:srgbClr val="50646A"/>
                </a:solidFill>
                <a:latin typeface="Arial"/>
                <a:ea typeface="Arial"/>
                <a:cs typeface="Arial"/>
              </a:rPr>
              <a:t>32</a:t>
            </a:r>
          </a:p>
        </p:txBody>
      </p:sp>
      <p:pic>
        <p:nvPicPr>
          <p:cNvPr id="3" name="">
            <a:extLst xmlns:a="http://schemas.openxmlformats.org/drawingml/2006/main">
              <a:ext uri="{FF2B5EF4-FFF2-40B4-BE49-F238E27FC236}">
                <a16:creationId xmlns:a16="http://schemas.microsoft.com/office/drawing/2014/main" id="{98FFB0ED-0710-4115-9A95-C6F8A328F1D5}"/>
              </a:ext>
            </a:extLst>
          </p:cNvPr>
          <p:cNvPicPr>
            <a:picLocks xmlns:a="http://schemas.openxmlformats.org/drawingml/2006/main" noChangeAspect="1"/>
          </p:cNvPicPr>
          <p:nvPr/>
        </p:nvPicPr>
        <p:blipFill>
          <a:blip xmlns:r="http://schemas.openxmlformats.org/officeDocument/2006/relationships" xmlns:a="http://schemas.openxmlformats.org/drawingml/2006/main" r:embed="R8a62cc0ed59a41fe"/>
          <a:stretch xmlns:a="http://schemas.openxmlformats.org/drawingml/2006/main"/>
        </p:blipFill>
        <p:spPr>
          <a:xfrm xmlns:a="http://schemas.openxmlformats.org/drawingml/2006/main">
            <a:off x="609600" y="1543050"/>
            <a:ext cx="7620000" cy="4286250"/>
          </a:xfrm>
          <a:prstGeom xmlns:a="http://schemas.openxmlformats.org/drawingml/2006/main" prst="rect">
            <a:avLst/>
          </a:prstGeom>
        </p:spPr>
      </p:pic>
      <p:sp>
        <p:nvSpPr>
          <p:cNvPr id="4" name="text-2">
            <a:extLst xmlns:a="http://schemas.openxmlformats.org/drawingml/2006/main">
              <a:ext uri="{FF2B5EF4-FFF2-40B4-BE49-F238E27FC236}">
                <a16:creationId xmlns:a16="http://schemas.microsoft.com/office/drawing/2014/main" id="{2D99A6AD-D145-418B-9A1D-1A4AC90AFEDA}"/>
              </a:ext>
            </a:extLst>
          </p:cNvPr>
          <p:cNvSpPr>
            <a:spLocks xmlns:a="http://schemas.openxmlformats.org/drawingml/2006/main" noGrp="1"/>
          </p:cNvSpPr>
          <p:nvPr/>
        </p:nvSpPr>
        <p:spPr>
          <a:xfrm xmlns:a="http://schemas.openxmlformats.org/drawingml/2006/main">
            <a:off x="8610600" y="1752600"/>
            <a:ext cx="2971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defRPr sz="1875" b="0">
                <a:solidFill>
                  <a:srgbClr val="0B2F38"/>
                </a:solidFill>
                <a:latin typeface="Arial"/>
                <a:ea typeface="Arial"/>
                <a:cs typeface="Arial"/>
              </a:defRPr>
            </a:lvl1pPr>
            <a:lvl2pPr algn="l">
              <a:defRPr sz="1875" b="0">
                <a:solidFill>
                  <a:srgbClr val="0B2F38"/>
                </a:solidFill>
                <a:latin typeface="Arial"/>
                <a:ea typeface="Arial"/>
                <a:cs typeface="Arial"/>
              </a:defRPr>
            </a:lvl2pPr>
            <a:lvl3pPr algn="l">
              <a:defRPr sz="1875" b="0">
                <a:solidFill>
                  <a:srgbClr val="0B2F38"/>
                </a:solidFill>
                <a:latin typeface="Arial"/>
                <a:ea typeface="Arial"/>
                <a:cs typeface="Arial"/>
              </a:defRPr>
            </a:lvl3pPr>
            <a:lvl4pPr algn="l">
              <a:defRPr sz="1875" b="0">
                <a:solidFill>
                  <a:srgbClr val="0B2F38"/>
                </a:solidFill>
                <a:latin typeface="Arial"/>
                <a:ea typeface="Arial"/>
                <a:cs typeface="Arial"/>
              </a:defRPr>
            </a:lvl4pPr>
            <a:lvl5pPr algn="l">
              <a:defRPr sz="1875" b="0">
                <a:solidFill>
                  <a:srgbClr val="0B2F38"/>
                </a:solidFill>
                <a:latin typeface="Arial"/>
                <a:ea typeface="Arial"/>
                <a:cs typeface="Arial"/>
              </a:defRPr>
            </a:lvl5pPr>
            <a:lvl6pPr algn="l">
              <a:defRPr sz="1875" b="0">
                <a:solidFill>
                  <a:srgbClr val="0B2F38"/>
                </a:solidFill>
                <a:latin typeface="Arial"/>
                <a:ea typeface="Arial"/>
                <a:cs typeface="Arial"/>
              </a:defRPr>
            </a:lvl6pPr>
            <a:lvl7pPr algn="l">
              <a:defRPr sz="1875" b="0">
                <a:solidFill>
                  <a:srgbClr val="0B2F38"/>
                </a:solidFill>
                <a:latin typeface="Arial"/>
                <a:ea typeface="Arial"/>
                <a:cs typeface="Arial"/>
              </a:defRPr>
            </a:lvl7pPr>
            <a:lvl8pPr algn="l">
              <a:defRPr sz="1875" b="0">
                <a:solidFill>
                  <a:srgbClr val="0B2F38"/>
                </a:solidFill>
                <a:latin typeface="Arial"/>
                <a:ea typeface="Arial"/>
                <a:cs typeface="Arial"/>
              </a:defRPr>
            </a:lvl8pPr>
            <a:lvl9pPr algn="l">
              <a:defRPr sz="1875" b="0">
                <a:solidFill>
                  <a:srgbClr val="0B2F38"/>
                </a:solidFill>
                <a:latin typeface="Arial"/>
                <a:ea typeface="Arial"/>
                <a:cs typeface="Arial"/>
              </a:defRPr>
            </a:lvl9pPr>
          </a:lstStyle>
          <a:p xmlns:a="http://schemas.openxmlformats.org/drawingml/2006/main">
            <a:pPr algn="l">
              <a:defRPr sz="1875" b="0">
                <a:solidFill>
                  <a:srgbClr val="0B2F38"/>
                </a:solidFill>
                <a:latin typeface="Arial"/>
                <a:ea typeface="Arial"/>
                <a:cs typeface="Arial"/>
              </a:defRPr>
            </a:pPr>
            <a:r>
              <a:rPr sz="1875" b="0">
                <a:solidFill>
                  <a:srgbClr val="0B2F38"/>
                </a:solidFill>
                <a:latin typeface="Arial"/>
                <a:ea typeface="Arial"/>
                <a:cs typeface="Arial"/>
              </a:rPr>
              <a:t>Bild und ursprüngliche Klasse zusammen sehen</a:t>
            </a:r>
          </a:p>
        </p:txBody>
      </p:sp>
      <p:sp>
        <p:nvSpPr>
          <p:cNvPr id="5" name="text-3">
            <a:extLst xmlns:a="http://schemas.openxmlformats.org/drawingml/2006/main">
              <a:ext uri="{FF2B5EF4-FFF2-40B4-BE49-F238E27FC236}">
                <a16:creationId xmlns:a16="http://schemas.microsoft.com/office/drawing/2014/main" id="{22D740B4-051D-4C03-B3C6-7AB2063FC49F}"/>
              </a:ext>
            </a:extLst>
          </p:cNvPr>
          <p:cNvSpPr>
            <a:spLocks xmlns:a="http://schemas.openxmlformats.org/drawingml/2006/main" noGrp="1"/>
          </p:cNvSpPr>
          <p:nvPr/>
        </p:nvSpPr>
        <p:spPr>
          <a:xfrm xmlns:a="http://schemas.openxmlformats.org/drawingml/2006/main">
            <a:off x="8610600" y="3028950"/>
            <a:ext cx="2971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defRPr sz="1875" b="0">
                <a:solidFill>
                  <a:srgbClr val="0B2F38"/>
                </a:solidFill>
                <a:latin typeface="Arial"/>
                <a:ea typeface="Arial"/>
                <a:cs typeface="Arial"/>
              </a:defRPr>
            </a:lvl1pPr>
            <a:lvl2pPr algn="l">
              <a:defRPr sz="1875" b="0">
                <a:solidFill>
                  <a:srgbClr val="0B2F38"/>
                </a:solidFill>
                <a:latin typeface="Arial"/>
                <a:ea typeface="Arial"/>
                <a:cs typeface="Arial"/>
              </a:defRPr>
            </a:lvl2pPr>
            <a:lvl3pPr algn="l">
              <a:defRPr sz="1875" b="0">
                <a:solidFill>
                  <a:srgbClr val="0B2F38"/>
                </a:solidFill>
                <a:latin typeface="Arial"/>
                <a:ea typeface="Arial"/>
                <a:cs typeface="Arial"/>
              </a:defRPr>
            </a:lvl3pPr>
            <a:lvl4pPr algn="l">
              <a:defRPr sz="1875" b="0">
                <a:solidFill>
                  <a:srgbClr val="0B2F38"/>
                </a:solidFill>
                <a:latin typeface="Arial"/>
                <a:ea typeface="Arial"/>
                <a:cs typeface="Arial"/>
              </a:defRPr>
            </a:lvl4pPr>
            <a:lvl5pPr algn="l">
              <a:defRPr sz="1875" b="0">
                <a:solidFill>
                  <a:srgbClr val="0B2F38"/>
                </a:solidFill>
                <a:latin typeface="Arial"/>
                <a:ea typeface="Arial"/>
                <a:cs typeface="Arial"/>
              </a:defRPr>
            </a:lvl5pPr>
            <a:lvl6pPr algn="l">
              <a:defRPr sz="1875" b="0">
                <a:solidFill>
                  <a:srgbClr val="0B2F38"/>
                </a:solidFill>
                <a:latin typeface="Arial"/>
                <a:ea typeface="Arial"/>
                <a:cs typeface="Arial"/>
              </a:defRPr>
            </a:lvl6pPr>
            <a:lvl7pPr algn="l">
              <a:defRPr sz="1875" b="0">
                <a:solidFill>
                  <a:srgbClr val="0B2F38"/>
                </a:solidFill>
                <a:latin typeface="Arial"/>
                <a:ea typeface="Arial"/>
                <a:cs typeface="Arial"/>
              </a:defRPr>
            </a:lvl7pPr>
            <a:lvl8pPr algn="l">
              <a:defRPr sz="1875" b="0">
                <a:solidFill>
                  <a:srgbClr val="0B2F38"/>
                </a:solidFill>
                <a:latin typeface="Arial"/>
                <a:ea typeface="Arial"/>
                <a:cs typeface="Arial"/>
              </a:defRPr>
            </a:lvl8pPr>
            <a:lvl9pPr algn="l">
              <a:defRPr sz="1875" b="0">
                <a:solidFill>
                  <a:srgbClr val="0B2F38"/>
                </a:solidFill>
                <a:latin typeface="Arial"/>
                <a:ea typeface="Arial"/>
                <a:cs typeface="Arial"/>
              </a:defRPr>
            </a:lvl9pPr>
          </a:lstStyle>
          <a:p xmlns:a="http://schemas.openxmlformats.org/drawingml/2006/main">
            <a:pPr algn="l">
              <a:defRPr sz="1875" b="0">
                <a:solidFill>
                  <a:srgbClr val="0B2F38"/>
                </a:solidFill>
                <a:latin typeface="Arial"/>
                <a:ea typeface="Arial"/>
                <a:cs typeface="Arial"/>
              </a:defRPr>
            </a:pPr>
            <a:r>
              <a:rPr sz="1875" b="0">
                <a:solidFill>
                  <a:srgbClr val="0B2F38"/>
                </a:solidFill>
                <a:latin typeface="Arial"/>
                <a:ea typeface="Arial"/>
                <a:cs typeface="Arial"/>
              </a:rPr>
              <a:t>Zeit, Quelle und Geometrie nachvollziehen</a:t>
            </a:r>
          </a:p>
        </p:txBody>
      </p:sp>
      <p:sp>
        <p:nvSpPr>
          <p:cNvPr id="6" name="text-4">
            <a:extLst xmlns:a="http://schemas.openxmlformats.org/drawingml/2006/main">
              <a:ext uri="{FF2B5EF4-FFF2-40B4-BE49-F238E27FC236}">
                <a16:creationId xmlns:a16="http://schemas.microsoft.com/office/drawing/2014/main" id="{16906BFF-247B-4671-952F-4FBCFF348F63}"/>
              </a:ext>
            </a:extLst>
          </p:cNvPr>
          <p:cNvSpPr>
            <a:spLocks xmlns:a="http://schemas.openxmlformats.org/drawingml/2006/main" noGrp="1"/>
          </p:cNvSpPr>
          <p:nvPr/>
        </p:nvSpPr>
        <p:spPr>
          <a:xfrm xmlns:a="http://schemas.openxmlformats.org/drawingml/2006/main">
            <a:off x="8610600" y="4305300"/>
            <a:ext cx="2971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defRPr sz="1875" b="0">
                <a:solidFill>
                  <a:srgbClr val="0B2F38"/>
                </a:solidFill>
                <a:latin typeface="Arial"/>
                <a:ea typeface="Arial"/>
                <a:cs typeface="Arial"/>
              </a:defRPr>
            </a:lvl1pPr>
            <a:lvl2pPr algn="l">
              <a:defRPr sz="1875" b="0">
                <a:solidFill>
                  <a:srgbClr val="0B2F38"/>
                </a:solidFill>
                <a:latin typeface="Arial"/>
                <a:ea typeface="Arial"/>
                <a:cs typeface="Arial"/>
              </a:defRPr>
            </a:lvl2pPr>
            <a:lvl3pPr algn="l">
              <a:defRPr sz="1875" b="0">
                <a:solidFill>
                  <a:srgbClr val="0B2F38"/>
                </a:solidFill>
                <a:latin typeface="Arial"/>
                <a:ea typeface="Arial"/>
                <a:cs typeface="Arial"/>
              </a:defRPr>
            </a:lvl3pPr>
            <a:lvl4pPr algn="l">
              <a:defRPr sz="1875" b="0">
                <a:solidFill>
                  <a:srgbClr val="0B2F38"/>
                </a:solidFill>
                <a:latin typeface="Arial"/>
                <a:ea typeface="Arial"/>
                <a:cs typeface="Arial"/>
              </a:defRPr>
            </a:lvl4pPr>
            <a:lvl5pPr algn="l">
              <a:defRPr sz="1875" b="0">
                <a:solidFill>
                  <a:srgbClr val="0B2F38"/>
                </a:solidFill>
                <a:latin typeface="Arial"/>
                <a:ea typeface="Arial"/>
                <a:cs typeface="Arial"/>
              </a:defRPr>
            </a:lvl5pPr>
            <a:lvl6pPr algn="l">
              <a:defRPr sz="1875" b="0">
                <a:solidFill>
                  <a:srgbClr val="0B2F38"/>
                </a:solidFill>
                <a:latin typeface="Arial"/>
                <a:ea typeface="Arial"/>
                <a:cs typeface="Arial"/>
              </a:defRPr>
            </a:lvl6pPr>
            <a:lvl7pPr algn="l">
              <a:defRPr sz="1875" b="0">
                <a:solidFill>
                  <a:srgbClr val="0B2F38"/>
                </a:solidFill>
                <a:latin typeface="Arial"/>
                <a:ea typeface="Arial"/>
                <a:cs typeface="Arial"/>
              </a:defRPr>
            </a:lvl7pPr>
            <a:lvl8pPr algn="l">
              <a:defRPr sz="1875" b="0">
                <a:solidFill>
                  <a:srgbClr val="0B2F38"/>
                </a:solidFill>
                <a:latin typeface="Arial"/>
                <a:ea typeface="Arial"/>
                <a:cs typeface="Arial"/>
              </a:defRPr>
            </a:lvl8pPr>
            <a:lvl9pPr algn="l">
              <a:defRPr sz="1875" b="0">
                <a:solidFill>
                  <a:srgbClr val="0B2F38"/>
                </a:solidFill>
                <a:latin typeface="Arial"/>
                <a:ea typeface="Arial"/>
                <a:cs typeface="Arial"/>
              </a:defRPr>
            </a:lvl9pPr>
          </a:lstStyle>
          <a:p xmlns:a="http://schemas.openxmlformats.org/drawingml/2006/main">
            <a:pPr algn="l">
              <a:defRPr sz="1875" b="0">
                <a:solidFill>
                  <a:srgbClr val="0B2F38"/>
                </a:solidFill>
                <a:latin typeface="Arial"/>
                <a:ea typeface="Arial"/>
                <a:cs typeface="Arial"/>
              </a:defRPr>
            </a:pPr>
            <a:r>
              <a:rPr sz="1875" b="0">
                <a:solidFill>
                  <a:srgbClr val="0B2F38"/>
                </a:solidFill>
                <a:latin typeface="Arial"/>
                <a:ea typeface="Arial"/>
                <a:cs typeface="Arial"/>
              </a:rPr>
              <a:t>Menschliche Bewertung getrennt festhalten</a:t>
            </a:r>
          </a:p>
        </p:txBody>
      </p:sp>
      <p:sp>
        <p:nvSpPr>
          <p:cNvPr id="7" name="text-5">
            <a:extLst xmlns:a="http://schemas.openxmlformats.org/drawingml/2006/main">
              <a:ext uri="{FF2B5EF4-FFF2-40B4-BE49-F238E27FC236}">
                <a16:creationId xmlns:a16="http://schemas.microsoft.com/office/drawing/2014/main" id="{2BD813A0-9126-4B3D-86C9-5C173870A16B}"/>
              </a:ext>
            </a:extLst>
          </p:cNvPr>
          <p:cNvSpPr>
            <a:spLocks xmlns:a="http://schemas.openxmlformats.org/drawingml/2006/main" noGrp="1"/>
          </p:cNvSpPr>
          <p:nvPr/>
        </p:nvSpPr>
        <p:spPr>
          <a:xfrm xmlns:a="http://schemas.openxmlformats.org/drawingml/2006/main">
            <a:off x="609600" y="606742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0646A"/>
                </a:solidFill>
                <a:latin typeface="Arial"/>
                <a:ea typeface="Arial"/>
                <a:cs typeface="Arial"/>
              </a:defRPr>
            </a:defPPr>
            <a:lvl1pPr algn="l">
              <a:defRPr sz="1575" b="0">
                <a:solidFill>
                  <a:srgbClr val="50646A"/>
                </a:solidFill>
                <a:latin typeface="Arial"/>
                <a:ea typeface="Arial"/>
                <a:cs typeface="Arial"/>
              </a:defRPr>
            </a:lvl1pPr>
            <a:lvl2pPr algn="l">
              <a:defRPr sz="1575" b="0">
                <a:solidFill>
                  <a:srgbClr val="50646A"/>
                </a:solidFill>
                <a:latin typeface="Arial"/>
                <a:ea typeface="Arial"/>
                <a:cs typeface="Arial"/>
              </a:defRPr>
            </a:lvl2pPr>
            <a:lvl3pPr algn="l">
              <a:defRPr sz="1575" b="0">
                <a:solidFill>
                  <a:srgbClr val="50646A"/>
                </a:solidFill>
                <a:latin typeface="Arial"/>
                <a:ea typeface="Arial"/>
                <a:cs typeface="Arial"/>
              </a:defRPr>
            </a:lvl3pPr>
            <a:lvl4pPr algn="l">
              <a:defRPr sz="1575" b="0">
                <a:solidFill>
                  <a:srgbClr val="50646A"/>
                </a:solidFill>
                <a:latin typeface="Arial"/>
                <a:ea typeface="Arial"/>
                <a:cs typeface="Arial"/>
              </a:defRPr>
            </a:lvl4pPr>
            <a:lvl5pPr algn="l">
              <a:defRPr sz="1575" b="0">
                <a:solidFill>
                  <a:srgbClr val="50646A"/>
                </a:solidFill>
                <a:latin typeface="Arial"/>
                <a:ea typeface="Arial"/>
                <a:cs typeface="Arial"/>
              </a:defRPr>
            </a:lvl5pPr>
            <a:lvl6pPr algn="l">
              <a:defRPr sz="1575" b="0">
                <a:solidFill>
                  <a:srgbClr val="50646A"/>
                </a:solidFill>
                <a:latin typeface="Arial"/>
                <a:ea typeface="Arial"/>
                <a:cs typeface="Arial"/>
              </a:defRPr>
            </a:lvl6pPr>
            <a:lvl7pPr algn="l">
              <a:defRPr sz="1575" b="0">
                <a:solidFill>
                  <a:srgbClr val="50646A"/>
                </a:solidFill>
                <a:latin typeface="Arial"/>
                <a:ea typeface="Arial"/>
                <a:cs typeface="Arial"/>
              </a:defRPr>
            </a:lvl7pPr>
            <a:lvl8pPr algn="l">
              <a:defRPr sz="1575" b="0">
                <a:solidFill>
                  <a:srgbClr val="50646A"/>
                </a:solidFill>
                <a:latin typeface="Arial"/>
                <a:ea typeface="Arial"/>
                <a:cs typeface="Arial"/>
              </a:defRPr>
            </a:lvl8pPr>
            <a:lvl9pPr algn="l">
              <a:defRPr sz="1575" b="0">
                <a:solidFill>
                  <a:srgbClr val="50646A"/>
                </a:solidFill>
                <a:latin typeface="Arial"/>
                <a:ea typeface="Arial"/>
                <a:cs typeface="Arial"/>
              </a:defRPr>
            </a:lvl9pPr>
          </a:lstStyle>
          <a:p xmlns:a="http://schemas.openxmlformats.org/drawingml/2006/main">
            <a:pPr algn="l">
              <a:defRPr sz="1575" b="0">
                <a:solidFill>
                  <a:srgbClr val="50646A"/>
                </a:solidFill>
                <a:latin typeface="Arial"/>
                <a:ea typeface="Arial"/>
                <a:cs typeface="Arial"/>
              </a:defRPr>
            </a:pPr>
            <a:r>
              <a:rPr sz="1575" b="0">
                <a:solidFill>
                  <a:srgbClr val="50646A"/>
                </a:solidFill>
                <a:latin typeface="Arial"/>
                <a:ea typeface="Arial"/>
                <a:cs typeface="Arial"/>
              </a:rPr>
              <a:t>Reale Projekt-Crops im Inspector · Prüfzugang wird nicht angezeigt</a:t>
            </a:r>
          </a:p>
        </p:txBody>
      </p:sp>
    </p:spTree>
    <p:extLst>
      <p:ext uri="{BB962C8B-B14F-4D97-AF65-F5344CB8AC3E}">
        <p14:creationId xmlns:p14="http://schemas.microsoft.com/office/powerpoint/2010/main" val="1198336922"/>
      </p:ext>
    </p:extLst>
  </p:cSld>
</p:sld>
</file>

<file path=ppt/slides/slide33.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79BBD5BE-3D38-40E2-AA88-53EC1C3E45E1}"/>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B2F38"/>
                </a:solidFill>
                <a:latin typeface="Arial"/>
                <a:ea typeface="Arial"/>
                <a:cs typeface="Arial"/>
              </a:defRPr>
            </a:defPPr>
            <a:lvl1pPr algn="l">
              <a:defRPr sz="3300" b="1">
                <a:solidFill>
                  <a:srgbClr val="0B2F38"/>
                </a:solidFill>
                <a:latin typeface="Arial"/>
                <a:ea typeface="Arial"/>
                <a:cs typeface="Arial"/>
              </a:defRPr>
            </a:lvl1pPr>
            <a:lvl2pPr algn="l">
              <a:defRPr sz="3300" b="1">
                <a:solidFill>
                  <a:srgbClr val="0B2F38"/>
                </a:solidFill>
                <a:latin typeface="Arial"/>
                <a:ea typeface="Arial"/>
                <a:cs typeface="Arial"/>
              </a:defRPr>
            </a:lvl2pPr>
            <a:lvl3pPr algn="l">
              <a:defRPr sz="3300" b="1">
                <a:solidFill>
                  <a:srgbClr val="0B2F38"/>
                </a:solidFill>
                <a:latin typeface="Arial"/>
                <a:ea typeface="Arial"/>
                <a:cs typeface="Arial"/>
              </a:defRPr>
            </a:lvl3pPr>
            <a:lvl4pPr algn="l">
              <a:defRPr sz="3300" b="1">
                <a:solidFill>
                  <a:srgbClr val="0B2F38"/>
                </a:solidFill>
                <a:latin typeface="Arial"/>
                <a:ea typeface="Arial"/>
                <a:cs typeface="Arial"/>
              </a:defRPr>
            </a:lvl4pPr>
            <a:lvl5pPr algn="l">
              <a:defRPr sz="3300" b="1">
                <a:solidFill>
                  <a:srgbClr val="0B2F38"/>
                </a:solidFill>
                <a:latin typeface="Arial"/>
                <a:ea typeface="Arial"/>
                <a:cs typeface="Arial"/>
              </a:defRPr>
            </a:lvl5pPr>
            <a:lvl6pPr algn="l">
              <a:defRPr sz="3300" b="1">
                <a:solidFill>
                  <a:srgbClr val="0B2F38"/>
                </a:solidFill>
                <a:latin typeface="Arial"/>
                <a:ea typeface="Arial"/>
                <a:cs typeface="Arial"/>
              </a:defRPr>
            </a:lvl6pPr>
            <a:lvl7pPr algn="l">
              <a:defRPr sz="3300" b="1">
                <a:solidFill>
                  <a:srgbClr val="0B2F38"/>
                </a:solidFill>
                <a:latin typeface="Arial"/>
                <a:ea typeface="Arial"/>
                <a:cs typeface="Arial"/>
              </a:defRPr>
            </a:lvl7pPr>
            <a:lvl8pPr algn="l">
              <a:defRPr sz="3300" b="1">
                <a:solidFill>
                  <a:srgbClr val="0B2F38"/>
                </a:solidFill>
                <a:latin typeface="Arial"/>
                <a:ea typeface="Arial"/>
                <a:cs typeface="Arial"/>
              </a:defRPr>
            </a:lvl8pPr>
            <a:lvl9pPr algn="l">
              <a:defRPr sz="3300" b="1">
                <a:solidFill>
                  <a:srgbClr val="0B2F38"/>
                </a:solidFill>
                <a:latin typeface="Arial"/>
                <a:ea typeface="Arial"/>
                <a:cs typeface="Arial"/>
              </a:defRPr>
            </a:lvl9pPr>
          </a:lstStyle>
          <a:p xmlns:a="http://schemas.openxmlformats.org/drawingml/2006/main">
            <a:pPr algn="l">
              <a:defRPr sz="3300" b="1">
                <a:solidFill>
                  <a:srgbClr val="0B2F38"/>
                </a:solidFill>
                <a:latin typeface="Arial"/>
                <a:ea typeface="Arial"/>
                <a:cs typeface="Arial"/>
              </a:defRPr>
            </a:pPr>
            <a:r>
              <a:rPr sz="3300" b="1">
                <a:solidFill>
                  <a:srgbClr val="0B2F38"/>
                </a:solidFill>
                <a:latin typeface="Arial"/>
                <a:ea typeface="Arial"/>
                <a:cs typeface="Arial"/>
              </a:rPr>
              <a:t>Spuren im Inspector annotieren</a:t>
            </a:r>
          </a:p>
        </p:txBody>
      </p:sp>
      <p:sp>
        <p:nvSpPr>
          <p:cNvPr id="2" name="text-1">
            <a:extLst xmlns:a="http://schemas.openxmlformats.org/drawingml/2006/main">
              <a:ext uri="{FF2B5EF4-FFF2-40B4-BE49-F238E27FC236}">
                <a16:creationId xmlns:a16="http://schemas.microsoft.com/office/drawing/2014/main" id="{5BD1F56E-2D3D-4983-B59A-8AF3C728EC31}"/>
              </a:ext>
            </a:extLst>
          </p:cNvPr>
          <p:cNvSpPr>
            <a:spLocks xmlns:a="http://schemas.openxmlformats.org/drawingml/2006/main" noGrp="1"/>
          </p:cNvSpPr>
          <p:nvPr/>
        </p:nvSpPr>
        <p:spPr>
          <a:xfrm xmlns:a="http://schemas.openxmlformats.org/drawingml/2006/main">
            <a:off x="11144250" y="6477000"/>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defRPr sz="1125" b="0">
                <a:solidFill>
                  <a:srgbClr val="50646A"/>
                </a:solidFill>
                <a:latin typeface="Arial"/>
                <a:ea typeface="Arial"/>
                <a:cs typeface="Arial"/>
              </a:defRPr>
            </a:lvl1pPr>
            <a:lvl2pPr algn="r">
              <a:defRPr sz="1125" b="0">
                <a:solidFill>
                  <a:srgbClr val="50646A"/>
                </a:solidFill>
                <a:latin typeface="Arial"/>
                <a:ea typeface="Arial"/>
                <a:cs typeface="Arial"/>
              </a:defRPr>
            </a:lvl2pPr>
            <a:lvl3pPr algn="r">
              <a:defRPr sz="1125" b="0">
                <a:solidFill>
                  <a:srgbClr val="50646A"/>
                </a:solidFill>
                <a:latin typeface="Arial"/>
                <a:ea typeface="Arial"/>
                <a:cs typeface="Arial"/>
              </a:defRPr>
            </a:lvl3pPr>
            <a:lvl4pPr algn="r">
              <a:defRPr sz="1125" b="0">
                <a:solidFill>
                  <a:srgbClr val="50646A"/>
                </a:solidFill>
                <a:latin typeface="Arial"/>
                <a:ea typeface="Arial"/>
                <a:cs typeface="Arial"/>
              </a:defRPr>
            </a:lvl4pPr>
            <a:lvl5pPr algn="r">
              <a:defRPr sz="1125" b="0">
                <a:solidFill>
                  <a:srgbClr val="50646A"/>
                </a:solidFill>
                <a:latin typeface="Arial"/>
                <a:ea typeface="Arial"/>
                <a:cs typeface="Arial"/>
              </a:defRPr>
            </a:lvl5pPr>
            <a:lvl6pPr algn="r">
              <a:defRPr sz="1125" b="0">
                <a:solidFill>
                  <a:srgbClr val="50646A"/>
                </a:solidFill>
                <a:latin typeface="Arial"/>
                <a:ea typeface="Arial"/>
                <a:cs typeface="Arial"/>
              </a:defRPr>
            </a:lvl6pPr>
            <a:lvl7pPr algn="r">
              <a:defRPr sz="1125" b="0">
                <a:solidFill>
                  <a:srgbClr val="50646A"/>
                </a:solidFill>
                <a:latin typeface="Arial"/>
                <a:ea typeface="Arial"/>
                <a:cs typeface="Arial"/>
              </a:defRPr>
            </a:lvl7pPr>
            <a:lvl8pPr algn="r">
              <a:defRPr sz="1125" b="0">
                <a:solidFill>
                  <a:srgbClr val="50646A"/>
                </a:solidFill>
                <a:latin typeface="Arial"/>
                <a:ea typeface="Arial"/>
                <a:cs typeface="Arial"/>
              </a:defRPr>
            </a:lvl8pPr>
            <a:lvl9pPr algn="r">
              <a:defRPr sz="1125" b="0">
                <a:solidFill>
                  <a:srgbClr val="50646A"/>
                </a:solidFill>
                <a:latin typeface="Arial"/>
                <a:ea typeface="Arial"/>
                <a:cs typeface="Arial"/>
              </a:defRPr>
            </a:lvl9pPr>
          </a:lstStyle>
          <a:p xmlns:a="http://schemas.openxmlformats.org/drawingml/2006/main">
            <a:pPr algn="r">
              <a:defRPr sz="1125" b="0">
                <a:solidFill>
                  <a:srgbClr val="50646A"/>
                </a:solidFill>
                <a:latin typeface="Arial"/>
                <a:ea typeface="Arial"/>
                <a:cs typeface="Arial"/>
              </a:defRPr>
            </a:pPr>
            <a:r>
              <a:rPr sz="1125" b="0">
                <a:solidFill>
                  <a:srgbClr val="50646A"/>
                </a:solidFill>
                <a:latin typeface="Arial"/>
                <a:ea typeface="Arial"/>
                <a:cs typeface="Arial"/>
              </a:rPr>
              <a:t>33</a:t>
            </a:r>
          </a:p>
        </p:txBody>
      </p:sp>
      <p:pic>
        <p:nvPicPr>
          <p:cNvPr id="3" name="">
            <a:extLst xmlns:a="http://schemas.openxmlformats.org/drawingml/2006/main">
              <a:ext uri="{FF2B5EF4-FFF2-40B4-BE49-F238E27FC236}">
                <a16:creationId xmlns:a16="http://schemas.microsoft.com/office/drawing/2014/main" id="{D912E125-A4F6-4A2F-8BBF-E19183F5AEB2}"/>
              </a:ext>
            </a:extLst>
          </p:cNvPr>
          <p:cNvPicPr>
            <a:picLocks xmlns:a="http://schemas.openxmlformats.org/drawingml/2006/main" noChangeAspect="1"/>
          </p:cNvPicPr>
          <p:nvPr/>
        </p:nvPicPr>
        <p:blipFill>
          <a:blip xmlns:r="http://schemas.openxmlformats.org/officeDocument/2006/relationships" xmlns:a="http://schemas.openxmlformats.org/drawingml/2006/main" r:embed="R08b84b25cb204b6d"/>
          <a:stretch xmlns:a="http://schemas.openxmlformats.org/drawingml/2006/main"/>
        </p:blipFill>
        <p:spPr>
          <a:xfrm xmlns:a="http://schemas.openxmlformats.org/drawingml/2006/main">
            <a:off x="1283320" y="1543050"/>
            <a:ext cx="6272561" cy="4286250"/>
          </a:xfrm>
          <a:prstGeom xmlns:a="http://schemas.openxmlformats.org/drawingml/2006/main" prst="rect">
            <a:avLst/>
          </a:prstGeom>
        </p:spPr>
      </p:pic>
      <p:sp>
        <p:nvSpPr>
          <p:cNvPr id="4" name="text-2">
            <a:extLst xmlns:a="http://schemas.openxmlformats.org/drawingml/2006/main">
              <a:ext uri="{FF2B5EF4-FFF2-40B4-BE49-F238E27FC236}">
                <a16:creationId xmlns:a16="http://schemas.microsoft.com/office/drawing/2014/main" id="{17DE5F16-678B-4CDD-A000-0604C2728A24}"/>
              </a:ext>
            </a:extLst>
          </p:cNvPr>
          <p:cNvSpPr>
            <a:spLocks xmlns:a="http://schemas.openxmlformats.org/drawingml/2006/main" noGrp="1"/>
          </p:cNvSpPr>
          <p:nvPr/>
        </p:nvSpPr>
        <p:spPr>
          <a:xfrm xmlns:a="http://schemas.openxmlformats.org/drawingml/2006/main">
            <a:off x="8610600" y="1752600"/>
            <a:ext cx="2971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defRPr sz="1875" b="0">
                <a:solidFill>
                  <a:srgbClr val="0B2F38"/>
                </a:solidFill>
                <a:latin typeface="Arial"/>
                <a:ea typeface="Arial"/>
                <a:cs typeface="Arial"/>
              </a:defRPr>
            </a:lvl1pPr>
            <a:lvl2pPr algn="l">
              <a:defRPr sz="1875" b="0">
                <a:solidFill>
                  <a:srgbClr val="0B2F38"/>
                </a:solidFill>
                <a:latin typeface="Arial"/>
                <a:ea typeface="Arial"/>
                <a:cs typeface="Arial"/>
              </a:defRPr>
            </a:lvl2pPr>
            <a:lvl3pPr algn="l">
              <a:defRPr sz="1875" b="0">
                <a:solidFill>
                  <a:srgbClr val="0B2F38"/>
                </a:solidFill>
                <a:latin typeface="Arial"/>
                <a:ea typeface="Arial"/>
                <a:cs typeface="Arial"/>
              </a:defRPr>
            </a:lvl3pPr>
            <a:lvl4pPr algn="l">
              <a:defRPr sz="1875" b="0">
                <a:solidFill>
                  <a:srgbClr val="0B2F38"/>
                </a:solidFill>
                <a:latin typeface="Arial"/>
                <a:ea typeface="Arial"/>
                <a:cs typeface="Arial"/>
              </a:defRPr>
            </a:lvl4pPr>
            <a:lvl5pPr algn="l">
              <a:defRPr sz="1875" b="0">
                <a:solidFill>
                  <a:srgbClr val="0B2F38"/>
                </a:solidFill>
                <a:latin typeface="Arial"/>
                <a:ea typeface="Arial"/>
                <a:cs typeface="Arial"/>
              </a:defRPr>
            </a:lvl5pPr>
            <a:lvl6pPr algn="l">
              <a:defRPr sz="1875" b="0">
                <a:solidFill>
                  <a:srgbClr val="0B2F38"/>
                </a:solidFill>
                <a:latin typeface="Arial"/>
                <a:ea typeface="Arial"/>
                <a:cs typeface="Arial"/>
              </a:defRPr>
            </a:lvl6pPr>
            <a:lvl7pPr algn="l">
              <a:defRPr sz="1875" b="0">
                <a:solidFill>
                  <a:srgbClr val="0B2F38"/>
                </a:solidFill>
                <a:latin typeface="Arial"/>
                <a:ea typeface="Arial"/>
                <a:cs typeface="Arial"/>
              </a:defRPr>
            </a:lvl7pPr>
            <a:lvl8pPr algn="l">
              <a:defRPr sz="1875" b="0">
                <a:solidFill>
                  <a:srgbClr val="0B2F38"/>
                </a:solidFill>
                <a:latin typeface="Arial"/>
                <a:ea typeface="Arial"/>
                <a:cs typeface="Arial"/>
              </a:defRPr>
            </a:lvl8pPr>
            <a:lvl9pPr algn="l">
              <a:defRPr sz="1875" b="0">
                <a:solidFill>
                  <a:srgbClr val="0B2F38"/>
                </a:solidFill>
                <a:latin typeface="Arial"/>
                <a:ea typeface="Arial"/>
                <a:cs typeface="Arial"/>
              </a:defRPr>
            </a:lvl9pPr>
          </a:lstStyle>
          <a:p xmlns:a="http://schemas.openxmlformats.org/drawingml/2006/main">
            <a:pPr algn="l">
              <a:defRPr sz="1875" b="0">
                <a:solidFill>
                  <a:srgbClr val="0B2F38"/>
                </a:solidFill>
                <a:latin typeface="Arial"/>
                <a:ea typeface="Arial"/>
                <a:cs typeface="Arial"/>
              </a:defRPr>
            </a:pPr>
            <a:r>
              <a:rPr sz="1875" b="0">
                <a:solidFill>
                  <a:srgbClr val="0B2F38"/>
                </a:solidFill>
                <a:latin typeface="Arial"/>
                <a:ea typeface="Arial"/>
                <a:cs typeface="Arial"/>
              </a:rPr>
              <a:t>Video annotieren → Neue Kurve · 4 Punkte</a:t>
            </a:r>
          </a:p>
        </p:txBody>
      </p:sp>
      <p:sp>
        <p:nvSpPr>
          <p:cNvPr id="5" name="text-3">
            <a:extLst xmlns:a="http://schemas.openxmlformats.org/drawingml/2006/main">
              <a:ext uri="{FF2B5EF4-FFF2-40B4-BE49-F238E27FC236}">
                <a16:creationId xmlns:a16="http://schemas.microsoft.com/office/drawing/2014/main" id="{B2F9B3F4-5B16-41FA-869C-EA12243AD375}"/>
              </a:ext>
            </a:extLst>
          </p:cNvPr>
          <p:cNvSpPr>
            <a:spLocks xmlns:a="http://schemas.openxmlformats.org/drawingml/2006/main" noGrp="1"/>
          </p:cNvSpPr>
          <p:nvPr/>
        </p:nvSpPr>
        <p:spPr>
          <a:xfrm xmlns:a="http://schemas.openxmlformats.org/drawingml/2006/main">
            <a:off x="8610600" y="3028950"/>
            <a:ext cx="2971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defRPr sz="1875" b="0">
                <a:solidFill>
                  <a:srgbClr val="0B2F38"/>
                </a:solidFill>
                <a:latin typeface="Arial"/>
                <a:ea typeface="Arial"/>
                <a:cs typeface="Arial"/>
              </a:defRPr>
            </a:lvl1pPr>
            <a:lvl2pPr algn="l">
              <a:defRPr sz="1875" b="0">
                <a:solidFill>
                  <a:srgbClr val="0B2F38"/>
                </a:solidFill>
                <a:latin typeface="Arial"/>
                <a:ea typeface="Arial"/>
                <a:cs typeface="Arial"/>
              </a:defRPr>
            </a:lvl2pPr>
            <a:lvl3pPr algn="l">
              <a:defRPr sz="1875" b="0">
                <a:solidFill>
                  <a:srgbClr val="0B2F38"/>
                </a:solidFill>
                <a:latin typeface="Arial"/>
                <a:ea typeface="Arial"/>
                <a:cs typeface="Arial"/>
              </a:defRPr>
            </a:lvl3pPr>
            <a:lvl4pPr algn="l">
              <a:defRPr sz="1875" b="0">
                <a:solidFill>
                  <a:srgbClr val="0B2F38"/>
                </a:solidFill>
                <a:latin typeface="Arial"/>
                <a:ea typeface="Arial"/>
                <a:cs typeface="Arial"/>
              </a:defRPr>
            </a:lvl4pPr>
            <a:lvl5pPr algn="l">
              <a:defRPr sz="1875" b="0">
                <a:solidFill>
                  <a:srgbClr val="0B2F38"/>
                </a:solidFill>
                <a:latin typeface="Arial"/>
                <a:ea typeface="Arial"/>
                <a:cs typeface="Arial"/>
              </a:defRPr>
            </a:lvl5pPr>
            <a:lvl6pPr algn="l">
              <a:defRPr sz="1875" b="0">
                <a:solidFill>
                  <a:srgbClr val="0B2F38"/>
                </a:solidFill>
                <a:latin typeface="Arial"/>
                <a:ea typeface="Arial"/>
                <a:cs typeface="Arial"/>
              </a:defRPr>
            </a:lvl6pPr>
            <a:lvl7pPr algn="l">
              <a:defRPr sz="1875" b="0">
                <a:solidFill>
                  <a:srgbClr val="0B2F38"/>
                </a:solidFill>
                <a:latin typeface="Arial"/>
                <a:ea typeface="Arial"/>
                <a:cs typeface="Arial"/>
              </a:defRPr>
            </a:lvl7pPr>
            <a:lvl8pPr algn="l">
              <a:defRPr sz="1875" b="0">
                <a:solidFill>
                  <a:srgbClr val="0B2F38"/>
                </a:solidFill>
                <a:latin typeface="Arial"/>
                <a:ea typeface="Arial"/>
                <a:cs typeface="Arial"/>
              </a:defRPr>
            </a:lvl8pPr>
            <a:lvl9pPr algn="l">
              <a:defRPr sz="1875" b="0">
                <a:solidFill>
                  <a:srgbClr val="0B2F38"/>
                </a:solidFill>
                <a:latin typeface="Arial"/>
                <a:ea typeface="Arial"/>
                <a:cs typeface="Arial"/>
              </a:defRPr>
            </a:lvl9pPr>
          </a:lstStyle>
          <a:p xmlns:a="http://schemas.openxmlformats.org/drawingml/2006/main">
            <a:pPr algn="l">
              <a:defRPr sz="1875" b="0">
                <a:solidFill>
                  <a:srgbClr val="0B2F38"/>
                </a:solidFill>
                <a:latin typeface="Arial"/>
                <a:ea typeface="Arial"/>
                <a:cs typeface="Arial"/>
              </a:defRPr>
            </a:pPr>
            <a:r>
              <a:rPr sz="1875" b="0">
                <a:solidFill>
                  <a:srgbClr val="0B2F38"/>
                </a:solidFill>
                <a:latin typeface="Arial"/>
                <a:ea typeface="Arial"/>
                <a:cs typeface="Arial"/>
              </a:rPr>
              <a:t>Durchgezogen / Gestrichelt; Track-ID erhalten</a:t>
            </a:r>
          </a:p>
        </p:txBody>
      </p:sp>
      <p:sp>
        <p:nvSpPr>
          <p:cNvPr id="6" name="text-4">
            <a:extLst xmlns:a="http://schemas.openxmlformats.org/drawingml/2006/main">
              <a:ext uri="{FF2B5EF4-FFF2-40B4-BE49-F238E27FC236}">
                <a16:creationId xmlns:a16="http://schemas.microsoft.com/office/drawing/2014/main" id="{495B4377-00CE-424D-AA58-9B1FEA5F95AD}"/>
              </a:ext>
            </a:extLst>
          </p:cNvPr>
          <p:cNvSpPr>
            <a:spLocks xmlns:a="http://schemas.openxmlformats.org/drawingml/2006/main" noGrp="1"/>
          </p:cNvSpPr>
          <p:nvPr/>
        </p:nvSpPr>
        <p:spPr>
          <a:xfrm xmlns:a="http://schemas.openxmlformats.org/drawingml/2006/main">
            <a:off x="8610600" y="4305300"/>
            <a:ext cx="2971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defRPr sz="1875" b="0">
                <a:solidFill>
                  <a:srgbClr val="0B2F38"/>
                </a:solidFill>
                <a:latin typeface="Arial"/>
                <a:ea typeface="Arial"/>
                <a:cs typeface="Arial"/>
              </a:defRPr>
            </a:lvl1pPr>
            <a:lvl2pPr algn="l">
              <a:defRPr sz="1875" b="0">
                <a:solidFill>
                  <a:srgbClr val="0B2F38"/>
                </a:solidFill>
                <a:latin typeface="Arial"/>
                <a:ea typeface="Arial"/>
                <a:cs typeface="Arial"/>
              </a:defRPr>
            </a:lvl2pPr>
            <a:lvl3pPr algn="l">
              <a:defRPr sz="1875" b="0">
                <a:solidFill>
                  <a:srgbClr val="0B2F38"/>
                </a:solidFill>
                <a:latin typeface="Arial"/>
                <a:ea typeface="Arial"/>
                <a:cs typeface="Arial"/>
              </a:defRPr>
            </a:lvl3pPr>
            <a:lvl4pPr algn="l">
              <a:defRPr sz="1875" b="0">
                <a:solidFill>
                  <a:srgbClr val="0B2F38"/>
                </a:solidFill>
                <a:latin typeface="Arial"/>
                <a:ea typeface="Arial"/>
                <a:cs typeface="Arial"/>
              </a:defRPr>
            </a:lvl4pPr>
            <a:lvl5pPr algn="l">
              <a:defRPr sz="1875" b="0">
                <a:solidFill>
                  <a:srgbClr val="0B2F38"/>
                </a:solidFill>
                <a:latin typeface="Arial"/>
                <a:ea typeface="Arial"/>
                <a:cs typeface="Arial"/>
              </a:defRPr>
            </a:lvl5pPr>
            <a:lvl6pPr algn="l">
              <a:defRPr sz="1875" b="0">
                <a:solidFill>
                  <a:srgbClr val="0B2F38"/>
                </a:solidFill>
                <a:latin typeface="Arial"/>
                <a:ea typeface="Arial"/>
                <a:cs typeface="Arial"/>
              </a:defRPr>
            </a:lvl6pPr>
            <a:lvl7pPr algn="l">
              <a:defRPr sz="1875" b="0">
                <a:solidFill>
                  <a:srgbClr val="0B2F38"/>
                </a:solidFill>
                <a:latin typeface="Arial"/>
                <a:ea typeface="Arial"/>
                <a:cs typeface="Arial"/>
              </a:defRPr>
            </a:lvl7pPr>
            <a:lvl8pPr algn="l">
              <a:defRPr sz="1875" b="0">
                <a:solidFill>
                  <a:srgbClr val="0B2F38"/>
                </a:solidFill>
                <a:latin typeface="Arial"/>
                <a:ea typeface="Arial"/>
                <a:cs typeface="Arial"/>
              </a:defRPr>
            </a:lvl8pPr>
            <a:lvl9pPr algn="l">
              <a:defRPr sz="1875" b="0">
                <a:solidFill>
                  <a:srgbClr val="0B2F38"/>
                </a:solidFill>
                <a:latin typeface="Arial"/>
                <a:ea typeface="Arial"/>
                <a:cs typeface="Arial"/>
              </a:defRPr>
            </a:lvl9pPr>
          </a:lstStyle>
          <a:p xmlns:a="http://schemas.openxmlformats.org/drawingml/2006/main">
            <a:pPr algn="l">
              <a:defRPr sz="1875" b="0">
                <a:solidFill>
                  <a:srgbClr val="0B2F38"/>
                </a:solidFill>
                <a:latin typeface="Arial"/>
                <a:ea typeface="Arial"/>
                <a:cs typeface="Arial"/>
              </a:defRPr>
            </a:pPr>
            <a:r>
              <a:rPr sz="1875" b="0">
                <a:solidFill>
                  <a:srgbClr val="0B2F38"/>
                </a:solidFill>
                <a:latin typeface="Arial"/>
                <a:ea typeface="Arial"/>
                <a:cs typeface="Arial"/>
              </a:rPr>
              <a:t>Frame geprüft bestätigen → Dataset als ZIP exportieren</a:t>
            </a:r>
          </a:p>
        </p:txBody>
      </p:sp>
      <p:sp>
        <p:nvSpPr>
          <p:cNvPr id="7" name="text-5">
            <a:extLst xmlns:a="http://schemas.openxmlformats.org/drawingml/2006/main">
              <a:ext uri="{FF2B5EF4-FFF2-40B4-BE49-F238E27FC236}">
                <a16:creationId xmlns:a16="http://schemas.microsoft.com/office/drawing/2014/main" id="{4300EA62-81B9-479D-898E-9A02AB2CADAB}"/>
              </a:ext>
            </a:extLst>
          </p:cNvPr>
          <p:cNvSpPr>
            <a:spLocks xmlns:a="http://schemas.openxmlformats.org/drawingml/2006/main" noGrp="1"/>
          </p:cNvSpPr>
          <p:nvPr/>
        </p:nvSpPr>
        <p:spPr>
          <a:xfrm xmlns:a="http://schemas.openxmlformats.org/drawingml/2006/main">
            <a:off x="609600" y="606742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0646A"/>
                </a:solidFill>
                <a:latin typeface="Arial"/>
                <a:ea typeface="Arial"/>
                <a:cs typeface="Arial"/>
              </a:defRPr>
            </a:defPPr>
            <a:lvl1pPr algn="l">
              <a:defRPr sz="1575" b="0">
                <a:solidFill>
                  <a:srgbClr val="50646A"/>
                </a:solidFill>
                <a:latin typeface="Arial"/>
                <a:ea typeface="Arial"/>
                <a:cs typeface="Arial"/>
              </a:defRPr>
            </a:lvl1pPr>
            <a:lvl2pPr algn="l">
              <a:defRPr sz="1575" b="0">
                <a:solidFill>
                  <a:srgbClr val="50646A"/>
                </a:solidFill>
                <a:latin typeface="Arial"/>
                <a:ea typeface="Arial"/>
                <a:cs typeface="Arial"/>
              </a:defRPr>
            </a:lvl2pPr>
            <a:lvl3pPr algn="l">
              <a:defRPr sz="1575" b="0">
                <a:solidFill>
                  <a:srgbClr val="50646A"/>
                </a:solidFill>
                <a:latin typeface="Arial"/>
                <a:ea typeface="Arial"/>
                <a:cs typeface="Arial"/>
              </a:defRPr>
            </a:lvl3pPr>
            <a:lvl4pPr algn="l">
              <a:defRPr sz="1575" b="0">
                <a:solidFill>
                  <a:srgbClr val="50646A"/>
                </a:solidFill>
                <a:latin typeface="Arial"/>
                <a:ea typeface="Arial"/>
                <a:cs typeface="Arial"/>
              </a:defRPr>
            </a:lvl4pPr>
            <a:lvl5pPr algn="l">
              <a:defRPr sz="1575" b="0">
                <a:solidFill>
                  <a:srgbClr val="50646A"/>
                </a:solidFill>
                <a:latin typeface="Arial"/>
                <a:ea typeface="Arial"/>
                <a:cs typeface="Arial"/>
              </a:defRPr>
            </a:lvl5pPr>
            <a:lvl6pPr algn="l">
              <a:defRPr sz="1575" b="0">
                <a:solidFill>
                  <a:srgbClr val="50646A"/>
                </a:solidFill>
                <a:latin typeface="Arial"/>
                <a:ea typeface="Arial"/>
                <a:cs typeface="Arial"/>
              </a:defRPr>
            </a:lvl6pPr>
            <a:lvl7pPr algn="l">
              <a:defRPr sz="1575" b="0">
                <a:solidFill>
                  <a:srgbClr val="50646A"/>
                </a:solidFill>
                <a:latin typeface="Arial"/>
                <a:ea typeface="Arial"/>
                <a:cs typeface="Arial"/>
              </a:defRPr>
            </a:lvl7pPr>
            <a:lvl8pPr algn="l">
              <a:defRPr sz="1575" b="0">
                <a:solidFill>
                  <a:srgbClr val="50646A"/>
                </a:solidFill>
                <a:latin typeface="Arial"/>
                <a:ea typeface="Arial"/>
                <a:cs typeface="Arial"/>
              </a:defRPr>
            </a:lvl8pPr>
            <a:lvl9pPr algn="l">
              <a:defRPr sz="1575" b="0">
                <a:solidFill>
                  <a:srgbClr val="50646A"/>
                </a:solidFill>
                <a:latin typeface="Arial"/>
                <a:ea typeface="Arial"/>
                <a:cs typeface="Arial"/>
              </a:defRPr>
            </a:lvl9pPr>
          </a:lstStyle>
          <a:p xmlns:a="http://schemas.openxmlformats.org/drawingml/2006/main">
            <a:pPr algn="l">
              <a:defRPr sz="1575" b="0">
                <a:solidFill>
                  <a:srgbClr val="50646A"/>
                </a:solidFill>
                <a:latin typeface="Arial"/>
                <a:ea typeface="Arial"/>
                <a:cs typeface="Arial"/>
              </a:defRPr>
            </a:pPr>
            <a:r>
              <a:rPr sz="1575" b="0">
                <a:solidFill>
                  <a:srgbClr val="50646A"/>
                </a:solidFill>
                <a:latin typeface="Arial"/>
                <a:ea typeface="Arial"/>
                <a:cs typeface="Arial"/>
              </a:rPr>
              <a:t>Bedienoberfläche mit dem vorhandenen synthetischen Lehrdatensatz</a:t>
            </a:r>
          </a:p>
        </p:txBody>
      </p:sp>
    </p:spTree>
    <p:extLst>
      <p:ext uri="{BB962C8B-B14F-4D97-AF65-F5344CB8AC3E}">
        <p14:creationId xmlns:p14="http://schemas.microsoft.com/office/powerpoint/2010/main" val="2010703938"/>
      </p:ext>
    </p:extLst>
  </p:cSld>
</p:sld>
</file>

<file path=ppt/slides/slide34.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5" name="text-0">
            <a:extLst xmlns:a="http://schemas.openxmlformats.org/drawingml/2006/main">
              <a:ext uri="{FF2B5EF4-FFF2-40B4-BE49-F238E27FC236}">
                <a16:creationId xmlns:a16="http://schemas.microsoft.com/office/drawing/2014/main" id="{BEE31B67-0714-4691-8B74-03BD47E5A5D5}"/>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B2F38"/>
                </a:solidFill>
                <a:latin typeface="Arial"/>
                <a:ea typeface="Arial"/>
                <a:cs typeface="Arial"/>
              </a:defRPr>
            </a:defPPr>
            <a:lvl1pPr algn="l">
              <a:defRPr sz="3300" b="1">
                <a:solidFill>
                  <a:srgbClr val="0B2F38"/>
                </a:solidFill>
                <a:latin typeface="Arial"/>
                <a:ea typeface="Arial"/>
                <a:cs typeface="Arial"/>
              </a:defRPr>
            </a:lvl1pPr>
            <a:lvl2pPr algn="l">
              <a:defRPr sz="3300" b="1">
                <a:solidFill>
                  <a:srgbClr val="0B2F38"/>
                </a:solidFill>
                <a:latin typeface="Arial"/>
                <a:ea typeface="Arial"/>
                <a:cs typeface="Arial"/>
              </a:defRPr>
            </a:lvl2pPr>
            <a:lvl3pPr algn="l">
              <a:defRPr sz="3300" b="1">
                <a:solidFill>
                  <a:srgbClr val="0B2F38"/>
                </a:solidFill>
                <a:latin typeface="Arial"/>
                <a:ea typeface="Arial"/>
                <a:cs typeface="Arial"/>
              </a:defRPr>
            </a:lvl3pPr>
            <a:lvl4pPr algn="l">
              <a:defRPr sz="3300" b="1">
                <a:solidFill>
                  <a:srgbClr val="0B2F38"/>
                </a:solidFill>
                <a:latin typeface="Arial"/>
                <a:ea typeface="Arial"/>
                <a:cs typeface="Arial"/>
              </a:defRPr>
            </a:lvl4pPr>
            <a:lvl5pPr algn="l">
              <a:defRPr sz="3300" b="1">
                <a:solidFill>
                  <a:srgbClr val="0B2F38"/>
                </a:solidFill>
                <a:latin typeface="Arial"/>
                <a:ea typeface="Arial"/>
                <a:cs typeface="Arial"/>
              </a:defRPr>
            </a:lvl5pPr>
            <a:lvl6pPr algn="l">
              <a:defRPr sz="3300" b="1">
                <a:solidFill>
                  <a:srgbClr val="0B2F38"/>
                </a:solidFill>
                <a:latin typeface="Arial"/>
                <a:ea typeface="Arial"/>
                <a:cs typeface="Arial"/>
              </a:defRPr>
            </a:lvl6pPr>
            <a:lvl7pPr algn="l">
              <a:defRPr sz="3300" b="1">
                <a:solidFill>
                  <a:srgbClr val="0B2F38"/>
                </a:solidFill>
                <a:latin typeface="Arial"/>
                <a:ea typeface="Arial"/>
                <a:cs typeface="Arial"/>
              </a:defRPr>
            </a:lvl7pPr>
            <a:lvl8pPr algn="l">
              <a:defRPr sz="3300" b="1">
                <a:solidFill>
                  <a:srgbClr val="0B2F38"/>
                </a:solidFill>
                <a:latin typeface="Arial"/>
                <a:ea typeface="Arial"/>
                <a:cs typeface="Arial"/>
              </a:defRPr>
            </a:lvl8pPr>
            <a:lvl9pPr algn="l">
              <a:defRPr sz="3300" b="1">
                <a:solidFill>
                  <a:srgbClr val="0B2F38"/>
                </a:solidFill>
                <a:latin typeface="Arial"/>
                <a:ea typeface="Arial"/>
                <a:cs typeface="Arial"/>
              </a:defRPr>
            </a:lvl9pPr>
          </a:lstStyle>
          <a:p xmlns:a="http://schemas.openxmlformats.org/drawingml/2006/main">
            <a:pPr algn="l">
              <a:defRPr sz="3300" b="1">
                <a:solidFill>
                  <a:srgbClr val="0B2F38"/>
                </a:solidFill>
                <a:latin typeface="Arial"/>
                <a:ea typeface="Arial"/>
                <a:cs typeface="Arial"/>
              </a:defRPr>
            </a:pPr>
            <a:r>
              <a:rPr sz="3300" b="1">
                <a:solidFill>
                  <a:srgbClr val="0B2F38"/>
                </a:solidFill>
                <a:latin typeface="Arial"/>
                <a:ea typeface="Arial"/>
                <a:cs typeface="Arial"/>
              </a:rPr>
              <a:t>Labels, Datenaufteilung und Qualität</a:t>
            </a:r>
          </a:p>
        </p:txBody>
      </p:sp>
      <p:sp>
        <p:nvSpPr>
          <p:cNvPr id="2" name="text-1">
            <a:extLst xmlns:a="http://schemas.openxmlformats.org/drawingml/2006/main">
              <a:ext uri="{FF2B5EF4-FFF2-40B4-BE49-F238E27FC236}">
                <a16:creationId xmlns:a16="http://schemas.microsoft.com/office/drawing/2014/main" id="{742E88C1-70E6-4EDE-90F3-537D4BCEB320}"/>
              </a:ext>
            </a:extLst>
          </p:cNvPr>
          <p:cNvSpPr>
            <a:spLocks xmlns:a="http://schemas.openxmlformats.org/drawingml/2006/main" noGrp="1"/>
          </p:cNvSpPr>
          <p:nvPr/>
        </p:nvSpPr>
        <p:spPr>
          <a:xfrm xmlns:a="http://schemas.openxmlformats.org/drawingml/2006/main">
            <a:off x="11144250" y="6477000"/>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defRPr sz="1125" b="0">
                <a:solidFill>
                  <a:srgbClr val="50646A"/>
                </a:solidFill>
                <a:latin typeface="Arial"/>
                <a:ea typeface="Arial"/>
                <a:cs typeface="Arial"/>
              </a:defRPr>
            </a:lvl1pPr>
            <a:lvl2pPr algn="r">
              <a:defRPr sz="1125" b="0">
                <a:solidFill>
                  <a:srgbClr val="50646A"/>
                </a:solidFill>
                <a:latin typeface="Arial"/>
                <a:ea typeface="Arial"/>
                <a:cs typeface="Arial"/>
              </a:defRPr>
            </a:lvl2pPr>
            <a:lvl3pPr algn="r">
              <a:defRPr sz="1125" b="0">
                <a:solidFill>
                  <a:srgbClr val="50646A"/>
                </a:solidFill>
                <a:latin typeface="Arial"/>
                <a:ea typeface="Arial"/>
                <a:cs typeface="Arial"/>
              </a:defRPr>
            </a:lvl3pPr>
            <a:lvl4pPr algn="r">
              <a:defRPr sz="1125" b="0">
                <a:solidFill>
                  <a:srgbClr val="50646A"/>
                </a:solidFill>
                <a:latin typeface="Arial"/>
                <a:ea typeface="Arial"/>
                <a:cs typeface="Arial"/>
              </a:defRPr>
            </a:lvl4pPr>
            <a:lvl5pPr algn="r">
              <a:defRPr sz="1125" b="0">
                <a:solidFill>
                  <a:srgbClr val="50646A"/>
                </a:solidFill>
                <a:latin typeface="Arial"/>
                <a:ea typeface="Arial"/>
                <a:cs typeface="Arial"/>
              </a:defRPr>
            </a:lvl5pPr>
            <a:lvl6pPr algn="r">
              <a:defRPr sz="1125" b="0">
                <a:solidFill>
                  <a:srgbClr val="50646A"/>
                </a:solidFill>
                <a:latin typeface="Arial"/>
                <a:ea typeface="Arial"/>
                <a:cs typeface="Arial"/>
              </a:defRPr>
            </a:lvl6pPr>
            <a:lvl7pPr algn="r">
              <a:defRPr sz="1125" b="0">
                <a:solidFill>
                  <a:srgbClr val="50646A"/>
                </a:solidFill>
                <a:latin typeface="Arial"/>
                <a:ea typeface="Arial"/>
                <a:cs typeface="Arial"/>
              </a:defRPr>
            </a:lvl7pPr>
            <a:lvl8pPr algn="r">
              <a:defRPr sz="1125" b="0">
                <a:solidFill>
                  <a:srgbClr val="50646A"/>
                </a:solidFill>
                <a:latin typeface="Arial"/>
                <a:ea typeface="Arial"/>
                <a:cs typeface="Arial"/>
              </a:defRPr>
            </a:lvl8pPr>
            <a:lvl9pPr algn="r">
              <a:defRPr sz="1125" b="0">
                <a:solidFill>
                  <a:srgbClr val="50646A"/>
                </a:solidFill>
                <a:latin typeface="Arial"/>
                <a:ea typeface="Arial"/>
                <a:cs typeface="Arial"/>
              </a:defRPr>
            </a:lvl9pPr>
          </a:lstStyle>
          <a:p xmlns:a="http://schemas.openxmlformats.org/drawingml/2006/main">
            <a:pPr algn="r">
              <a:defRPr sz="1125" b="0">
                <a:solidFill>
                  <a:srgbClr val="50646A"/>
                </a:solidFill>
                <a:latin typeface="Arial"/>
                <a:ea typeface="Arial"/>
                <a:cs typeface="Arial"/>
              </a:defRPr>
            </a:pPr>
            <a:r>
              <a:rPr sz="1125" b="0">
                <a:solidFill>
                  <a:srgbClr val="50646A"/>
                </a:solidFill>
                <a:latin typeface="Arial"/>
                <a:ea typeface="Arial"/>
                <a:cs typeface="Arial"/>
              </a:rPr>
              <a:t>34</a:t>
            </a:r>
          </a:p>
        </p:txBody>
      </p:sp>
      <p:sp>
        <p:nvSpPr>
          <p:cNvPr id="3" name="text-2">
            <a:extLst xmlns:a="http://schemas.openxmlformats.org/drawingml/2006/main">
              <a:ext uri="{FF2B5EF4-FFF2-40B4-BE49-F238E27FC236}">
                <a16:creationId xmlns:a16="http://schemas.microsoft.com/office/drawing/2014/main" id="{174D82B2-3CFB-486D-B66F-FC7CD5653CD9}"/>
              </a:ext>
            </a:extLst>
          </p:cNvPr>
          <p:cNvSpPr>
            <a:spLocks xmlns:a="http://schemas.openxmlformats.org/drawingml/2006/main" noGrp="1"/>
          </p:cNvSpPr>
          <p:nvPr/>
        </p:nvSpPr>
        <p:spPr>
          <a:xfrm xmlns:a="http://schemas.openxmlformats.org/drawingml/2006/main">
            <a:off x="609600" y="1695450"/>
            <a:ext cx="762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B27D10"/>
                </a:solidFill>
                <a:latin typeface="Arial"/>
                <a:ea typeface="Arial"/>
                <a:cs typeface="Arial"/>
              </a:defRPr>
            </a:defPPr>
            <a:lvl1pPr algn="l">
              <a:defRPr sz="2325" b="1">
                <a:solidFill>
                  <a:srgbClr val="B27D10"/>
                </a:solidFill>
                <a:latin typeface="Arial"/>
                <a:ea typeface="Arial"/>
                <a:cs typeface="Arial"/>
              </a:defRPr>
            </a:lvl1pPr>
            <a:lvl2pPr algn="l">
              <a:defRPr sz="2325" b="1">
                <a:solidFill>
                  <a:srgbClr val="B27D10"/>
                </a:solidFill>
                <a:latin typeface="Arial"/>
                <a:ea typeface="Arial"/>
                <a:cs typeface="Arial"/>
              </a:defRPr>
            </a:lvl2pPr>
            <a:lvl3pPr algn="l">
              <a:defRPr sz="2325" b="1">
                <a:solidFill>
                  <a:srgbClr val="B27D10"/>
                </a:solidFill>
                <a:latin typeface="Arial"/>
                <a:ea typeface="Arial"/>
                <a:cs typeface="Arial"/>
              </a:defRPr>
            </a:lvl3pPr>
            <a:lvl4pPr algn="l">
              <a:defRPr sz="2325" b="1">
                <a:solidFill>
                  <a:srgbClr val="B27D10"/>
                </a:solidFill>
                <a:latin typeface="Arial"/>
                <a:ea typeface="Arial"/>
                <a:cs typeface="Arial"/>
              </a:defRPr>
            </a:lvl4pPr>
            <a:lvl5pPr algn="l">
              <a:defRPr sz="2325" b="1">
                <a:solidFill>
                  <a:srgbClr val="B27D10"/>
                </a:solidFill>
                <a:latin typeface="Arial"/>
                <a:ea typeface="Arial"/>
                <a:cs typeface="Arial"/>
              </a:defRPr>
            </a:lvl5pPr>
            <a:lvl6pPr algn="l">
              <a:defRPr sz="2325" b="1">
                <a:solidFill>
                  <a:srgbClr val="B27D10"/>
                </a:solidFill>
                <a:latin typeface="Arial"/>
                <a:ea typeface="Arial"/>
                <a:cs typeface="Arial"/>
              </a:defRPr>
            </a:lvl6pPr>
            <a:lvl7pPr algn="l">
              <a:defRPr sz="2325" b="1">
                <a:solidFill>
                  <a:srgbClr val="B27D10"/>
                </a:solidFill>
                <a:latin typeface="Arial"/>
                <a:ea typeface="Arial"/>
                <a:cs typeface="Arial"/>
              </a:defRPr>
            </a:lvl7pPr>
            <a:lvl8pPr algn="l">
              <a:defRPr sz="2325" b="1">
                <a:solidFill>
                  <a:srgbClr val="B27D10"/>
                </a:solidFill>
                <a:latin typeface="Arial"/>
                <a:ea typeface="Arial"/>
                <a:cs typeface="Arial"/>
              </a:defRPr>
            </a:lvl8pPr>
            <a:lvl9pPr algn="l">
              <a:defRPr sz="2325" b="1">
                <a:solidFill>
                  <a:srgbClr val="B27D10"/>
                </a:solidFill>
                <a:latin typeface="Arial"/>
                <a:ea typeface="Arial"/>
                <a:cs typeface="Arial"/>
              </a:defRPr>
            </a:lvl9pPr>
          </a:lstStyle>
          <a:p xmlns:a="http://schemas.openxmlformats.org/drawingml/2006/main">
            <a:pPr algn="l">
              <a:defRPr sz="2325" b="1">
                <a:solidFill>
                  <a:srgbClr val="B27D10"/>
                </a:solidFill>
                <a:latin typeface="Arial"/>
                <a:ea typeface="Arial"/>
                <a:cs typeface="Arial"/>
              </a:defRPr>
            </a:pPr>
            <a:r>
              <a:rPr sz="2325" b="1">
                <a:solidFill>
                  <a:srgbClr val="B27D10"/>
                </a:solidFill>
                <a:latin typeface="Arial"/>
                <a:ea typeface="Arial"/>
                <a:cs typeface="Arial"/>
              </a:rPr>
              <a:t>01</a:t>
            </a:r>
          </a:p>
        </p:txBody>
      </p:sp>
      <p:sp>
        <p:nvSpPr>
          <p:cNvPr id="4" name="text-3">
            <a:extLst xmlns:a="http://schemas.openxmlformats.org/drawingml/2006/main">
              <a:ext uri="{FF2B5EF4-FFF2-40B4-BE49-F238E27FC236}">
                <a16:creationId xmlns:a16="http://schemas.microsoft.com/office/drawing/2014/main" id="{89BCD222-440C-4C8E-95BF-6AAA337C7655}"/>
              </a:ext>
            </a:extLst>
          </p:cNvPr>
          <p:cNvSpPr>
            <a:spLocks xmlns:a="http://schemas.openxmlformats.org/drawingml/2006/main" noGrp="1"/>
          </p:cNvSpPr>
          <p:nvPr/>
        </p:nvSpPr>
        <p:spPr>
          <a:xfrm xmlns:a="http://schemas.openxmlformats.org/drawingml/2006/main">
            <a:off x="1571625" y="1695450"/>
            <a:ext cx="3476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B2F38"/>
                </a:solidFill>
                <a:latin typeface="Arial"/>
                <a:ea typeface="Arial"/>
                <a:cs typeface="Arial"/>
              </a:defRPr>
            </a:defPPr>
            <a:lvl1pPr algn="l">
              <a:defRPr sz="2250" b="1">
                <a:solidFill>
                  <a:srgbClr val="0B2F38"/>
                </a:solidFill>
                <a:latin typeface="Arial"/>
                <a:ea typeface="Arial"/>
                <a:cs typeface="Arial"/>
              </a:defRPr>
            </a:lvl1pPr>
            <a:lvl2pPr algn="l">
              <a:defRPr sz="2250" b="1">
                <a:solidFill>
                  <a:srgbClr val="0B2F38"/>
                </a:solidFill>
                <a:latin typeface="Arial"/>
                <a:ea typeface="Arial"/>
                <a:cs typeface="Arial"/>
              </a:defRPr>
            </a:lvl2pPr>
            <a:lvl3pPr algn="l">
              <a:defRPr sz="2250" b="1">
                <a:solidFill>
                  <a:srgbClr val="0B2F38"/>
                </a:solidFill>
                <a:latin typeface="Arial"/>
                <a:ea typeface="Arial"/>
                <a:cs typeface="Arial"/>
              </a:defRPr>
            </a:lvl3pPr>
            <a:lvl4pPr algn="l">
              <a:defRPr sz="2250" b="1">
                <a:solidFill>
                  <a:srgbClr val="0B2F38"/>
                </a:solidFill>
                <a:latin typeface="Arial"/>
                <a:ea typeface="Arial"/>
                <a:cs typeface="Arial"/>
              </a:defRPr>
            </a:lvl4pPr>
            <a:lvl5pPr algn="l">
              <a:defRPr sz="2250" b="1">
                <a:solidFill>
                  <a:srgbClr val="0B2F38"/>
                </a:solidFill>
                <a:latin typeface="Arial"/>
                <a:ea typeface="Arial"/>
                <a:cs typeface="Arial"/>
              </a:defRPr>
            </a:lvl5pPr>
            <a:lvl6pPr algn="l">
              <a:defRPr sz="2250" b="1">
                <a:solidFill>
                  <a:srgbClr val="0B2F38"/>
                </a:solidFill>
                <a:latin typeface="Arial"/>
                <a:ea typeface="Arial"/>
                <a:cs typeface="Arial"/>
              </a:defRPr>
            </a:lvl6pPr>
            <a:lvl7pPr algn="l">
              <a:defRPr sz="2250" b="1">
                <a:solidFill>
                  <a:srgbClr val="0B2F38"/>
                </a:solidFill>
                <a:latin typeface="Arial"/>
                <a:ea typeface="Arial"/>
                <a:cs typeface="Arial"/>
              </a:defRPr>
            </a:lvl7pPr>
            <a:lvl8pPr algn="l">
              <a:defRPr sz="2250" b="1">
                <a:solidFill>
                  <a:srgbClr val="0B2F38"/>
                </a:solidFill>
                <a:latin typeface="Arial"/>
                <a:ea typeface="Arial"/>
                <a:cs typeface="Arial"/>
              </a:defRPr>
            </a:lvl8pPr>
            <a:lvl9pPr algn="l">
              <a:defRPr sz="2250" b="1">
                <a:solidFill>
                  <a:srgbClr val="0B2F38"/>
                </a:solidFill>
                <a:latin typeface="Arial"/>
                <a:ea typeface="Arial"/>
                <a:cs typeface="Arial"/>
              </a:defRPr>
            </a:lvl9pPr>
          </a:lstStyle>
          <a:p xmlns:a="http://schemas.openxmlformats.org/drawingml/2006/main">
            <a:pPr algn="l">
              <a:defRPr sz="2250" b="1">
                <a:solidFill>
                  <a:srgbClr val="0B2F38"/>
                </a:solidFill>
                <a:latin typeface="Arial"/>
                <a:ea typeface="Arial"/>
                <a:cs typeface="Arial"/>
              </a:defRPr>
            </a:pPr>
            <a:r>
              <a:rPr sz="2250" b="1">
                <a:solidFill>
                  <a:srgbClr val="0B2F38"/>
                </a:solidFill>
                <a:latin typeface="Arial"/>
                <a:ea typeface="Arial"/>
                <a:cs typeface="Arial"/>
              </a:rPr>
              <a:t>Herkunft</a:t>
            </a:r>
          </a:p>
        </p:txBody>
      </p:sp>
      <p:sp>
        <p:nvSpPr>
          <p:cNvPr id="5" name="text-4">
            <a:extLst xmlns:a="http://schemas.openxmlformats.org/drawingml/2006/main">
              <a:ext uri="{FF2B5EF4-FFF2-40B4-BE49-F238E27FC236}">
                <a16:creationId xmlns:a16="http://schemas.microsoft.com/office/drawing/2014/main" id="{BE8BBB53-8F17-4950-92BA-DFF438DF1748}"/>
              </a:ext>
            </a:extLst>
          </p:cNvPr>
          <p:cNvSpPr>
            <a:spLocks xmlns:a="http://schemas.openxmlformats.org/drawingml/2006/main" noGrp="1"/>
          </p:cNvSpPr>
          <p:nvPr/>
        </p:nvSpPr>
        <p:spPr>
          <a:xfrm xmlns:a="http://schemas.openxmlformats.org/drawingml/2006/main">
            <a:off x="5372100" y="1695450"/>
            <a:ext cx="62103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0646A"/>
                </a:solidFill>
                <a:latin typeface="Arial"/>
                <a:ea typeface="Arial"/>
                <a:cs typeface="Arial"/>
              </a:defRPr>
            </a:defPPr>
            <a:lvl1pPr algn="l">
              <a:defRPr sz="2025" b="0">
                <a:solidFill>
                  <a:srgbClr val="50646A"/>
                </a:solidFill>
                <a:latin typeface="Arial"/>
                <a:ea typeface="Arial"/>
                <a:cs typeface="Arial"/>
              </a:defRPr>
            </a:lvl1pPr>
            <a:lvl2pPr algn="l">
              <a:defRPr sz="2025" b="0">
                <a:solidFill>
                  <a:srgbClr val="50646A"/>
                </a:solidFill>
                <a:latin typeface="Arial"/>
                <a:ea typeface="Arial"/>
                <a:cs typeface="Arial"/>
              </a:defRPr>
            </a:lvl2pPr>
            <a:lvl3pPr algn="l">
              <a:defRPr sz="2025" b="0">
                <a:solidFill>
                  <a:srgbClr val="50646A"/>
                </a:solidFill>
                <a:latin typeface="Arial"/>
                <a:ea typeface="Arial"/>
                <a:cs typeface="Arial"/>
              </a:defRPr>
            </a:lvl3pPr>
            <a:lvl4pPr algn="l">
              <a:defRPr sz="2025" b="0">
                <a:solidFill>
                  <a:srgbClr val="50646A"/>
                </a:solidFill>
                <a:latin typeface="Arial"/>
                <a:ea typeface="Arial"/>
                <a:cs typeface="Arial"/>
              </a:defRPr>
            </a:lvl4pPr>
            <a:lvl5pPr algn="l">
              <a:defRPr sz="2025" b="0">
                <a:solidFill>
                  <a:srgbClr val="50646A"/>
                </a:solidFill>
                <a:latin typeface="Arial"/>
                <a:ea typeface="Arial"/>
                <a:cs typeface="Arial"/>
              </a:defRPr>
            </a:lvl5pPr>
            <a:lvl6pPr algn="l">
              <a:defRPr sz="2025" b="0">
                <a:solidFill>
                  <a:srgbClr val="50646A"/>
                </a:solidFill>
                <a:latin typeface="Arial"/>
                <a:ea typeface="Arial"/>
                <a:cs typeface="Arial"/>
              </a:defRPr>
            </a:lvl6pPr>
            <a:lvl7pPr algn="l">
              <a:defRPr sz="2025" b="0">
                <a:solidFill>
                  <a:srgbClr val="50646A"/>
                </a:solidFill>
                <a:latin typeface="Arial"/>
                <a:ea typeface="Arial"/>
                <a:cs typeface="Arial"/>
              </a:defRPr>
            </a:lvl7pPr>
            <a:lvl8pPr algn="l">
              <a:defRPr sz="2025" b="0">
                <a:solidFill>
                  <a:srgbClr val="50646A"/>
                </a:solidFill>
                <a:latin typeface="Arial"/>
                <a:ea typeface="Arial"/>
                <a:cs typeface="Arial"/>
              </a:defRPr>
            </a:lvl8pPr>
            <a:lvl9pPr algn="l">
              <a:defRPr sz="2025" b="0">
                <a:solidFill>
                  <a:srgbClr val="50646A"/>
                </a:solidFill>
                <a:latin typeface="Arial"/>
                <a:ea typeface="Arial"/>
                <a:cs typeface="Arial"/>
              </a:defRPr>
            </a:lvl9pPr>
          </a:lstStyle>
          <a:p xmlns:a="http://schemas.openxmlformats.org/drawingml/2006/main">
            <a:pPr algn="l">
              <a:defRPr sz="2025" b="0">
                <a:solidFill>
                  <a:srgbClr val="50646A"/>
                </a:solidFill>
                <a:latin typeface="Arial"/>
                <a:ea typeface="Arial"/>
                <a:cs typeface="Arial"/>
              </a:defRPr>
            </a:pPr>
            <a:r>
              <a:rPr sz="2025" b="0">
                <a:solidFill>
                  <a:srgbClr val="50646A"/>
                </a:solidFill>
                <a:latin typeface="Arial"/>
                <a:ea typeface="Arial"/>
                <a:cs typeface="Arial"/>
              </a:rPr>
              <a:t>Bild / Frame, Zeit, Rechte und Prüfer dokumentieren</a:t>
            </a:r>
          </a:p>
        </p:txBody>
      </p:sp>
      <p:sp>
        <p:nvSpPr>
          <p:cNvPr id="6" name="text-5">
            <a:extLst xmlns:a="http://schemas.openxmlformats.org/drawingml/2006/main">
              <a:ext uri="{FF2B5EF4-FFF2-40B4-BE49-F238E27FC236}">
                <a16:creationId xmlns:a16="http://schemas.microsoft.com/office/drawing/2014/main" id="{FA776F7F-4A62-472D-84CF-8462210AF58F}"/>
              </a:ext>
            </a:extLst>
          </p:cNvPr>
          <p:cNvSpPr>
            <a:spLocks xmlns:a="http://schemas.openxmlformats.org/drawingml/2006/main" noGrp="1"/>
          </p:cNvSpPr>
          <p:nvPr/>
        </p:nvSpPr>
        <p:spPr>
          <a:xfrm xmlns:a="http://schemas.openxmlformats.org/drawingml/2006/main">
            <a:off x="609600" y="2676525"/>
            <a:ext cx="762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B27D10"/>
                </a:solidFill>
                <a:latin typeface="Arial"/>
                <a:ea typeface="Arial"/>
                <a:cs typeface="Arial"/>
              </a:defRPr>
            </a:defPPr>
            <a:lvl1pPr algn="l">
              <a:defRPr sz="2325" b="1">
                <a:solidFill>
                  <a:srgbClr val="B27D10"/>
                </a:solidFill>
                <a:latin typeface="Arial"/>
                <a:ea typeface="Arial"/>
                <a:cs typeface="Arial"/>
              </a:defRPr>
            </a:lvl1pPr>
            <a:lvl2pPr algn="l">
              <a:defRPr sz="2325" b="1">
                <a:solidFill>
                  <a:srgbClr val="B27D10"/>
                </a:solidFill>
                <a:latin typeface="Arial"/>
                <a:ea typeface="Arial"/>
                <a:cs typeface="Arial"/>
              </a:defRPr>
            </a:lvl2pPr>
            <a:lvl3pPr algn="l">
              <a:defRPr sz="2325" b="1">
                <a:solidFill>
                  <a:srgbClr val="B27D10"/>
                </a:solidFill>
                <a:latin typeface="Arial"/>
                <a:ea typeface="Arial"/>
                <a:cs typeface="Arial"/>
              </a:defRPr>
            </a:lvl3pPr>
            <a:lvl4pPr algn="l">
              <a:defRPr sz="2325" b="1">
                <a:solidFill>
                  <a:srgbClr val="B27D10"/>
                </a:solidFill>
                <a:latin typeface="Arial"/>
                <a:ea typeface="Arial"/>
                <a:cs typeface="Arial"/>
              </a:defRPr>
            </a:lvl4pPr>
            <a:lvl5pPr algn="l">
              <a:defRPr sz="2325" b="1">
                <a:solidFill>
                  <a:srgbClr val="B27D10"/>
                </a:solidFill>
                <a:latin typeface="Arial"/>
                <a:ea typeface="Arial"/>
                <a:cs typeface="Arial"/>
              </a:defRPr>
            </a:lvl5pPr>
            <a:lvl6pPr algn="l">
              <a:defRPr sz="2325" b="1">
                <a:solidFill>
                  <a:srgbClr val="B27D10"/>
                </a:solidFill>
                <a:latin typeface="Arial"/>
                <a:ea typeface="Arial"/>
                <a:cs typeface="Arial"/>
              </a:defRPr>
            </a:lvl6pPr>
            <a:lvl7pPr algn="l">
              <a:defRPr sz="2325" b="1">
                <a:solidFill>
                  <a:srgbClr val="B27D10"/>
                </a:solidFill>
                <a:latin typeface="Arial"/>
                <a:ea typeface="Arial"/>
                <a:cs typeface="Arial"/>
              </a:defRPr>
            </a:lvl7pPr>
            <a:lvl8pPr algn="l">
              <a:defRPr sz="2325" b="1">
                <a:solidFill>
                  <a:srgbClr val="B27D10"/>
                </a:solidFill>
                <a:latin typeface="Arial"/>
                <a:ea typeface="Arial"/>
                <a:cs typeface="Arial"/>
              </a:defRPr>
            </a:lvl8pPr>
            <a:lvl9pPr algn="l">
              <a:defRPr sz="2325" b="1">
                <a:solidFill>
                  <a:srgbClr val="B27D10"/>
                </a:solidFill>
                <a:latin typeface="Arial"/>
                <a:ea typeface="Arial"/>
                <a:cs typeface="Arial"/>
              </a:defRPr>
            </a:lvl9pPr>
          </a:lstStyle>
          <a:p xmlns:a="http://schemas.openxmlformats.org/drawingml/2006/main">
            <a:pPr algn="l">
              <a:defRPr sz="2325" b="1">
                <a:solidFill>
                  <a:srgbClr val="B27D10"/>
                </a:solidFill>
                <a:latin typeface="Arial"/>
                <a:ea typeface="Arial"/>
                <a:cs typeface="Arial"/>
              </a:defRPr>
            </a:pPr>
            <a:r>
              <a:rPr sz="2325" b="1">
                <a:solidFill>
                  <a:srgbClr val="B27D10"/>
                </a:solidFill>
                <a:latin typeface="Arial"/>
                <a:ea typeface="Arial"/>
                <a:cs typeface="Arial"/>
              </a:rPr>
              <a:t>02</a:t>
            </a:r>
          </a:p>
        </p:txBody>
      </p:sp>
      <p:sp>
        <p:nvSpPr>
          <p:cNvPr id="7" name="text-6">
            <a:extLst xmlns:a="http://schemas.openxmlformats.org/drawingml/2006/main">
              <a:ext uri="{FF2B5EF4-FFF2-40B4-BE49-F238E27FC236}">
                <a16:creationId xmlns:a16="http://schemas.microsoft.com/office/drawing/2014/main" id="{CF37ACE5-E39D-4069-A93C-FD6452416608}"/>
              </a:ext>
            </a:extLst>
          </p:cNvPr>
          <p:cNvSpPr>
            <a:spLocks xmlns:a="http://schemas.openxmlformats.org/drawingml/2006/main" noGrp="1"/>
          </p:cNvSpPr>
          <p:nvPr/>
        </p:nvSpPr>
        <p:spPr>
          <a:xfrm xmlns:a="http://schemas.openxmlformats.org/drawingml/2006/main">
            <a:off x="1571625" y="2676525"/>
            <a:ext cx="3476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B2F38"/>
                </a:solidFill>
                <a:latin typeface="Arial"/>
                <a:ea typeface="Arial"/>
                <a:cs typeface="Arial"/>
              </a:defRPr>
            </a:defPPr>
            <a:lvl1pPr algn="l">
              <a:defRPr sz="2250" b="1">
                <a:solidFill>
                  <a:srgbClr val="0B2F38"/>
                </a:solidFill>
                <a:latin typeface="Arial"/>
                <a:ea typeface="Arial"/>
                <a:cs typeface="Arial"/>
              </a:defRPr>
            </a:lvl1pPr>
            <a:lvl2pPr algn="l">
              <a:defRPr sz="2250" b="1">
                <a:solidFill>
                  <a:srgbClr val="0B2F38"/>
                </a:solidFill>
                <a:latin typeface="Arial"/>
                <a:ea typeface="Arial"/>
                <a:cs typeface="Arial"/>
              </a:defRPr>
            </a:lvl2pPr>
            <a:lvl3pPr algn="l">
              <a:defRPr sz="2250" b="1">
                <a:solidFill>
                  <a:srgbClr val="0B2F38"/>
                </a:solidFill>
                <a:latin typeface="Arial"/>
                <a:ea typeface="Arial"/>
                <a:cs typeface="Arial"/>
              </a:defRPr>
            </a:lvl3pPr>
            <a:lvl4pPr algn="l">
              <a:defRPr sz="2250" b="1">
                <a:solidFill>
                  <a:srgbClr val="0B2F38"/>
                </a:solidFill>
                <a:latin typeface="Arial"/>
                <a:ea typeface="Arial"/>
                <a:cs typeface="Arial"/>
              </a:defRPr>
            </a:lvl4pPr>
            <a:lvl5pPr algn="l">
              <a:defRPr sz="2250" b="1">
                <a:solidFill>
                  <a:srgbClr val="0B2F38"/>
                </a:solidFill>
                <a:latin typeface="Arial"/>
                <a:ea typeface="Arial"/>
                <a:cs typeface="Arial"/>
              </a:defRPr>
            </a:lvl5pPr>
            <a:lvl6pPr algn="l">
              <a:defRPr sz="2250" b="1">
                <a:solidFill>
                  <a:srgbClr val="0B2F38"/>
                </a:solidFill>
                <a:latin typeface="Arial"/>
                <a:ea typeface="Arial"/>
                <a:cs typeface="Arial"/>
              </a:defRPr>
            </a:lvl6pPr>
            <a:lvl7pPr algn="l">
              <a:defRPr sz="2250" b="1">
                <a:solidFill>
                  <a:srgbClr val="0B2F38"/>
                </a:solidFill>
                <a:latin typeface="Arial"/>
                <a:ea typeface="Arial"/>
                <a:cs typeface="Arial"/>
              </a:defRPr>
            </a:lvl7pPr>
            <a:lvl8pPr algn="l">
              <a:defRPr sz="2250" b="1">
                <a:solidFill>
                  <a:srgbClr val="0B2F38"/>
                </a:solidFill>
                <a:latin typeface="Arial"/>
                <a:ea typeface="Arial"/>
                <a:cs typeface="Arial"/>
              </a:defRPr>
            </a:lvl8pPr>
            <a:lvl9pPr algn="l">
              <a:defRPr sz="2250" b="1">
                <a:solidFill>
                  <a:srgbClr val="0B2F38"/>
                </a:solidFill>
                <a:latin typeface="Arial"/>
                <a:ea typeface="Arial"/>
                <a:cs typeface="Arial"/>
              </a:defRPr>
            </a:lvl9pPr>
          </a:lstStyle>
          <a:p xmlns:a="http://schemas.openxmlformats.org/drawingml/2006/main">
            <a:pPr algn="l">
              <a:defRPr sz="2250" b="1">
                <a:solidFill>
                  <a:srgbClr val="0B2F38"/>
                </a:solidFill>
                <a:latin typeface="Arial"/>
                <a:ea typeface="Arial"/>
                <a:cs typeface="Arial"/>
              </a:defRPr>
            </a:pPr>
            <a:r>
              <a:rPr sz="2250" b="1">
                <a:solidFill>
                  <a:srgbClr val="0B2F38"/>
                </a:solidFill>
                <a:latin typeface="Arial"/>
                <a:ea typeface="Arial"/>
                <a:cs typeface="Arial"/>
              </a:rPr>
              <a:t>Label-Regel</a:t>
            </a:r>
          </a:p>
        </p:txBody>
      </p:sp>
      <p:sp>
        <p:nvSpPr>
          <p:cNvPr id="8" name="text-7">
            <a:extLst xmlns:a="http://schemas.openxmlformats.org/drawingml/2006/main">
              <a:ext uri="{FF2B5EF4-FFF2-40B4-BE49-F238E27FC236}">
                <a16:creationId xmlns:a16="http://schemas.microsoft.com/office/drawing/2014/main" id="{6A6FE105-3ACA-43AC-B100-8A23AE6EC552}"/>
              </a:ext>
            </a:extLst>
          </p:cNvPr>
          <p:cNvSpPr>
            <a:spLocks xmlns:a="http://schemas.openxmlformats.org/drawingml/2006/main" noGrp="1"/>
          </p:cNvSpPr>
          <p:nvPr/>
        </p:nvSpPr>
        <p:spPr>
          <a:xfrm xmlns:a="http://schemas.openxmlformats.org/drawingml/2006/main">
            <a:off x="5372100" y="2676525"/>
            <a:ext cx="62103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0646A"/>
                </a:solidFill>
                <a:latin typeface="Arial"/>
                <a:ea typeface="Arial"/>
                <a:cs typeface="Arial"/>
              </a:defRPr>
            </a:defPPr>
            <a:lvl1pPr algn="l">
              <a:defRPr sz="2025" b="0">
                <a:solidFill>
                  <a:srgbClr val="50646A"/>
                </a:solidFill>
                <a:latin typeface="Arial"/>
                <a:ea typeface="Arial"/>
                <a:cs typeface="Arial"/>
              </a:defRPr>
            </a:lvl1pPr>
            <a:lvl2pPr algn="l">
              <a:defRPr sz="2025" b="0">
                <a:solidFill>
                  <a:srgbClr val="50646A"/>
                </a:solidFill>
                <a:latin typeface="Arial"/>
                <a:ea typeface="Arial"/>
                <a:cs typeface="Arial"/>
              </a:defRPr>
            </a:lvl2pPr>
            <a:lvl3pPr algn="l">
              <a:defRPr sz="2025" b="0">
                <a:solidFill>
                  <a:srgbClr val="50646A"/>
                </a:solidFill>
                <a:latin typeface="Arial"/>
                <a:ea typeface="Arial"/>
                <a:cs typeface="Arial"/>
              </a:defRPr>
            </a:lvl3pPr>
            <a:lvl4pPr algn="l">
              <a:defRPr sz="2025" b="0">
                <a:solidFill>
                  <a:srgbClr val="50646A"/>
                </a:solidFill>
                <a:latin typeface="Arial"/>
                <a:ea typeface="Arial"/>
                <a:cs typeface="Arial"/>
              </a:defRPr>
            </a:lvl4pPr>
            <a:lvl5pPr algn="l">
              <a:defRPr sz="2025" b="0">
                <a:solidFill>
                  <a:srgbClr val="50646A"/>
                </a:solidFill>
                <a:latin typeface="Arial"/>
                <a:ea typeface="Arial"/>
                <a:cs typeface="Arial"/>
              </a:defRPr>
            </a:lvl5pPr>
            <a:lvl6pPr algn="l">
              <a:defRPr sz="2025" b="0">
                <a:solidFill>
                  <a:srgbClr val="50646A"/>
                </a:solidFill>
                <a:latin typeface="Arial"/>
                <a:ea typeface="Arial"/>
                <a:cs typeface="Arial"/>
              </a:defRPr>
            </a:lvl6pPr>
            <a:lvl7pPr algn="l">
              <a:defRPr sz="2025" b="0">
                <a:solidFill>
                  <a:srgbClr val="50646A"/>
                </a:solidFill>
                <a:latin typeface="Arial"/>
                <a:ea typeface="Arial"/>
                <a:cs typeface="Arial"/>
              </a:defRPr>
            </a:lvl7pPr>
            <a:lvl8pPr algn="l">
              <a:defRPr sz="2025" b="0">
                <a:solidFill>
                  <a:srgbClr val="50646A"/>
                </a:solidFill>
                <a:latin typeface="Arial"/>
                <a:ea typeface="Arial"/>
                <a:cs typeface="Arial"/>
              </a:defRPr>
            </a:lvl8pPr>
            <a:lvl9pPr algn="l">
              <a:defRPr sz="2025" b="0">
                <a:solidFill>
                  <a:srgbClr val="50646A"/>
                </a:solidFill>
                <a:latin typeface="Arial"/>
                <a:ea typeface="Arial"/>
                <a:cs typeface="Arial"/>
              </a:defRPr>
            </a:lvl9pPr>
          </a:lstStyle>
          <a:p xmlns:a="http://schemas.openxmlformats.org/drawingml/2006/main">
            <a:pPr algn="l">
              <a:defRPr sz="2025" b="0">
                <a:solidFill>
                  <a:srgbClr val="50646A"/>
                </a:solidFill>
                <a:latin typeface="Arial"/>
                <a:ea typeface="Arial"/>
                <a:cs typeface="Arial"/>
              </a:defRPr>
            </a:pPr>
            <a:r>
              <a:rPr sz="2025" b="0">
                <a:solidFill>
                  <a:srgbClr val="50646A"/>
                </a:solidFill>
                <a:latin typeface="Arial"/>
                <a:ea typeface="Arial"/>
                <a:cs typeface="Arial"/>
              </a:rPr>
              <a:t>Eindeutige Klassen; Unsicherheit ausdrücklich markieren</a:t>
            </a:r>
          </a:p>
        </p:txBody>
      </p:sp>
      <p:sp>
        <p:nvSpPr>
          <p:cNvPr id="9" name="text-8">
            <a:extLst xmlns:a="http://schemas.openxmlformats.org/drawingml/2006/main">
              <a:ext uri="{FF2B5EF4-FFF2-40B4-BE49-F238E27FC236}">
                <a16:creationId xmlns:a16="http://schemas.microsoft.com/office/drawing/2014/main" id="{AC014F05-3C50-4E28-8338-4729F71604EB}"/>
              </a:ext>
            </a:extLst>
          </p:cNvPr>
          <p:cNvSpPr>
            <a:spLocks xmlns:a="http://schemas.openxmlformats.org/drawingml/2006/main" noGrp="1"/>
          </p:cNvSpPr>
          <p:nvPr/>
        </p:nvSpPr>
        <p:spPr>
          <a:xfrm xmlns:a="http://schemas.openxmlformats.org/drawingml/2006/main">
            <a:off x="609600" y="3657600"/>
            <a:ext cx="762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B27D10"/>
                </a:solidFill>
                <a:latin typeface="Arial"/>
                <a:ea typeface="Arial"/>
                <a:cs typeface="Arial"/>
              </a:defRPr>
            </a:defPPr>
            <a:lvl1pPr algn="l">
              <a:defRPr sz="2325" b="1">
                <a:solidFill>
                  <a:srgbClr val="B27D10"/>
                </a:solidFill>
                <a:latin typeface="Arial"/>
                <a:ea typeface="Arial"/>
                <a:cs typeface="Arial"/>
              </a:defRPr>
            </a:lvl1pPr>
            <a:lvl2pPr algn="l">
              <a:defRPr sz="2325" b="1">
                <a:solidFill>
                  <a:srgbClr val="B27D10"/>
                </a:solidFill>
                <a:latin typeface="Arial"/>
                <a:ea typeface="Arial"/>
                <a:cs typeface="Arial"/>
              </a:defRPr>
            </a:lvl2pPr>
            <a:lvl3pPr algn="l">
              <a:defRPr sz="2325" b="1">
                <a:solidFill>
                  <a:srgbClr val="B27D10"/>
                </a:solidFill>
                <a:latin typeface="Arial"/>
                <a:ea typeface="Arial"/>
                <a:cs typeface="Arial"/>
              </a:defRPr>
            </a:lvl3pPr>
            <a:lvl4pPr algn="l">
              <a:defRPr sz="2325" b="1">
                <a:solidFill>
                  <a:srgbClr val="B27D10"/>
                </a:solidFill>
                <a:latin typeface="Arial"/>
                <a:ea typeface="Arial"/>
                <a:cs typeface="Arial"/>
              </a:defRPr>
            </a:lvl4pPr>
            <a:lvl5pPr algn="l">
              <a:defRPr sz="2325" b="1">
                <a:solidFill>
                  <a:srgbClr val="B27D10"/>
                </a:solidFill>
                <a:latin typeface="Arial"/>
                <a:ea typeface="Arial"/>
                <a:cs typeface="Arial"/>
              </a:defRPr>
            </a:lvl5pPr>
            <a:lvl6pPr algn="l">
              <a:defRPr sz="2325" b="1">
                <a:solidFill>
                  <a:srgbClr val="B27D10"/>
                </a:solidFill>
                <a:latin typeface="Arial"/>
                <a:ea typeface="Arial"/>
                <a:cs typeface="Arial"/>
              </a:defRPr>
            </a:lvl6pPr>
            <a:lvl7pPr algn="l">
              <a:defRPr sz="2325" b="1">
                <a:solidFill>
                  <a:srgbClr val="B27D10"/>
                </a:solidFill>
                <a:latin typeface="Arial"/>
                <a:ea typeface="Arial"/>
                <a:cs typeface="Arial"/>
              </a:defRPr>
            </a:lvl7pPr>
            <a:lvl8pPr algn="l">
              <a:defRPr sz="2325" b="1">
                <a:solidFill>
                  <a:srgbClr val="B27D10"/>
                </a:solidFill>
                <a:latin typeface="Arial"/>
                <a:ea typeface="Arial"/>
                <a:cs typeface="Arial"/>
              </a:defRPr>
            </a:lvl8pPr>
            <a:lvl9pPr algn="l">
              <a:defRPr sz="2325" b="1">
                <a:solidFill>
                  <a:srgbClr val="B27D10"/>
                </a:solidFill>
                <a:latin typeface="Arial"/>
                <a:ea typeface="Arial"/>
                <a:cs typeface="Arial"/>
              </a:defRPr>
            </a:lvl9pPr>
          </a:lstStyle>
          <a:p xmlns:a="http://schemas.openxmlformats.org/drawingml/2006/main">
            <a:pPr algn="l">
              <a:defRPr sz="2325" b="1">
                <a:solidFill>
                  <a:srgbClr val="B27D10"/>
                </a:solidFill>
                <a:latin typeface="Arial"/>
                <a:ea typeface="Arial"/>
                <a:cs typeface="Arial"/>
              </a:defRPr>
            </a:pPr>
            <a:r>
              <a:rPr sz="2325" b="1">
                <a:solidFill>
                  <a:srgbClr val="B27D10"/>
                </a:solidFill>
                <a:latin typeface="Arial"/>
                <a:ea typeface="Arial"/>
                <a:cs typeface="Arial"/>
              </a:rPr>
              <a:t>03</a:t>
            </a:r>
          </a:p>
        </p:txBody>
      </p:sp>
      <p:sp>
        <p:nvSpPr>
          <p:cNvPr id="10" name="text-9">
            <a:extLst xmlns:a="http://schemas.openxmlformats.org/drawingml/2006/main">
              <a:ext uri="{FF2B5EF4-FFF2-40B4-BE49-F238E27FC236}">
                <a16:creationId xmlns:a16="http://schemas.microsoft.com/office/drawing/2014/main" id="{A8D009F1-34C4-4793-9731-89FD506BFB95}"/>
              </a:ext>
            </a:extLst>
          </p:cNvPr>
          <p:cNvSpPr>
            <a:spLocks xmlns:a="http://schemas.openxmlformats.org/drawingml/2006/main" noGrp="1"/>
          </p:cNvSpPr>
          <p:nvPr/>
        </p:nvSpPr>
        <p:spPr>
          <a:xfrm xmlns:a="http://schemas.openxmlformats.org/drawingml/2006/main">
            <a:off x="1571625" y="3657600"/>
            <a:ext cx="3476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B2F38"/>
                </a:solidFill>
                <a:latin typeface="Arial"/>
                <a:ea typeface="Arial"/>
                <a:cs typeface="Arial"/>
              </a:defRPr>
            </a:defPPr>
            <a:lvl1pPr algn="l">
              <a:defRPr sz="2250" b="1">
                <a:solidFill>
                  <a:srgbClr val="0B2F38"/>
                </a:solidFill>
                <a:latin typeface="Arial"/>
                <a:ea typeface="Arial"/>
                <a:cs typeface="Arial"/>
              </a:defRPr>
            </a:lvl1pPr>
            <a:lvl2pPr algn="l">
              <a:defRPr sz="2250" b="1">
                <a:solidFill>
                  <a:srgbClr val="0B2F38"/>
                </a:solidFill>
                <a:latin typeface="Arial"/>
                <a:ea typeface="Arial"/>
                <a:cs typeface="Arial"/>
              </a:defRPr>
            </a:lvl2pPr>
            <a:lvl3pPr algn="l">
              <a:defRPr sz="2250" b="1">
                <a:solidFill>
                  <a:srgbClr val="0B2F38"/>
                </a:solidFill>
                <a:latin typeface="Arial"/>
                <a:ea typeface="Arial"/>
                <a:cs typeface="Arial"/>
              </a:defRPr>
            </a:lvl3pPr>
            <a:lvl4pPr algn="l">
              <a:defRPr sz="2250" b="1">
                <a:solidFill>
                  <a:srgbClr val="0B2F38"/>
                </a:solidFill>
                <a:latin typeface="Arial"/>
                <a:ea typeface="Arial"/>
                <a:cs typeface="Arial"/>
              </a:defRPr>
            </a:lvl4pPr>
            <a:lvl5pPr algn="l">
              <a:defRPr sz="2250" b="1">
                <a:solidFill>
                  <a:srgbClr val="0B2F38"/>
                </a:solidFill>
                <a:latin typeface="Arial"/>
                <a:ea typeface="Arial"/>
                <a:cs typeface="Arial"/>
              </a:defRPr>
            </a:lvl5pPr>
            <a:lvl6pPr algn="l">
              <a:defRPr sz="2250" b="1">
                <a:solidFill>
                  <a:srgbClr val="0B2F38"/>
                </a:solidFill>
                <a:latin typeface="Arial"/>
                <a:ea typeface="Arial"/>
                <a:cs typeface="Arial"/>
              </a:defRPr>
            </a:lvl6pPr>
            <a:lvl7pPr algn="l">
              <a:defRPr sz="2250" b="1">
                <a:solidFill>
                  <a:srgbClr val="0B2F38"/>
                </a:solidFill>
                <a:latin typeface="Arial"/>
                <a:ea typeface="Arial"/>
                <a:cs typeface="Arial"/>
              </a:defRPr>
            </a:lvl7pPr>
            <a:lvl8pPr algn="l">
              <a:defRPr sz="2250" b="1">
                <a:solidFill>
                  <a:srgbClr val="0B2F38"/>
                </a:solidFill>
                <a:latin typeface="Arial"/>
                <a:ea typeface="Arial"/>
                <a:cs typeface="Arial"/>
              </a:defRPr>
            </a:lvl8pPr>
            <a:lvl9pPr algn="l">
              <a:defRPr sz="2250" b="1">
                <a:solidFill>
                  <a:srgbClr val="0B2F38"/>
                </a:solidFill>
                <a:latin typeface="Arial"/>
                <a:ea typeface="Arial"/>
                <a:cs typeface="Arial"/>
              </a:defRPr>
            </a:lvl9pPr>
          </a:lstStyle>
          <a:p xmlns:a="http://schemas.openxmlformats.org/drawingml/2006/main">
            <a:pPr algn="l">
              <a:defRPr sz="2250" b="1">
                <a:solidFill>
                  <a:srgbClr val="0B2F38"/>
                </a:solidFill>
                <a:latin typeface="Arial"/>
                <a:ea typeface="Arial"/>
                <a:cs typeface="Arial"/>
              </a:defRPr>
            </a:pPr>
            <a:r>
              <a:rPr sz="2250" b="1">
                <a:solidFill>
                  <a:srgbClr val="0B2F38"/>
                </a:solidFill>
                <a:latin typeface="Arial"/>
                <a:ea typeface="Arial"/>
                <a:cs typeface="Arial"/>
              </a:rPr>
              <a:t>Fahrten gruppieren</a:t>
            </a:r>
          </a:p>
        </p:txBody>
      </p:sp>
      <p:sp>
        <p:nvSpPr>
          <p:cNvPr id="11" name="text-10">
            <a:extLst xmlns:a="http://schemas.openxmlformats.org/drawingml/2006/main">
              <a:ext uri="{FF2B5EF4-FFF2-40B4-BE49-F238E27FC236}">
                <a16:creationId xmlns:a16="http://schemas.microsoft.com/office/drawing/2014/main" id="{99037240-28BD-484B-991C-BE175B5256DF}"/>
              </a:ext>
            </a:extLst>
          </p:cNvPr>
          <p:cNvSpPr>
            <a:spLocks xmlns:a="http://schemas.openxmlformats.org/drawingml/2006/main" noGrp="1"/>
          </p:cNvSpPr>
          <p:nvPr/>
        </p:nvSpPr>
        <p:spPr>
          <a:xfrm xmlns:a="http://schemas.openxmlformats.org/drawingml/2006/main">
            <a:off x="5372100" y="3657600"/>
            <a:ext cx="62103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0646A"/>
                </a:solidFill>
                <a:latin typeface="Arial"/>
                <a:ea typeface="Arial"/>
                <a:cs typeface="Arial"/>
              </a:defRPr>
            </a:defPPr>
            <a:lvl1pPr algn="l">
              <a:defRPr sz="2025" b="0">
                <a:solidFill>
                  <a:srgbClr val="50646A"/>
                </a:solidFill>
                <a:latin typeface="Arial"/>
                <a:ea typeface="Arial"/>
                <a:cs typeface="Arial"/>
              </a:defRPr>
            </a:lvl1pPr>
            <a:lvl2pPr algn="l">
              <a:defRPr sz="2025" b="0">
                <a:solidFill>
                  <a:srgbClr val="50646A"/>
                </a:solidFill>
                <a:latin typeface="Arial"/>
                <a:ea typeface="Arial"/>
                <a:cs typeface="Arial"/>
              </a:defRPr>
            </a:lvl2pPr>
            <a:lvl3pPr algn="l">
              <a:defRPr sz="2025" b="0">
                <a:solidFill>
                  <a:srgbClr val="50646A"/>
                </a:solidFill>
                <a:latin typeface="Arial"/>
                <a:ea typeface="Arial"/>
                <a:cs typeface="Arial"/>
              </a:defRPr>
            </a:lvl3pPr>
            <a:lvl4pPr algn="l">
              <a:defRPr sz="2025" b="0">
                <a:solidFill>
                  <a:srgbClr val="50646A"/>
                </a:solidFill>
                <a:latin typeface="Arial"/>
                <a:ea typeface="Arial"/>
                <a:cs typeface="Arial"/>
              </a:defRPr>
            </a:lvl4pPr>
            <a:lvl5pPr algn="l">
              <a:defRPr sz="2025" b="0">
                <a:solidFill>
                  <a:srgbClr val="50646A"/>
                </a:solidFill>
                <a:latin typeface="Arial"/>
                <a:ea typeface="Arial"/>
                <a:cs typeface="Arial"/>
              </a:defRPr>
            </a:lvl5pPr>
            <a:lvl6pPr algn="l">
              <a:defRPr sz="2025" b="0">
                <a:solidFill>
                  <a:srgbClr val="50646A"/>
                </a:solidFill>
                <a:latin typeface="Arial"/>
                <a:ea typeface="Arial"/>
                <a:cs typeface="Arial"/>
              </a:defRPr>
            </a:lvl6pPr>
            <a:lvl7pPr algn="l">
              <a:defRPr sz="2025" b="0">
                <a:solidFill>
                  <a:srgbClr val="50646A"/>
                </a:solidFill>
                <a:latin typeface="Arial"/>
                <a:ea typeface="Arial"/>
                <a:cs typeface="Arial"/>
              </a:defRPr>
            </a:lvl7pPr>
            <a:lvl8pPr algn="l">
              <a:defRPr sz="2025" b="0">
                <a:solidFill>
                  <a:srgbClr val="50646A"/>
                </a:solidFill>
                <a:latin typeface="Arial"/>
                <a:ea typeface="Arial"/>
                <a:cs typeface="Arial"/>
              </a:defRPr>
            </a:lvl8pPr>
            <a:lvl9pPr algn="l">
              <a:defRPr sz="2025" b="0">
                <a:solidFill>
                  <a:srgbClr val="50646A"/>
                </a:solidFill>
                <a:latin typeface="Arial"/>
                <a:ea typeface="Arial"/>
                <a:cs typeface="Arial"/>
              </a:defRPr>
            </a:lvl9pPr>
          </a:lstStyle>
          <a:p xmlns:a="http://schemas.openxmlformats.org/drawingml/2006/main">
            <a:pPr algn="l">
              <a:defRPr sz="2025" b="0">
                <a:solidFill>
                  <a:srgbClr val="50646A"/>
                </a:solidFill>
                <a:latin typeface="Arial"/>
                <a:ea typeface="Arial"/>
                <a:cs typeface="Arial"/>
              </a:defRPr>
            </a:pPr>
            <a:r>
              <a:rPr sz="2025" b="0">
                <a:solidFill>
                  <a:srgbClr val="50646A"/>
                </a:solidFill>
                <a:latin typeface="Arial"/>
                <a:ea typeface="Arial"/>
                <a:cs typeface="Arial"/>
              </a:rPr>
              <a:t>Benachbarte Frames und gleiche Orte zusammenhalten</a:t>
            </a:r>
          </a:p>
        </p:txBody>
      </p:sp>
      <p:sp>
        <p:nvSpPr>
          <p:cNvPr id="12" name="text-11">
            <a:extLst xmlns:a="http://schemas.openxmlformats.org/drawingml/2006/main">
              <a:ext uri="{FF2B5EF4-FFF2-40B4-BE49-F238E27FC236}">
                <a16:creationId xmlns:a16="http://schemas.microsoft.com/office/drawing/2014/main" id="{92997D5E-3DA8-46D3-A51D-E259C4A9243F}"/>
              </a:ext>
            </a:extLst>
          </p:cNvPr>
          <p:cNvSpPr>
            <a:spLocks xmlns:a="http://schemas.openxmlformats.org/drawingml/2006/main" noGrp="1"/>
          </p:cNvSpPr>
          <p:nvPr/>
        </p:nvSpPr>
        <p:spPr>
          <a:xfrm xmlns:a="http://schemas.openxmlformats.org/drawingml/2006/main">
            <a:off x="609600" y="4638675"/>
            <a:ext cx="762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B27D10"/>
                </a:solidFill>
                <a:latin typeface="Arial"/>
                <a:ea typeface="Arial"/>
                <a:cs typeface="Arial"/>
              </a:defRPr>
            </a:defPPr>
            <a:lvl1pPr algn="l">
              <a:defRPr sz="2325" b="1">
                <a:solidFill>
                  <a:srgbClr val="B27D10"/>
                </a:solidFill>
                <a:latin typeface="Arial"/>
                <a:ea typeface="Arial"/>
                <a:cs typeface="Arial"/>
              </a:defRPr>
            </a:lvl1pPr>
            <a:lvl2pPr algn="l">
              <a:defRPr sz="2325" b="1">
                <a:solidFill>
                  <a:srgbClr val="B27D10"/>
                </a:solidFill>
                <a:latin typeface="Arial"/>
                <a:ea typeface="Arial"/>
                <a:cs typeface="Arial"/>
              </a:defRPr>
            </a:lvl2pPr>
            <a:lvl3pPr algn="l">
              <a:defRPr sz="2325" b="1">
                <a:solidFill>
                  <a:srgbClr val="B27D10"/>
                </a:solidFill>
                <a:latin typeface="Arial"/>
                <a:ea typeface="Arial"/>
                <a:cs typeface="Arial"/>
              </a:defRPr>
            </a:lvl3pPr>
            <a:lvl4pPr algn="l">
              <a:defRPr sz="2325" b="1">
                <a:solidFill>
                  <a:srgbClr val="B27D10"/>
                </a:solidFill>
                <a:latin typeface="Arial"/>
                <a:ea typeface="Arial"/>
                <a:cs typeface="Arial"/>
              </a:defRPr>
            </a:lvl4pPr>
            <a:lvl5pPr algn="l">
              <a:defRPr sz="2325" b="1">
                <a:solidFill>
                  <a:srgbClr val="B27D10"/>
                </a:solidFill>
                <a:latin typeface="Arial"/>
                <a:ea typeface="Arial"/>
                <a:cs typeface="Arial"/>
              </a:defRPr>
            </a:lvl5pPr>
            <a:lvl6pPr algn="l">
              <a:defRPr sz="2325" b="1">
                <a:solidFill>
                  <a:srgbClr val="B27D10"/>
                </a:solidFill>
                <a:latin typeface="Arial"/>
                <a:ea typeface="Arial"/>
                <a:cs typeface="Arial"/>
              </a:defRPr>
            </a:lvl6pPr>
            <a:lvl7pPr algn="l">
              <a:defRPr sz="2325" b="1">
                <a:solidFill>
                  <a:srgbClr val="B27D10"/>
                </a:solidFill>
                <a:latin typeface="Arial"/>
                <a:ea typeface="Arial"/>
                <a:cs typeface="Arial"/>
              </a:defRPr>
            </a:lvl7pPr>
            <a:lvl8pPr algn="l">
              <a:defRPr sz="2325" b="1">
                <a:solidFill>
                  <a:srgbClr val="B27D10"/>
                </a:solidFill>
                <a:latin typeface="Arial"/>
                <a:ea typeface="Arial"/>
                <a:cs typeface="Arial"/>
              </a:defRPr>
            </a:lvl8pPr>
            <a:lvl9pPr algn="l">
              <a:defRPr sz="2325" b="1">
                <a:solidFill>
                  <a:srgbClr val="B27D10"/>
                </a:solidFill>
                <a:latin typeface="Arial"/>
                <a:ea typeface="Arial"/>
                <a:cs typeface="Arial"/>
              </a:defRPr>
            </a:lvl9pPr>
          </a:lstStyle>
          <a:p xmlns:a="http://schemas.openxmlformats.org/drawingml/2006/main">
            <a:pPr algn="l">
              <a:defRPr sz="2325" b="1">
                <a:solidFill>
                  <a:srgbClr val="B27D10"/>
                </a:solidFill>
                <a:latin typeface="Arial"/>
                <a:ea typeface="Arial"/>
                <a:cs typeface="Arial"/>
              </a:defRPr>
            </a:pPr>
            <a:r>
              <a:rPr sz="2325" b="1">
                <a:solidFill>
                  <a:srgbClr val="B27D10"/>
                </a:solidFill>
                <a:latin typeface="Arial"/>
                <a:ea typeface="Arial"/>
                <a:cs typeface="Arial"/>
              </a:rPr>
              <a:t>04</a:t>
            </a:r>
          </a:p>
        </p:txBody>
      </p:sp>
      <p:sp>
        <p:nvSpPr>
          <p:cNvPr id="13" name="text-12">
            <a:extLst xmlns:a="http://schemas.openxmlformats.org/drawingml/2006/main">
              <a:ext uri="{FF2B5EF4-FFF2-40B4-BE49-F238E27FC236}">
                <a16:creationId xmlns:a16="http://schemas.microsoft.com/office/drawing/2014/main" id="{80253A49-3C6B-4FE0-8A55-726482200789}"/>
              </a:ext>
            </a:extLst>
          </p:cNvPr>
          <p:cNvSpPr>
            <a:spLocks xmlns:a="http://schemas.openxmlformats.org/drawingml/2006/main" noGrp="1"/>
          </p:cNvSpPr>
          <p:nvPr/>
        </p:nvSpPr>
        <p:spPr>
          <a:xfrm xmlns:a="http://schemas.openxmlformats.org/drawingml/2006/main">
            <a:off x="1571625" y="4638675"/>
            <a:ext cx="3476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B2F38"/>
                </a:solidFill>
                <a:latin typeface="Arial"/>
                <a:ea typeface="Arial"/>
                <a:cs typeface="Arial"/>
              </a:defRPr>
            </a:defPPr>
            <a:lvl1pPr algn="l">
              <a:defRPr sz="2250" b="1">
                <a:solidFill>
                  <a:srgbClr val="0B2F38"/>
                </a:solidFill>
                <a:latin typeface="Arial"/>
                <a:ea typeface="Arial"/>
                <a:cs typeface="Arial"/>
              </a:defRPr>
            </a:lvl1pPr>
            <a:lvl2pPr algn="l">
              <a:defRPr sz="2250" b="1">
                <a:solidFill>
                  <a:srgbClr val="0B2F38"/>
                </a:solidFill>
                <a:latin typeface="Arial"/>
                <a:ea typeface="Arial"/>
                <a:cs typeface="Arial"/>
              </a:defRPr>
            </a:lvl2pPr>
            <a:lvl3pPr algn="l">
              <a:defRPr sz="2250" b="1">
                <a:solidFill>
                  <a:srgbClr val="0B2F38"/>
                </a:solidFill>
                <a:latin typeface="Arial"/>
                <a:ea typeface="Arial"/>
                <a:cs typeface="Arial"/>
              </a:defRPr>
            </a:lvl3pPr>
            <a:lvl4pPr algn="l">
              <a:defRPr sz="2250" b="1">
                <a:solidFill>
                  <a:srgbClr val="0B2F38"/>
                </a:solidFill>
                <a:latin typeface="Arial"/>
                <a:ea typeface="Arial"/>
                <a:cs typeface="Arial"/>
              </a:defRPr>
            </a:lvl4pPr>
            <a:lvl5pPr algn="l">
              <a:defRPr sz="2250" b="1">
                <a:solidFill>
                  <a:srgbClr val="0B2F38"/>
                </a:solidFill>
                <a:latin typeface="Arial"/>
                <a:ea typeface="Arial"/>
                <a:cs typeface="Arial"/>
              </a:defRPr>
            </a:lvl5pPr>
            <a:lvl6pPr algn="l">
              <a:defRPr sz="2250" b="1">
                <a:solidFill>
                  <a:srgbClr val="0B2F38"/>
                </a:solidFill>
                <a:latin typeface="Arial"/>
                <a:ea typeface="Arial"/>
                <a:cs typeface="Arial"/>
              </a:defRPr>
            </a:lvl6pPr>
            <a:lvl7pPr algn="l">
              <a:defRPr sz="2250" b="1">
                <a:solidFill>
                  <a:srgbClr val="0B2F38"/>
                </a:solidFill>
                <a:latin typeface="Arial"/>
                <a:ea typeface="Arial"/>
                <a:cs typeface="Arial"/>
              </a:defRPr>
            </a:lvl7pPr>
            <a:lvl8pPr algn="l">
              <a:defRPr sz="2250" b="1">
                <a:solidFill>
                  <a:srgbClr val="0B2F38"/>
                </a:solidFill>
                <a:latin typeface="Arial"/>
                <a:ea typeface="Arial"/>
                <a:cs typeface="Arial"/>
              </a:defRPr>
            </a:lvl8pPr>
            <a:lvl9pPr algn="l">
              <a:defRPr sz="2250" b="1">
                <a:solidFill>
                  <a:srgbClr val="0B2F38"/>
                </a:solidFill>
                <a:latin typeface="Arial"/>
                <a:ea typeface="Arial"/>
                <a:cs typeface="Arial"/>
              </a:defRPr>
            </a:lvl9pPr>
          </a:lstStyle>
          <a:p xmlns:a="http://schemas.openxmlformats.org/drawingml/2006/main">
            <a:pPr algn="l">
              <a:defRPr sz="2250" b="1">
                <a:solidFill>
                  <a:srgbClr val="0B2F38"/>
                </a:solidFill>
                <a:latin typeface="Arial"/>
                <a:ea typeface="Arial"/>
                <a:cs typeface="Arial"/>
              </a:defRPr>
            </a:pPr>
            <a:r>
              <a:rPr sz="2250" b="1">
                <a:solidFill>
                  <a:srgbClr val="0B2F38"/>
                </a:solidFill>
                <a:latin typeface="Arial"/>
                <a:ea typeface="Arial"/>
                <a:cs typeface="Arial"/>
              </a:rPr>
              <a:t>Test einfrieren</a:t>
            </a:r>
          </a:p>
        </p:txBody>
      </p:sp>
      <p:sp>
        <p:nvSpPr>
          <p:cNvPr id="14" name="text-13">
            <a:extLst xmlns:a="http://schemas.openxmlformats.org/drawingml/2006/main">
              <a:ext uri="{FF2B5EF4-FFF2-40B4-BE49-F238E27FC236}">
                <a16:creationId xmlns:a16="http://schemas.microsoft.com/office/drawing/2014/main" id="{0971D73C-082E-4D87-8E5E-6EB1133E61E7}"/>
              </a:ext>
            </a:extLst>
          </p:cNvPr>
          <p:cNvSpPr>
            <a:spLocks xmlns:a="http://schemas.openxmlformats.org/drawingml/2006/main" noGrp="1"/>
          </p:cNvSpPr>
          <p:nvPr/>
        </p:nvSpPr>
        <p:spPr>
          <a:xfrm xmlns:a="http://schemas.openxmlformats.org/drawingml/2006/main">
            <a:off x="5372100" y="4638675"/>
            <a:ext cx="62103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0646A"/>
                </a:solidFill>
                <a:latin typeface="Arial"/>
                <a:ea typeface="Arial"/>
                <a:cs typeface="Arial"/>
              </a:defRPr>
            </a:defPPr>
            <a:lvl1pPr algn="l">
              <a:defRPr sz="2025" b="0">
                <a:solidFill>
                  <a:srgbClr val="50646A"/>
                </a:solidFill>
                <a:latin typeface="Arial"/>
                <a:ea typeface="Arial"/>
                <a:cs typeface="Arial"/>
              </a:defRPr>
            </a:lvl1pPr>
            <a:lvl2pPr algn="l">
              <a:defRPr sz="2025" b="0">
                <a:solidFill>
                  <a:srgbClr val="50646A"/>
                </a:solidFill>
                <a:latin typeface="Arial"/>
                <a:ea typeface="Arial"/>
                <a:cs typeface="Arial"/>
              </a:defRPr>
            </a:lvl2pPr>
            <a:lvl3pPr algn="l">
              <a:defRPr sz="2025" b="0">
                <a:solidFill>
                  <a:srgbClr val="50646A"/>
                </a:solidFill>
                <a:latin typeface="Arial"/>
                <a:ea typeface="Arial"/>
                <a:cs typeface="Arial"/>
              </a:defRPr>
            </a:lvl3pPr>
            <a:lvl4pPr algn="l">
              <a:defRPr sz="2025" b="0">
                <a:solidFill>
                  <a:srgbClr val="50646A"/>
                </a:solidFill>
                <a:latin typeface="Arial"/>
                <a:ea typeface="Arial"/>
                <a:cs typeface="Arial"/>
              </a:defRPr>
            </a:lvl4pPr>
            <a:lvl5pPr algn="l">
              <a:defRPr sz="2025" b="0">
                <a:solidFill>
                  <a:srgbClr val="50646A"/>
                </a:solidFill>
                <a:latin typeface="Arial"/>
                <a:ea typeface="Arial"/>
                <a:cs typeface="Arial"/>
              </a:defRPr>
            </a:lvl5pPr>
            <a:lvl6pPr algn="l">
              <a:defRPr sz="2025" b="0">
                <a:solidFill>
                  <a:srgbClr val="50646A"/>
                </a:solidFill>
                <a:latin typeface="Arial"/>
                <a:ea typeface="Arial"/>
                <a:cs typeface="Arial"/>
              </a:defRPr>
            </a:lvl6pPr>
            <a:lvl7pPr algn="l">
              <a:defRPr sz="2025" b="0">
                <a:solidFill>
                  <a:srgbClr val="50646A"/>
                </a:solidFill>
                <a:latin typeface="Arial"/>
                <a:ea typeface="Arial"/>
                <a:cs typeface="Arial"/>
              </a:defRPr>
            </a:lvl7pPr>
            <a:lvl8pPr algn="l">
              <a:defRPr sz="2025" b="0">
                <a:solidFill>
                  <a:srgbClr val="50646A"/>
                </a:solidFill>
                <a:latin typeface="Arial"/>
                <a:ea typeface="Arial"/>
                <a:cs typeface="Arial"/>
              </a:defRPr>
            </a:lvl8pPr>
            <a:lvl9pPr algn="l">
              <a:defRPr sz="2025" b="0">
                <a:solidFill>
                  <a:srgbClr val="50646A"/>
                </a:solidFill>
                <a:latin typeface="Arial"/>
                <a:ea typeface="Arial"/>
                <a:cs typeface="Arial"/>
              </a:defRPr>
            </a:lvl9pPr>
          </a:lstStyle>
          <a:p xmlns:a="http://schemas.openxmlformats.org/drawingml/2006/main">
            <a:pPr algn="l">
              <a:defRPr sz="2025" b="0">
                <a:solidFill>
                  <a:srgbClr val="50646A"/>
                </a:solidFill>
                <a:latin typeface="Arial"/>
                <a:ea typeface="Arial"/>
                <a:cs typeface="Arial"/>
              </a:defRPr>
            </a:pPr>
            <a:r>
              <a:rPr sz="2025" b="0">
                <a:solidFill>
                  <a:srgbClr val="50646A"/>
                </a:solidFill>
                <a:latin typeface="Arial"/>
                <a:ea typeface="Arial"/>
                <a:cs typeface="Arial"/>
              </a:rPr>
              <a:t>Modellauswahl nur auf Trainings-/Validierungsdaten</a:t>
            </a:r>
          </a:p>
        </p:txBody>
      </p:sp>
    </p:spTree>
    <p:extLst>
      <p:ext uri="{BB962C8B-B14F-4D97-AF65-F5344CB8AC3E}">
        <p14:creationId xmlns:p14="http://schemas.microsoft.com/office/powerpoint/2010/main" val="1196239343"/>
      </p:ext>
    </p:extLst>
  </p:cSld>
</p:sld>
</file>

<file path=ppt/slides/slide35.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A9D288F2-58EB-48A3-8AEA-738E5FBFDAE1}"/>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B2F38"/>
                </a:solidFill>
                <a:latin typeface="Arial"/>
                <a:ea typeface="Arial"/>
                <a:cs typeface="Arial"/>
              </a:defRPr>
            </a:defPPr>
            <a:lvl1pPr algn="l">
              <a:defRPr sz="3300" b="1">
                <a:solidFill>
                  <a:srgbClr val="0B2F38"/>
                </a:solidFill>
                <a:latin typeface="Arial"/>
                <a:ea typeface="Arial"/>
                <a:cs typeface="Arial"/>
              </a:defRPr>
            </a:lvl1pPr>
            <a:lvl2pPr algn="l">
              <a:defRPr sz="3300" b="1">
                <a:solidFill>
                  <a:srgbClr val="0B2F38"/>
                </a:solidFill>
                <a:latin typeface="Arial"/>
                <a:ea typeface="Arial"/>
                <a:cs typeface="Arial"/>
              </a:defRPr>
            </a:lvl2pPr>
            <a:lvl3pPr algn="l">
              <a:defRPr sz="3300" b="1">
                <a:solidFill>
                  <a:srgbClr val="0B2F38"/>
                </a:solidFill>
                <a:latin typeface="Arial"/>
                <a:ea typeface="Arial"/>
                <a:cs typeface="Arial"/>
              </a:defRPr>
            </a:lvl3pPr>
            <a:lvl4pPr algn="l">
              <a:defRPr sz="3300" b="1">
                <a:solidFill>
                  <a:srgbClr val="0B2F38"/>
                </a:solidFill>
                <a:latin typeface="Arial"/>
                <a:ea typeface="Arial"/>
                <a:cs typeface="Arial"/>
              </a:defRPr>
            </a:lvl4pPr>
            <a:lvl5pPr algn="l">
              <a:defRPr sz="3300" b="1">
                <a:solidFill>
                  <a:srgbClr val="0B2F38"/>
                </a:solidFill>
                <a:latin typeface="Arial"/>
                <a:ea typeface="Arial"/>
                <a:cs typeface="Arial"/>
              </a:defRPr>
            </a:lvl5pPr>
            <a:lvl6pPr algn="l">
              <a:defRPr sz="3300" b="1">
                <a:solidFill>
                  <a:srgbClr val="0B2F38"/>
                </a:solidFill>
                <a:latin typeface="Arial"/>
                <a:ea typeface="Arial"/>
                <a:cs typeface="Arial"/>
              </a:defRPr>
            </a:lvl6pPr>
            <a:lvl7pPr algn="l">
              <a:defRPr sz="3300" b="1">
                <a:solidFill>
                  <a:srgbClr val="0B2F38"/>
                </a:solidFill>
                <a:latin typeface="Arial"/>
                <a:ea typeface="Arial"/>
                <a:cs typeface="Arial"/>
              </a:defRPr>
            </a:lvl7pPr>
            <a:lvl8pPr algn="l">
              <a:defRPr sz="3300" b="1">
                <a:solidFill>
                  <a:srgbClr val="0B2F38"/>
                </a:solidFill>
                <a:latin typeface="Arial"/>
                <a:ea typeface="Arial"/>
                <a:cs typeface="Arial"/>
              </a:defRPr>
            </a:lvl8pPr>
            <a:lvl9pPr algn="l">
              <a:defRPr sz="3300" b="1">
                <a:solidFill>
                  <a:srgbClr val="0B2F38"/>
                </a:solidFill>
                <a:latin typeface="Arial"/>
                <a:ea typeface="Arial"/>
                <a:cs typeface="Arial"/>
              </a:defRPr>
            </a:lvl9pPr>
          </a:lstStyle>
          <a:p xmlns:a="http://schemas.openxmlformats.org/drawingml/2006/main">
            <a:pPr algn="l">
              <a:defRPr sz="3300" b="1">
                <a:solidFill>
                  <a:srgbClr val="0B2F38"/>
                </a:solidFill>
                <a:latin typeface="Arial"/>
                <a:ea typeface="Arial"/>
                <a:cs typeface="Arial"/>
              </a:defRPr>
            </a:pPr>
            <a:r>
              <a:rPr sz="3300" b="1">
                <a:solidFill>
                  <a:srgbClr val="0B2F38"/>
                </a:solidFill>
                <a:latin typeface="Arial"/>
                <a:ea typeface="Arial"/>
                <a:cs typeface="Arial"/>
              </a:rPr>
              <a:t>Wie messen wir eine Verbesserung?</a:t>
            </a:r>
          </a:p>
        </p:txBody>
      </p:sp>
      <p:sp>
        <p:nvSpPr>
          <p:cNvPr id="2" name="text-1">
            <a:extLst xmlns:a="http://schemas.openxmlformats.org/drawingml/2006/main">
              <a:ext uri="{FF2B5EF4-FFF2-40B4-BE49-F238E27FC236}">
                <a16:creationId xmlns:a16="http://schemas.microsoft.com/office/drawing/2014/main" id="{AB4810C7-D42E-404F-902A-D87800E31ABB}"/>
              </a:ext>
            </a:extLst>
          </p:cNvPr>
          <p:cNvSpPr>
            <a:spLocks xmlns:a="http://schemas.openxmlformats.org/drawingml/2006/main" noGrp="1"/>
          </p:cNvSpPr>
          <p:nvPr/>
        </p:nvSpPr>
        <p:spPr>
          <a:xfrm xmlns:a="http://schemas.openxmlformats.org/drawingml/2006/main">
            <a:off x="11144250" y="6477000"/>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defRPr sz="1125" b="0">
                <a:solidFill>
                  <a:srgbClr val="50646A"/>
                </a:solidFill>
                <a:latin typeface="Arial"/>
                <a:ea typeface="Arial"/>
                <a:cs typeface="Arial"/>
              </a:defRPr>
            </a:lvl1pPr>
            <a:lvl2pPr algn="r">
              <a:defRPr sz="1125" b="0">
                <a:solidFill>
                  <a:srgbClr val="50646A"/>
                </a:solidFill>
                <a:latin typeface="Arial"/>
                <a:ea typeface="Arial"/>
                <a:cs typeface="Arial"/>
              </a:defRPr>
            </a:lvl2pPr>
            <a:lvl3pPr algn="r">
              <a:defRPr sz="1125" b="0">
                <a:solidFill>
                  <a:srgbClr val="50646A"/>
                </a:solidFill>
                <a:latin typeface="Arial"/>
                <a:ea typeface="Arial"/>
                <a:cs typeface="Arial"/>
              </a:defRPr>
            </a:lvl3pPr>
            <a:lvl4pPr algn="r">
              <a:defRPr sz="1125" b="0">
                <a:solidFill>
                  <a:srgbClr val="50646A"/>
                </a:solidFill>
                <a:latin typeface="Arial"/>
                <a:ea typeface="Arial"/>
                <a:cs typeface="Arial"/>
              </a:defRPr>
            </a:lvl4pPr>
            <a:lvl5pPr algn="r">
              <a:defRPr sz="1125" b="0">
                <a:solidFill>
                  <a:srgbClr val="50646A"/>
                </a:solidFill>
                <a:latin typeface="Arial"/>
                <a:ea typeface="Arial"/>
                <a:cs typeface="Arial"/>
              </a:defRPr>
            </a:lvl5pPr>
            <a:lvl6pPr algn="r">
              <a:defRPr sz="1125" b="0">
                <a:solidFill>
                  <a:srgbClr val="50646A"/>
                </a:solidFill>
                <a:latin typeface="Arial"/>
                <a:ea typeface="Arial"/>
                <a:cs typeface="Arial"/>
              </a:defRPr>
            </a:lvl6pPr>
            <a:lvl7pPr algn="r">
              <a:defRPr sz="1125" b="0">
                <a:solidFill>
                  <a:srgbClr val="50646A"/>
                </a:solidFill>
                <a:latin typeface="Arial"/>
                <a:ea typeface="Arial"/>
                <a:cs typeface="Arial"/>
              </a:defRPr>
            </a:lvl7pPr>
            <a:lvl8pPr algn="r">
              <a:defRPr sz="1125" b="0">
                <a:solidFill>
                  <a:srgbClr val="50646A"/>
                </a:solidFill>
                <a:latin typeface="Arial"/>
                <a:ea typeface="Arial"/>
                <a:cs typeface="Arial"/>
              </a:defRPr>
            </a:lvl8pPr>
            <a:lvl9pPr algn="r">
              <a:defRPr sz="1125" b="0">
                <a:solidFill>
                  <a:srgbClr val="50646A"/>
                </a:solidFill>
                <a:latin typeface="Arial"/>
                <a:ea typeface="Arial"/>
                <a:cs typeface="Arial"/>
              </a:defRPr>
            </a:lvl9pPr>
          </a:lstStyle>
          <a:p xmlns:a="http://schemas.openxmlformats.org/drawingml/2006/main">
            <a:pPr algn="r">
              <a:defRPr sz="1125" b="0">
                <a:solidFill>
                  <a:srgbClr val="50646A"/>
                </a:solidFill>
                <a:latin typeface="Arial"/>
                <a:ea typeface="Arial"/>
                <a:cs typeface="Arial"/>
              </a:defRPr>
            </a:pPr>
            <a:r>
              <a:rPr sz="1125" b="0">
                <a:solidFill>
                  <a:srgbClr val="50646A"/>
                </a:solidFill>
                <a:latin typeface="Arial"/>
                <a:ea typeface="Arial"/>
                <a:cs typeface="Arial"/>
              </a:rPr>
              <a:t>35</a:t>
            </a:r>
          </a:p>
        </p:txBody>
      </p:sp>
      <p:pic>
        <p:nvPicPr>
          <p:cNvPr id="3" name="">
            <a:extLst xmlns:a="http://schemas.openxmlformats.org/drawingml/2006/main">
              <a:ext uri="{FF2B5EF4-FFF2-40B4-BE49-F238E27FC236}">
                <a16:creationId xmlns:a16="http://schemas.microsoft.com/office/drawing/2014/main" id="{40C1BEC5-B7B0-416D-B8C5-A03F82323D79}"/>
              </a:ext>
            </a:extLst>
          </p:cNvPr>
          <p:cNvPicPr>
            <a:picLocks xmlns:a="http://schemas.openxmlformats.org/drawingml/2006/main" noChangeAspect="1"/>
          </p:cNvPicPr>
          <p:nvPr/>
        </p:nvPicPr>
        <p:blipFill>
          <a:blip xmlns:r="http://schemas.openxmlformats.org/officeDocument/2006/relationships" xmlns:a="http://schemas.openxmlformats.org/drawingml/2006/main" r:embed="R9ef201d6c39d4d0e"/>
          <a:stretch xmlns:a="http://schemas.openxmlformats.org/drawingml/2006/main"/>
        </p:blipFill>
        <p:spPr>
          <a:xfrm xmlns:a="http://schemas.openxmlformats.org/drawingml/2006/main">
            <a:off x="610129" y="1552575"/>
            <a:ext cx="7095067" cy="3990975"/>
          </a:xfrm>
          <a:prstGeom xmlns:a="http://schemas.openxmlformats.org/drawingml/2006/main" prst="rect">
            <a:avLst/>
          </a:prstGeom>
        </p:spPr>
      </p:pic>
      <p:sp>
        <p:nvSpPr>
          <p:cNvPr id="4" name="text-2">
            <a:extLst xmlns:a="http://schemas.openxmlformats.org/drawingml/2006/main">
              <a:ext uri="{FF2B5EF4-FFF2-40B4-BE49-F238E27FC236}">
                <a16:creationId xmlns:a16="http://schemas.microsoft.com/office/drawing/2014/main" id="{B0E27CCF-4D8E-4D68-99D2-A149232F35D5}"/>
              </a:ext>
            </a:extLst>
          </p:cNvPr>
          <p:cNvSpPr>
            <a:spLocks xmlns:a="http://schemas.openxmlformats.org/drawingml/2006/main" noGrp="1"/>
          </p:cNvSpPr>
          <p:nvPr/>
        </p:nvSpPr>
        <p:spPr>
          <a:xfrm xmlns:a="http://schemas.openxmlformats.org/drawingml/2006/main">
            <a:off x="8134350" y="1771650"/>
            <a:ext cx="34480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defRPr sz="1875" b="0">
                <a:solidFill>
                  <a:srgbClr val="0B2F38"/>
                </a:solidFill>
                <a:latin typeface="Arial"/>
                <a:ea typeface="Arial"/>
                <a:cs typeface="Arial"/>
              </a:defRPr>
            </a:lvl1pPr>
            <a:lvl2pPr algn="l">
              <a:defRPr sz="1875" b="0">
                <a:solidFill>
                  <a:srgbClr val="0B2F38"/>
                </a:solidFill>
                <a:latin typeface="Arial"/>
                <a:ea typeface="Arial"/>
                <a:cs typeface="Arial"/>
              </a:defRPr>
            </a:lvl2pPr>
            <a:lvl3pPr algn="l">
              <a:defRPr sz="1875" b="0">
                <a:solidFill>
                  <a:srgbClr val="0B2F38"/>
                </a:solidFill>
                <a:latin typeface="Arial"/>
                <a:ea typeface="Arial"/>
                <a:cs typeface="Arial"/>
              </a:defRPr>
            </a:lvl3pPr>
            <a:lvl4pPr algn="l">
              <a:defRPr sz="1875" b="0">
                <a:solidFill>
                  <a:srgbClr val="0B2F38"/>
                </a:solidFill>
                <a:latin typeface="Arial"/>
                <a:ea typeface="Arial"/>
                <a:cs typeface="Arial"/>
              </a:defRPr>
            </a:lvl4pPr>
            <a:lvl5pPr algn="l">
              <a:defRPr sz="1875" b="0">
                <a:solidFill>
                  <a:srgbClr val="0B2F38"/>
                </a:solidFill>
                <a:latin typeface="Arial"/>
                <a:ea typeface="Arial"/>
                <a:cs typeface="Arial"/>
              </a:defRPr>
            </a:lvl5pPr>
            <a:lvl6pPr algn="l">
              <a:defRPr sz="1875" b="0">
                <a:solidFill>
                  <a:srgbClr val="0B2F38"/>
                </a:solidFill>
                <a:latin typeface="Arial"/>
                <a:ea typeface="Arial"/>
                <a:cs typeface="Arial"/>
              </a:defRPr>
            </a:lvl6pPr>
            <a:lvl7pPr algn="l">
              <a:defRPr sz="1875" b="0">
                <a:solidFill>
                  <a:srgbClr val="0B2F38"/>
                </a:solidFill>
                <a:latin typeface="Arial"/>
                <a:ea typeface="Arial"/>
                <a:cs typeface="Arial"/>
              </a:defRPr>
            </a:lvl7pPr>
            <a:lvl8pPr algn="l">
              <a:defRPr sz="1875" b="0">
                <a:solidFill>
                  <a:srgbClr val="0B2F38"/>
                </a:solidFill>
                <a:latin typeface="Arial"/>
                <a:ea typeface="Arial"/>
                <a:cs typeface="Arial"/>
              </a:defRPr>
            </a:lvl8pPr>
            <a:lvl9pPr algn="l">
              <a:defRPr sz="1875" b="0">
                <a:solidFill>
                  <a:srgbClr val="0B2F38"/>
                </a:solidFill>
                <a:latin typeface="Arial"/>
                <a:ea typeface="Arial"/>
                <a:cs typeface="Arial"/>
              </a:defRPr>
            </a:lvl9pPr>
          </a:lstStyle>
          <a:p xmlns:a="http://schemas.openxmlformats.org/drawingml/2006/main">
            <a:pPr algn="l">
              <a:defRPr sz="1875" b="0">
                <a:solidFill>
                  <a:srgbClr val="0B2F38"/>
                </a:solidFill>
                <a:latin typeface="Arial"/>
                <a:ea typeface="Arial"/>
                <a:cs typeface="Arial"/>
              </a:defRPr>
            </a:pPr>
            <a:r>
              <a:rPr sz="1875" b="0">
                <a:solidFill>
                  <a:srgbClr val="0B2F38"/>
                </a:solidFill>
                <a:latin typeface="Arial"/>
                <a:ea typeface="Arial"/>
                <a:cs typeface="Arial"/>
              </a:rPr>
              <a:t>Zeichen: Recall, Fehlalarme, Ein- / Ausgang-Verwechslung</a:t>
            </a:r>
          </a:p>
        </p:txBody>
      </p:sp>
      <p:sp>
        <p:nvSpPr>
          <p:cNvPr id="5" name="text-3">
            <a:extLst xmlns:a="http://schemas.openxmlformats.org/drawingml/2006/main">
              <a:ext uri="{FF2B5EF4-FFF2-40B4-BE49-F238E27FC236}">
                <a16:creationId xmlns:a16="http://schemas.microsoft.com/office/drawing/2014/main" id="{4D76ECDE-093B-40C7-89D4-BCFECD744A8F}"/>
              </a:ext>
            </a:extLst>
          </p:cNvPr>
          <p:cNvSpPr>
            <a:spLocks xmlns:a="http://schemas.openxmlformats.org/drawingml/2006/main" noGrp="1"/>
          </p:cNvSpPr>
          <p:nvPr/>
        </p:nvSpPr>
        <p:spPr>
          <a:xfrm xmlns:a="http://schemas.openxmlformats.org/drawingml/2006/main">
            <a:off x="8134350" y="3057525"/>
            <a:ext cx="34480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defRPr sz="1875" b="0">
                <a:solidFill>
                  <a:srgbClr val="0B2F38"/>
                </a:solidFill>
                <a:latin typeface="Arial"/>
                <a:ea typeface="Arial"/>
                <a:cs typeface="Arial"/>
              </a:defRPr>
            </a:lvl1pPr>
            <a:lvl2pPr algn="l">
              <a:defRPr sz="1875" b="0">
                <a:solidFill>
                  <a:srgbClr val="0B2F38"/>
                </a:solidFill>
                <a:latin typeface="Arial"/>
                <a:ea typeface="Arial"/>
                <a:cs typeface="Arial"/>
              </a:defRPr>
            </a:lvl2pPr>
            <a:lvl3pPr algn="l">
              <a:defRPr sz="1875" b="0">
                <a:solidFill>
                  <a:srgbClr val="0B2F38"/>
                </a:solidFill>
                <a:latin typeface="Arial"/>
                <a:ea typeface="Arial"/>
                <a:cs typeface="Arial"/>
              </a:defRPr>
            </a:lvl3pPr>
            <a:lvl4pPr algn="l">
              <a:defRPr sz="1875" b="0">
                <a:solidFill>
                  <a:srgbClr val="0B2F38"/>
                </a:solidFill>
                <a:latin typeface="Arial"/>
                <a:ea typeface="Arial"/>
                <a:cs typeface="Arial"/>
              </a:defRPr>
            </a:lvl4pPr>
            <a:lvl5pPr algn="l">
              <a:defRPr sz="1875" b="0">
                <a:solidFill>
                  <a:srgbClr val="0B2F38"/>
                </a:solidFill>
                <a:latin typeface="Arial"/>
                <a:ea typeface="Arial"/>
                <a:cs typeface="Arial"/>
              </a:defRPr>
            </a:lvl5pPr>
            <a:lvl6pPr algn="l">
              <a:defRPr sz="1875" b="0">
                <a:solidFill>
                  <a:srgbClr val="0B2F38"/>
                </a:solidFill>
                <a:latin typeface="Arial"/>
                <a:ea typeface="Arial"/>
                <a:cs typeface="Arial"/>
              </a:defRPr>
            </a:lvl6pPr>
            <a:lvl7pPr algn="l">
              <a:defRPr sz="1875" b="0">
                <a:solidFill>
                  <a:srgbClr val="0B2F38"/>
                </a:solidFill>
                <a:latin typeface="Arial"/>
                <a:ea typeface="Arial"/>
                <a:cs typeface="Arial"/>
              </a:defRPr>
            </a:lvl7pPr>
            <a:lvl8pPr algn="l">
              <a:defRPr sz="1875" b="0">
                <a:solidFill>
                  <a:srgbClr val="0B2F38"/>
                </a:solidFill>
                <a:latin typeface="Arial"/>
                <a:ea typeface="Arial"/>
                <a:cs typeface="Arial"/>
              </a:defRPr>
            </a:lvl8pPr>
            <a:lvl9pPr algn="l">
              <a:defRPr sz="1875" b="0">
                <a:solidFill>
                  <a:srgbClr val="0B2F38"/>
                </a:solidFill>
                <a:latin typeface="Arial"/>
                <a:ea typeface="Arial"/>
                <a:cs typeface="Arial"/>
              </a:defRPr>
            </a:lvl9pPr>
          </a:lstStyle>
          <a:p xmlns:a="http://schemas.openxmlformats.org/drawingml/2006/main">
            <a:pPr algn="l">
              <a:defRPr sz="1875" b="0">
                <a:solidFill>
                  <a:srgbClr val="0B2F38"/>
                </a:solidFill>
                <a:latin typeface="Arial"/>
                <a:ea typeface="Arial"/>
                <a:cs typeface="Arial"/>
              </a:defRPr>
            </a:pPr>
            <a:r>
              <a:rPr sz="1875" b="0">
                <a:solidFill>
                  <a:srgbClr val="0B2F38"/>
                </a:solidFill>
                <a:latin typeface="Arial"/>
                <a:ea typeface="Arial"/>
                <a:cs typeface="Arial"/>
              </a:rPr>
              <a:t>Spuren: Geometrie, fehlende Markierungen, zeitliche Stabilität</a:t>
            </a:r>
          </a:p>
        </p:txBody>
      </p:sp>
      <p:sp>
        <p:nvSpPr>
          <p:cNvPr id="6" name="text-4">
            <a:extLst xmlns:a="http://schemas.openxmlformats.org/drawingml/2006/main">
              <a:ext uri="{FF2B5EF4-FFF2-40B4-BE49-F238E27FC236}">
                <a16:creationId xmlns:a16="http://schemas.microsoft.com/office/drawing/2014/main" id="{B7C1C511-1427-4B19-9349-08DFB4016907}"/>
              </a:ext>
            </a:extLst>
          </p:cNvPr>
          <p:cNvSpPr>
            <a:spLocks xmlns:a="http://schemas.openxmlformats.org/drawingml/2006/main" noGrp="1"/>
          </p:cNvSpPr>
          <p:nvPr/>
        </p:nvSpPr>
        <p:spPr>
          <a:xfrm xmlns:a="http://schemas.openxmlformats.org/drawingml/2006/main">
            <a:off x="8134350" y="4343400"/>
            <a:ext cx="34480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defRPr sz="1875" b="0">
                <a:solidFill>
                  <a:srgbClr val="0B2F38"/>
                </a:solidFill>
                <a:latin typeface="Arial"/>
                <a:ea typeface="Arial"/>
                <a:cs typeface="Arial"/>
              </a:defRPr>
            </a:lvl1pPr>
            <a:lvl2pPr algn="l">
              <a:defRPr sz="1875" b="0">
                <a:solidFill>
                  <a:srgbClr val="0B2F38"/>
                </a:solidFill>
                <a:latin typeface="Arial"/>
                <a:ea typeface="Arial"/>
                <a:cs typeface="Arial"/>
              </a:defRPr>
            </a:lvl2pPr>
            <a:lvl3pPr algn="l">
              <a:defRPr sz="1875" b="0">
                <a:solidFill>
                  <a:srgbClr val="0B2F38"/>
                </a:solidFill>
                <a:latin typeface="Arial"/>
                <a:ea typeface="Arial"/>
                <a:cs typeface="Arial"/>
              </a:defRPr>
            </a:lvl3pPr>
            <a:lvl4pPr algn="l">
              <a:defRPr sz="1875" b="0">
                <a:solidFill>
                  <a:srgbClr val="0B2F38"/>
                </a:solidFill>
                <a:latin typeface="Arial"/>
                <a:ea typeface="Arial"/>
                <a:cs typeface="Arial"/>
              </a:defRPr>
            </a:lvl4pPr>
            <a:lvl5pPr algn="l">
              <a:defRPr sz="1875" b="0">
                <a:solidFill>
                  <a:srgbClr val="0B2F38"/>
                </a:solidFill>
                <a:latin typeface="Arial"/>
                <a:ea typeface="Arial"/>
                <a:cs typeface="Arial"/>
              </a:defRPr>
            </a:lvl5pPr>
            <a:lvl6pPr algn="l">
              <a:defRPr sz="1875" b="0">
                <a:solidFill>
                  <a:srgbClr val="0B2F38"/>
                </a:solidFill>
                <a:latin typeface="Arial"/>
                <a:ea typeface="Arial"/>
                <a:cs typeface="Arial"/>
              </a:defRPr>
            </a:lvl6pPr>
            <a:lvl7pPr algn="l">
              <a:defRPr sz="1875" b="0">
                <a:solidFill>
                  <a:srgbClr val="0B2F38"/>
                </a:solidFill>
                <a:latin typeface="Arial"/>
                <a:ea typeface="Arial"/>
                <a:cs typeface="Arial"/>
              </a:defRPr>
            </a:lvl7pPr>
            <a:lvl8pPr algn="l">
              <a:defRPr sz="1875" b="0">
                <a:solidFill>
                  <a:srgbClr val="0B2F38"/>
                </a:solidFill>
                <a:latin typeface="Arial"/>
                <a:ea typeface="Arial"/>
                <a:cs typeface="Arial"/>
              </a:defRPr>
            </a:lvl8pPr>
            <a:lvl9pPr algn="l">
              <a:defRPr sz="1875" b="0">
                <a:solidFill>
                  <a:srgbClr val="0B2F38"/>
                </a:solidFill>
                <a:latin typeface="Arial"/>
                <a:ea typeface="Arial"/>
                <a:cs typeface="Arial"/>
              </a:defRPr>
            </a:lvl9pPr>
          </a:lstStyle>
          <a:p xmlns:a="http://schemas.openxmlformats.org/drawingml/2006/main">
            <a:pPr algn="l">
              <a:defRPr sz="1875" b="0">
                <a:solidFill>
                  <a:srgbClr val="0B2F38"/>
                </a:solidFill>
                <a:latin typeface="Arial"/>
                <a:ea typeface="Arial"/>
                <a:cs typeface="Arial"/>
              </a:defRPr>
            </a:pPr>
            <a:r>
              <a:rPr sz="1875" b="0">
                <a:solidFill>
                  <a:srgbClr val="0B2F38"/>
                </a:solidFill>
                <a:latin typeface="Arial"/>
                <a:ea typeface="Arial"/>
                <a:cs typeface="Arial"/>
              </a:rPr>
              <a:t>Auf dem Gerät: Ende-zu-Ende-Latenz, Speicher und Wärme</a:t>
            </a:r>
          </a:p>
        </p:txBody>
      </p:sp>
      <p:sp>
        <p:nvSpPr>
          <p:cNvPr id="7" name="text-5">
            <a:extLst xmlns:a="http://schemas.openxmlformats.org/drawingml/2006/main">
              <a:ext uri="{FF2B5EF4-FFF2-40B4-BE49-F238E27FC236}">
                <a16:creationId xmlns:a16="http://schemas.microsoft.com/office/drawing/2014/main" id="{9899D998-8EFE-475F-8117-F1F7FA78C238}"/>
              </a:ext>
            </a:extLst>
          </p:cNvPr>
          <p:cNvSpPr>
            <a:spLocks xmlns:a="http://schemas.openxmlformats.org/drawingml/2006/main" noGrp="1"/>
          </p:cNvSpPr>
          <p:nvPr/>
        </p:nvSpPr>
        <p:spPr>
          <a:xfrm xmlns:a="http://schemas.openxmlformats.org/drawingml/2006/main">
            <a:off x="609600" y="59721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0646A"/>
                </a:solidFill>
                <a:latin typeface="Arial"/>
                <a:ea typeface="Arial"/>
                <a:cs typeface="Arial"/>
              </a:defRPr>
            </a:defPPr>
            <a:lvl1pPr algn="l">
              <a:defRPr sz="1575" b="0">
                <a:solidFill>
                  <a:srgbClr val="50646A"/>
                </a:solidFill>
                <a:latin typeface="Arial"/>
                <a:ea typeface="Arial"/>
                <a:cs typeface="Arial"/>
              </a:defRPr>
            </a:lvl1pPr>
            <a:lvl2pPr algn="l">
              <a:defRPr sz="1575" b="0">
                <a:solidFill>
                  <a:srgbClr val="50646A"/>
                </a:solidFill>
                <a:latin typeface="Arial"/>
                <a:ea typeface="Arial"/>
                <a:cs typeface="Arial"/>
              </a:defRPr>
            </a:lvl2pPr>
            <a:lvl3pPr algn="l">
              <a:defRPr sz="1575" b="0">
                <a:solidFill>
                  <a:srgbClr val="50646A"/>
                </a:solidFill>
                <a:latin typeface="Arial"/>
                <a:ea typeface="Arial"/>
                <a:cs typeface="Arial"/>
              </a:defRPr>
            </a:lvl3pPr>
            <a:lvl4pPr algn="l">
              <a:defRPr sz="1575" b="0">
                <a:solidFill>
                  <a:srgbClr val="50646A"/>
                </a:solidFill>
                <a:latin typeface="Arial"/>
                <a:ea typeface="Arial"/>
                <a:cs typeface="Arial"/>
              </a:defRPr>
            </a:lvl4pPr>
            <a:lvl5pPr algn="l">
              <a:defRPr sz="1575" b="0">
                <a:solidFill>
                  <a:srgbClr val="50646A"/>
                </a:solidFill>
                <a:latin typeface="Arial"/>
                <a:ea typeface="Arial"/>
                <a:cs typeface="Arial"/>
              </a:defRPr>
            </a:lvl5pPr>
            <a:lvl6pPr algn="l">
              <a:defRPr sz="1575" b="0">
                <a:solidFill>
                  <a:srgbClr val="50646A"/>
                </a:solidFill>
                <a:latin typeface="Arial"/>
                <a:ea typeface="Arial"/>
                <a:cs typeface="Arial"/>
              </a:defRPr>
            </a:lvl6pPr>
            <a:lvl7pPr algn="l">
              <a:defRPr sz="1575" b="0">
                <a:solidFill>
                  <a:srgbClr val="50646A"/>
                </a:solidFill>
                <a:latin typeface="Arial"/>
                <a:ea typeface="Arial"/>
                <a:cs typeface="Arial"/>
              </a:defRPr>
            </a:lvl7pPr>
            <a:lvl8pPr algn="l">
              <a:defRPr sz="1575" b="0">
                <a:solidFill>
                  <a:srgbClr val="50646A"/>
                </a:solidFill>
                <a:latin typeface="Arial"/>
                <a:ea typeface="Arial"/>
                <a:cs typeface="Arial"/>
              </a:defRPr>
            </a:lvl8pPr>
            <a:lvl9pPr algn="l">
              <a:defRPr sz="1575" b="0">
                <a:solidFill>
                  <a:srgbClr val="50646A"/>
                </a:solidFill>
                <a:latin typeface="Arial"/>
                <a:ea typeface="Arial"/>
                <a:cs typeface="Arial"/>
              </a:defRPr>
            </a:lvl9pPr>
          </a:lstStyle>
          <a:p xmlns:a="http://schemas.openxmlformats.org/drawingml/2006/main">
            <a:pPr algn="l">
              <a:defRPr sz="1575" b="0">
                <a:solidFill>
                  <a:srgbClr val="50646A"/>
                </a:solidFill>
                <a:latin typeface="Arial"/>
                <a:ea typeface="Arial"/>
                <a:cs typeface="Arial"/>
              </a:defRPr>
            </a:pPr>
            <a:r>
              <a:rPr sz="1575" b="0">
                <a:solidFill>
                  <a:srgbClr val="50646A"/>
                </a:solidFill>
                <a:latin typeface="Arial"/>
                <a:ea typeface="Arial"/>
                <a:cs typeface="Arial"/>
              </a:rPr>
              <a:t>Zurückgehaltenes Beispiel: Grün = menschliches Label; Rot = Pipeline-Ausgabe</a:t>
            </a:r>
          </a:p>
        </p:txBody>
      </p:sp>
    </p:spTree>
    <p:extLst>
      <p:ext uri="{BB962C8B-B14F-4D97-AF65-F5344CB8AC3E}">
        <p14:creationId xmlns:p14="http://schemas.microsoft.com/office/powerpoint/2010/main" val="951038736"/>
      </p:ext>
    </p:extLst>
  </p:cSld>
</p:sld>
</file>

<file path=ppt/slides/slide36.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CE227D28-3B15-48CE-B440-870F1F117A41}"/>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B2F38"/>
                </a:solidFill>
                <a:latin typeface="Arial"/>
                <a:ea typeface="Arial"/>
                <a:cs typeface="Arial"/>
              </a:defRPr>
            </a:defPPr>
            <a:lvl1pPr algn="l">
              <a:defRPr sz="3300" b="1">
                <a:solidFill>
                  <a:srgbClr val="0B2F38"/>
                </a:solidFill>
                <a:latin typeface="Arial"/>
                <a:ea typeface="Arial"/>
                <a:cs typeface="Arial"/>
              </a:defRPr>
            </a:lvl1pPr>
            <a:lvl2pPr algn="l">
              <a:defRPr sz="3300" b="1">
                <a:solidFill>
                  <a:srgbClr val="0B2F38"/>
                </a:solidFill>
                <a:latin typeface="Arial"/>
                <a:ea typeface="Arial"/>
                <a:cs typeface="Arial"/>
              </a:defRPr>
            </a:lvl2pPr>
            <a:lvl3pPr algn="l">
              <a:defRPr sz="3300" b="1">
                <a:solidFill>
                  <a:srgbClr val="0B2F38"/>
                </a:solidFill>
                <a:latin typeface="Arial"/>
                <a:ea typeface="Arial"/>
                <a:cs typeface="Arial"/>
              </a:defRPr>
            </a:lvl3pPr>
            <a:lvl4pPr algn="l">
              <a:defRPr sz="3300" b="1">
                <a:solidFill>
                  <a:srgbClr val="0B2F38"/>
                </a:solidFill>
                <a:latin typeface="Arial"/>
                <a:ea typeface="Arial"/>
                <a:cs typeface="Arial"/>
              </a:defRPr>
            </a:lvl4pPr>
            <a:lvl5pPr algn="l">
              <a:defRPr sz="3300" b="1">
                <a:solidFill>
                  <a:srgbClr val="0B2F38"/>
                </a:solidFill>
                <a:latin typeface="Arial"/>
                <a:ea typeface="Arial"/>
                <a:cs typeface="Arial"/>
              </a:defRPr>
            </a:lvl5pPr>
            <a:lvl6pPr algn="l">
              <a:defRPr sz="3300" b="1">
                <a:solidFill>
                  <a:srgbClr val="0B2F38"/>
                </a:solidFill>
                <a:latin typeface="Arial"/>
                <a:ea typeface="Arial"/>
                <a:cs typeface="Arial"/>
              </a:defRPr>
            </a:lvl6pPr>
            <a:lvl7pPr algn="l">
              <a:defRPr sz="3300" b="1">
                <a:solidFill>
                  <a:srgbClr val="0B2F38"/>
                </a:solidFill>
                <a:latin typeface="Arial"/>
                <a:ea typeface="Arial"/>
                <a:cs typeface="Arial"/>
              </a:defRPr>
            </a:lvl7pPr>
            <a:lvl8pPr algn="l">
              <a:defRPr sz="3300" b="1">
                <a:solidFill>
                  <a:srgbClr val="0B2F38"/>
                </a:solidFill>
                <a:latin typeface="Arial"/>
                <a:ea typeface="Arial"/>
                <a:cs typeface="Arial"/>
              </a:defRPr>
            </a:lvl8pPr>
            <a:lvl9pPr algn="l">
              <a:defRPr sz="3300" b="1">
                <a:solidFill>
                  <a:srgbClr val="0B2F38"/>
                </a:solidFill>
                <a:latin typeface="Arial"/>
                <a:ea typeface="Arial"/>
                <a:cs typeface="Arial"/>
              </a:defRPr>
            </a:lvl9pPr>
          </a:lstStyle>
          <a:p xmlns:a="http://schemas.openxmlformats.org/drawingml/2006/main">
            <a:pPr algn="l">
              <a:defRPr sz="3300" b="1">
                <a:solidFill>
                  <a:srgbClr val="0B2F38"/>
                </a:solidFill>
                <a:latin typeface="Arial"/>
                <a:ea typeface="Arial"/>
                <a:cs typeface="Arial"/>
              </a:defRPr>
            </a:pPr>
            <a:r>
              <a:rPr sz="3300" b="1">
                <a:solidFill>
                  <a:srgbClr val="0B2F38"/>
                </a:solidFill>
                <a:latin typeface="Arial"/>
                <a:ea typeface="Arial"/>
                <a:cs typeface="Arial"/>
              </a:rPr>
              <a:t>Dieses Semester: zwei Projekte, vier Teams</a:t>
            </a:r>
          </a:p>
        </p:txBody>
      </p:sp>
      <p:sp>
        <p:nvSpPr>
          <p:cNvPr id="2" name="text-1">
            <a:extLst xmlns:a="http://schemas.openxmlformats.org/drawingml/2006/main">
              <a:ext uri="{FF2B5EF4-FFF2-40B4-BE49-F238E27FC236}">
                <a16:creationId xmlns:a16="http://schemas.microsoft.com/office/drawing/2014/main" id="{34E62742-A3D9-4B77-8DD3-4695BF62F034}"/>
              </a:ext>
            </a:extLst>
          </p:cNvPr>
          <p:cNvSpPr>
            <a:spLocks xmlns:a="http://schemas.openxmlformats.org/drawingml/2006/main" noGrp="1"/>
          </p:cNvSpPr>
          <p:nvPr/>
        </p:nvSpPr>
        <p:spPr>
          <a:xfrm xmlns:a="http://schemas.openxmlformats.org/drawingml/2006/main">
            <a:off x="11144250" y="6477000"/>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defRPr sz="1125" b="0">
                <a:solidFill>
                  <a:srgbClr val="50646A"/>
                </a:solidFill>
                <a:latin typeface="Arial"/>
                <a:ea typeface="Arial"/>
                <a:cs typeface="Arial"/>
              </a:defRPr>
            </a:lvl1pPr>
            <a:lvl2pPr algn="r">
              <a:defRPr sz="1125" b="0">
                <a:solidFill>
                  <a:srgbClr val="50646A"/>
                </a:solidFill>
                <a:latin typeface="Arial"/>
                <a:ea typeface="Arial"/>
                <a:cs typeface="Arial"/>
              </a:defRPr>
            </a:lvl2pPr>
            <a:lvl3pPr algn="r">
              <a:defRPr sz="1125" b="0">
                <a:solidFill>
                  <a:srgbClr val="50646A"/>
                </a:solidFill>
                <a:latin typeface="Arial"/>
                <a:ea typeface="Arial"/>
                <a:cs typeface="Arial"/>
              </a:defRPr>
            </a:lvl3pPr>
            <a:lvl4pPr algn="r">
              <a:defRPr sz="1125" b="0">
                <a:solidFill>
                  <a:srgbClr val="50646A"/>
                </a:solidFill>
                <a:latin typeface="Arial"/>
                <a:ea typeface="Arial"/>
                <a:cs typeface="Arial"/>
              </a:defRPr>
            </a:lvl4pPr>
            <a:lvl5pPr algn="r">
              <a:defRPr sz="1125" b="0">
                <a:solidFill>
                  <a:srgbClr val="50646A"/>
                </a:solidFill>
                <a:latin typeface="Arial"/>
                <a:ea typeface="Arial"/>
                <a:cs typeface="Arial"/>
              </a:defRPr>
            </a:lvl5pPr>
            <a:lvl6pPr algn="r">
              <a:defRPr sz="1125" b="0">
                <a:solidFill>
                  <a:srgbClr val="50646A"/>
                </a:solidFill>
                <a:latin typeface="Arial"/>
                <a:ea typeface="Arial"/>
                <a:cs typeface="Arial"/>
              </a:defRPr>
            </a:lvl6pPr>
            <a:lvl7pPr algn="r">
              <a:defRPr sz="1125" b="0">
                <a:solidFill>
                  <a:srgbClr val="50646A"/>
                </a:solidFill>
                <a:latin typeface="Arial"/>
                <a:ea typeface="Arial"/>
                <a:cs typeface="Arial"/>
              </a:defRPr>
            </a:lvl7pPr>
            <a:lvl8pPr algn="r">
              <a:defRPr sz="1125" b="0">
                <a:solidFill>
                  <a:srgbClr val="50646A"/>
                </a:solidFill>
                <a:latin typeface="Arial"/>
                <a:ea typeface="Arial"/>
                <a:cs typeface="Arial"/>
              </a:defRPr>
            </a:lvl8pPr>
            <a:lvl9pPr algn="r">
              <a:defRPr sz="1125" b="0">
                <a:solidFill>
                  <a:srgbClr val="50646A"/>
                </a:solidFill>
                <a:latin typeface="Arial"/>
                <a:ea typeface="Arial"/>
                <a:cs typeface="Arial"/>
              </a:defRPr>
            </a:lvl9pPr>
          </a:lstStyle>
          <a:p xmlns:a="http://schemas.openxmlformats.org/drawingml/2006/main">
            <a:pPr algn="r">
              <a:defRPr sz="1125" b="0">
                <a:solidFill>
                  <a:srgbClr val="50646A"/>
                </a:solidFill>
                <a:latin typeface="Arial"/>
                <a:ea typeface="Arial"/>
                <a:cs typeface="Arial"/>
              </a:defRPr>
            </a:pPr>
            <a:r>
              <a:rPr sz="1125" b="0">
                <a:solidFill>
                  <a:srgbClr val="50646A"/>
                </a:solidFill>
                <a:latin typeface="Arial"/>
                <a:ea typeface="Arial"/>
                <a:cs typeface="Arial"/>
              </a:rPr>
              <a:t>36</a:t>
            </a:r>
          </a:p>
        </p:txBody>
      </p:sp>
      <p:sp>
        <p:nvSpPr>
          <p:cNvPr id="3" name="text-2">
            <a:extLst xmlns:a="http://schemas.openxmlformats.org/drawingml/2006/main">
              <a:ext uri="{FF2B5EF4-FFF2-40B4-BE49-F238E27FC236}">
                <a16:creationId xmlns:a16="http://schemas.microsoft.com/office/drawing/2014/main" id="{511DD757-4E50-4182-8A93-6F8A0EC4104C}"/>
              </a:ext>
            </a:extLst>
          </p:cNvPr>
          <p:cNvSpPr>
            <a:spLocks xmlns:a="http://schemas.openxmlformats.org/drawingml/2006/main" noGrp="1"/>
          </p:cNvSpPr>
          <p:nvPr/>
        </p:nvSpPr>
        <p:spPr>
          <a:xfrm xmlns:a="http://schemas.openxmlformats.org/drawingml/2006/main">
            <a:off x="609600" y="1762125"/>
            <a:ext cx="2476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B27D10"/>
                </a:solidFill>
                <a:latin typeface="Arial"/>
                <a:ea typeface="Arial"/>
                <a:cs typeface="Arial"/>
              </a:defRPr>
            </a:defPPr>
            <a:lvl1pPr algn="l">
              <a:defRPr sz="3300" b="1">
                <a:solidFill>
                  <a:srgbClr val="B27D10"/>
                </a:solidFill>
                <a:latin typeface="Arial"/>
                <a:ea typeface="Arial"/>
                <a:cs typeface="Arial"/>
              </a:defRPr>
            </a:lvl1pPr>
            <a:lvl2pPr algn="l">
              <a:defRPr sz="3300" b="1">
                <a:solidFill>
                  <a:srgbClr val="B27D10"/>
                </a:solidFill>
                <a:latin typeface="Arial"/>
                <a:ea typeface="Arial"/>
                <a:cs typeface="Arial"/>
              </a:defRPr>
            </a:lvl2pPr>
            <a:lvl3pPr algn="l">
              <a:defRPr sz="3300" b="1">
                <a:solidFill>
                  <a:srgbClr val="B27D10"/>
                </a:solidFill>
                <a:latin typeface="Arial"/>
                <a:ea typeface="Arial"/>
                <a:cs typeface="Arial"/>
              </a:defRPr>
            </a:lvl3pPr>
            <a:lvl4pPr algn="l">
              <a:defRPr sz="3300" b="1">
                <a:solidFill>
                  <a:srgbClr val="B27D10"/>
                </a:solidFill>
                <a:latin typeface="Arial"/>
                <a:ea typeface="Arial"/>
                <a:cs typeface="Arial"/>
              </a:defRPr>
            </a:lvl4pPr>
            <a:lvl5pPr algn="l">
              <a:defRPr sz="3300" b="1">
                <a:solidFill>
                  <a:srgbClr val="B27D10"/>
                </a:solidFill>
                <a:latin typeface="Arial"/>
                <a:ea typeface="Arial"/>
                <a:cs typeface="Arial"/>
              </a:defRPr>
            </a:lvl5pPr>
            <a:lvl6pPr algn="l">
              <a:defRPr sz="3300" b="1">
                <a:solidFill>
                  <a:srgbClr val="B27D10"/>
                </a:solidFill>
                <a:latin typeface="Arial"/>
                <a:ea typeface="Arial"/>
                <a:cs typeface="Arial"/>
              </a:defRPr>
            </a:lvl6pPr>
            <a:lvl7pPr algn="l">
              <a:defRPr sz="3300" b="1">
                <a:solidFill>
                  <a:srgbClr val="B27D10"/>
                </a:solidFill>
                <a:latin typeface="Arial"/>
                <a:ea typeface="Arial"/>
                <a:cs typeface="Arial"/>
              </a:defRPr>
            </a:lvl7pPr>
            <a:lvl8pPr algn="l">
              <a:defRPr sz="3300" b="1">
                <a:solidFill>
                  <a:srgbClr val="B27D10"/>
                </a:solidFill>
                <a:latin typeface="Arial"/>
                <a:ea typeface="Arial"/>
                <a:cs typeface="Arial"/>
              </a:defRPr>
            </a:lvl8pPr>
            <a:lvl9pPr algn="l">
              <a:defRPr sz="3300" b="1">
                <a:solidFill>
                  <a:srgbClr val="B27D10"/>
                </a:solidFill>
                <a:latin typeface="Arial"/>
                <a:ea typeface="Arial"/>
                <a:cs typeface="Arial"/>
              </a:defRPr>
            </a:lvl9pPr>
          </a:lstStyle>
          <a:p xmlns:a="http://schemas.openxmlformats.org/drawingml/2006/main">
            <a:pPr algn="l">
              <a:defRPr sz="3300" b="1">
                <a:solidFill>
                  <a:srgbClr val="B27D10"/>
                </a:solidFill>
                <a:latin typeface="Arial"/>
                <a:ea typeface="Arial"/>
                <a:cs typeface="Arial"/>
              </a:defRPr>
            </a:pPr>
            <a:r>
              <a:rPr sz="3300" b="1">
                <a:solidFill>
                  <a:srgbClr val="B27D10"/>
                </a:solidFill>
                <a:latin typeface="Arial"/>
                <a:ea typeface="Arial"/>
                <a:cs typeface="Arial"/>
              </a:rPr>
              <a:t>A1 + A2</a:t>
            </a:r>
          </a:p>
        </p:txBody>
      </p:sp>
      <p:sp>
        <p:nvSpPr>
          <p:cNvPr id="4" name="text-3">
            <a:extLst xmlns:a="http://schemas.openxmlformats.org/drawingml/2006/main">
              <a:ext uri="{FF2B5EF4-FFF2-40B4-BE49-F238E27FC236}">
                <a16:creationId xmlns:a16="http://schemas.microsoft.com/office/drawing/2014/main" id="{2BD3FF8E-B202-44D2-8D25-EBD72D567D39}"/>
              </a:ext>
            </a:extLst>
          </p:cNvPr>
          <p:cNvSpPr>
            <a:spLocks xmlns:a="http://schemas.openxmlformats.org/drawingml/2006/main" noGrp="1"/>
          </p:cNvSpPr>
          <p:nvPr/>
        </p:nvSpPr>
        <p:spPr>
          <a:xfrm xmlns:a="http://schemas.openxmlformats.org/drawingml/2006/main">
            <a:off x="3562350" y="1762125"/>
            <a:ext cx="80200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0B2F38"/>
                </a:solidFill>
                <a:latin typeface="Arial"/>
                <a:ea typeface="Arial"/>
                <a:cs typeface="Arial"/>
              </a:defRPr>
            </a:defPPr>
            <a:lvl1pPr algn="l">
              <a:defRPr sz="2550" b="1">
                <a:solidFill>
                  <a:srgbClr val="0B2F38"/>
                </a:solidFill>
                <a:latin typeface="Arial"/>
                <a:ea typeface="Arial"/>
                <a:cs typeface="Arial"/>
              </a:defRPr>
            </a:lvl1pPr>
            <a:lvl2pPr algn="l">
              <a:defRPr sz="2550" b="1">
                <a:solidFill>
                  <a:srgbClr val="0B2F38"/>
                </a:solidFill>
                <a:latin typeface="Arial"/>
                <a:ea typeface="Arial"/>
                <a:cs typeface="Arial"/>
              </a:defRPr>
            </a:lvl2pPr>
            <a:lvl3pPr algn="l">
              <a:defRPr sz="2550" b="1">
                <a:solidFill>
                  <a:srgbClr val="0B2F38"/>
                </a:solidFill>
                <a:latin typeface="Arial"/>
                <a:ea typeface="Arial"/>
                <a:cs typeface="Arial"/>
              </a:defRPr>
            </a:lvl3pPr>
            <a:lvl4pPr algn="l">
              <a:defRPr sz="2550" b="1">
                <a:solidFill>
                  <a:srgbClr val="0B2F38"/>
                </a:solidFill>
                <a:latin typeface="Arial"/>
                <a:ea typeface="Arial"/>
                <a:cs typeface="Arial"/>
              </a:defRPr>
            </a:lvl4pPr>
            <a:lvl5pPr algn="l">
              <a:defRPr sz="2550" b="1">
                <a:solidFill>
                  <a:srgbClr val="0B2F38"/>
                </a:solidFill>
                <a:latin typeface="Arial"/>
                <a:ea typeface="Arial"/>
                <a:cs typeface="Arial"/>
              </a:defRPr>
            </a:lvl5pPr>
            <a:lvl6pPr algn="l">
              <a:defRPr sz="2550" b="1">
                <a:solidFill>
                  <a:srgbClr val="0B2F38"/>
                </a:solidFill>
                <a:latin typeface="Arial"/>
                <a:ea typeface="Arial"/>
                <a:cs typeface="Arial"/>
              </a:defRPr>
            </a:lvl6pPr>
            <a:lvl7pPr algn="l">
              <a:defRPr sz="2550" b="1">
                <a:solidFill>
                  <a:srgbClr val="0B2F38"/>
                </a:solidFill>
                <a:latin typeface="Arial"/>
                <a:ea typeface="Arial"/>
                <a:cs typeface="Arial"/>
              </a:defRPr>
            </a:lvl7pPr>
            <a:lvl8pPr algn="l">
              <a:defRPr sz="2550" b="1">
                <a:solidFill>
                  <a:srgbClr val="0B2F38"/>
                </a:solidFill>
                <a:latin typeface="Arial"/>
                <a:ea typeface="Arial"/>
                <a:cs typeface="Arial"/>
              </a:defRPr>
            </a:lvl8pPr>
            <a:lvl9pPr algn="l">
              <a:defRPr sz="2550" b="1">
                <a:solidFill>
                  <a:srgbClr val="0B2F38"/>
                </a:solidFill>
                <a:latin typeface="Arial"/>
                <a:ea typeface="Arial"/>
                <a:cs typeface="Arial"/>
              </a:defRPr>
            </a:lvl9pPr>
          </a:lstStyle>
          <a:p xmlns:a="http://schemas.openxmlformats.org/drawingml/2006/main">
            <a:pPr algn="l">
              <a:defRPr sz="2550" b="1">
                <a:solidFill>
                  <a:srgbClr val="0B2F38"/>
                </a:solidFill>
                <a:latin typeface="Arial"/>
                <a:ea typeface="Arial"/>
                <a:cs typeface="Arial"/>
              </a:defRPr>
            </a:pPr>
            <a:r>
              <a:rPr sz="2550" b="1">
                <a:solidFill>
                  <a:srgbClr val="0B2F38"/>
                </a:solidFill>
                <a:latin typeface="Arial"/>
                <a:ea typeface="Arial"/>
                <a:cs typeface="Arial"/>
              </a:rPr>
              <a:t>Verkehrszeichenerkennung</a:t>
            </a:r>
          </a:p>
        </p:txBody>
      </p:sp>
      <p:sp>
        <p:nvSpPr>
          <p:cNvPr id="5" name="text-4">
            <a:extLst xmlns:a="http://schemas.openxmlformats.org/drawingml/2006/main">
              <a:ext uri="{FF2B5EF4-FFF2-40B4-BE49-F238E27FC236}">
                <a16:creationId xmlns:a16="http://schemas.microsoft.com/office/drawing/2014/main" id="{A0B303FD-CEB1-48BD-8C26-AC144D97F64C}"/>
              </a:ext>
            </a:extLst>
          </p:cNvPr>
          <p:cNvSpPr>
            <a:spLocks xmlns:a="http://schemas.openxmlformats.org/drawingml/2006/main" noGrp="1"/>
          </p:cNvSpPr>
          <p:nvPr/>
        </p:nvSpPr>
        <p:spPr>
          <a:xfrm xmlns:a="http://schemas.openxmlformats.org/drawingml/2006/main">
            <a:off x="3562350" y="2505075"/>
            <a:ext cx="80200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0646A"/>
                </a:solidFill>
                <a:latin typeface="Arial"/>
                <a:ea typeface="Arial"/>
                <a:cs typeface="Arial"/>
              </a:defRPr>
            </a:defPPr>
            <a:lvl1pPr algn="l">
              <a:defRPr sz="2100" b="0">
                <a:solidFill>
                  <a:srgbClr val="50646A"/>
                </a:solidFill>
                <a:latin typeface="Arial"/>
                <a:ea typeface="Arial"/>
                <a:cs typeface="Arial"/>
              </a:defRPr>
            </a:lvl1pPr>
            <a:lvl2pPr algn="l">
              <a:defRPr sz="2100" b="0">
                <a:solidFill>
                  <a:srgbClr val="50646A"/>
                </a:solidFill>
                <a:latin typeface="Arial"/>
                <a:ea typeface="Arial"/>
                <a:cs typeface="Arial"/>
              </a:defRPr>
            </a:lvl2pPr>
            <a:lvl3pPr algn="l">
              <a:defRPr sz="2100" b="0">
                <a:solidFill>
                  <a:srgbClr val="50646A"/>
                </a:solidFill>
                <a:latin typeface="Arial"/>
                <a:ea typeface="Arial"/>
                <a:cs typeface="Arial"/>
              </a:defRPr>
            </a:lvl3pPr>
            <a:lvl4pPr algn="l">
              <a:defRPr sz="2100" b="0">
                <a:solidFill>
                  <a:srgbClr val="50646A"/>
                </a:solidFill>
                <a:latin typeface="Arial"/>
                <a:ea typeface="Arial"/>
                <a:cs typeface="Arial"/>
              </a:defRPr>
            </a:lvl4pPr>
            <a:lvl5pPr algn="l">
              <a:defRPr sz="2100" b="0">
                <a:solidFill>
                  <a:srgbClr val="50646A"/>
                </a:solidFill>
                <a:latin typeface="Arial"/>
                <a:ea typeface="Arial"/>
                <a:cs typeface="Arial"/>
              </a:defRPr>
            </a:lvl5pPr>
            <a:lvl6pPr algn="l">
              <a:defRPr sz="2100" b="0">
                <a:solidFill>
                  <a:srgbClr val="50646A"/>
                </a:solidFill>
                <a:latin typeface="Arial"/>
                <a:ea typeface="Arial"/>
                <a:cs typeface="Arial"/>
              </a:defRPr>
            </a:lvl6pPr>
            <a:lvl7pPr algn="l">
              <a:defRPr sz="2100" b="0">
                <a:solidFill>
                  <a:srgbClr val="50646A"/>
                </a:solidFill>
                <a:latin typeface="Arial"/>
                <a:ea typeface="Arial"/>
                <a:cs typeface="Arial"/>
              </a:defRPr>
            </a:lvl7pPr>
            <a:lvl8pPr algn="l">
              <a:defRPr sz="2100" b="0">
                <a:solidFill>
                  <a:srgbClr val="50646A"/>
                </a:solidFill>
                <a:latin typeface="Arial"/>
                <a:ea typeface="Arial"/>
                <a:cs typeface="Arial"/>
              </a:defRPr>
            </a:lvl8pPr>
            <a:lvl9pPr algn="l">
              <a:defRPr sz="2100" b="0">
                <a:solidFill>
                  <a:srgbClr val="50646A"/>
                </a:solidFill>
                <a:latin typeface="Arial"/>
                <a:ea typeface="Arial"/>
                <a:cs typeface="Arial"/>
              </a:defRPr>
            </a:lvl9pPr>
          </a:lstStyle>
          <a:p xmlns:a="http://schemas.openxmlformats.org/drawingml/2006/main">
            <a:pPr algn="l">
              <a:defRPr sz="2100" b="0">
                <a:solidFill>
                  <a:srgbClr val="50646A"/>
                </a:solidFill>
                <a:latin typeface="Arial"/>
                <a:ea typeface="Arial"/>
                <a:cs typeface="Arial"/>
              </a:defRPr>
            </a:pPr>
            <a:r>
              <a:rPr sz="2100" b="0">
                <a:solidFill>
                  <a:srgbClr val="50646A"/>
                </a:solidFill>
                <a:latin typeface="Arial"/>
                <a:ea typeface="Arial"/>
                <a:cs typeface="Arial"/>
              </a:rPr>
              <a:t>Ortseingang DE:310 und Ortsausgang DE:311</a:t>
            </a:r>
          </a:p>
        </p:txBody>
      </p:sp>
      <p:sp>
        <p:nvSpPr>
          <p:cNvPr id="6" name="text-5">
            <a:extLst xmlns:a="http://schemas.openxmlformats.org/drawingml/2006/main">
              <a:ext uri="{FF2B5EF4-FFF2-40B4-BE49-F238E27FC236}">
                <a16:creationId xmlns:a16="http://schemas.microsoft.com/office/drawing/2014/main" id="{532C851D-176C-4799-AB1A-12E7737FF9B9}"/>
              </a:ext>
            </a:extLst>
          </p:cNvPr>
          <p:cNvSpPr>
            <a:spLocks xmlns:a="http://schemas.openxmlformats.org/drawingml/2006/main" noGrp="1"/>
          </p:cNvSpPr>
          <p:nvPr/>
        </p:nvSpPr>
        <p:spPr>
          <a:xfrm xmlns:a="http://schemas.openxmlformats.org/drawingml/2006/main">
            <a:off x="609600" y="3581400"/>
            <a:ext cx="2476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B27D10"/>
                </a:solidFill>
                <a:latin typeface="Arial"/>
                <a:ea typeface="Arial"/>
                <a:cs typeface="Arial"/>
              </a:defRPr>
            </a:defPPr>
            <a:lvl1pPr algn="l">
              <a:defRPr sz="3300" b="1">
                <a:solidFill>
                  <a:srgbClr val="B27D10"/>
                </a:solidFill>
                <a:latin typeface="Arial"/>
                <a:ea typeface="Arial"/>
                <a:cs typeface="Arial"/>
              </a:defRPr>
            </a:lvl1pPr>
            <a:lvl2pPr algn="l">
              <a:defRPr sz="3300" b="1">
                <a:solidFill>
                  <a:srgbClr val="B27D10"/>
                </a:solidFill>
                <a:latin typeface="Arial"/>
                <a:ea typeface="Arial"/>
                <a:cs typeface="Arial"/>
              </a:defRPr>
            </a:lvl2pPr>
            <a:lvl3pPr algn="l">
              <a:defRPr sz="3300" b="1">
                <a:solidFill>
                  <a:srgbClr val="B27D10"/>
                </a:solidFill>
                <a:latin typeface="Arial"/>
                <a:ea typeface="Arial"/>
                <a:cs typeface="Arial"/>
              </a:defRPr>
            </a:lvl3pPr>
            <a:lvl4pPr algn="l">
              <a:defRPr sz="3300" b="1">
                <a:solidFill>
                  <a:srgbClr val="B27D10"/>
                </a:solidFill>
                <a:latin typeface="Arial"/>
                <a:ea typeface="Arial"/>
                <a:cs typeface="Arial"/>
              </a:defRPr>
            </a:lvl4pPr>
            <a:lvl5pPr algn="l">
              <a:defRPr sz="3300" b="1">
                <a:solidFill>
                  <a:srgbClr val="B27D10"/>
                </a:solidFill>
                <a:latin typeface="Arial"/>
                <a:ea typeface="Arial"/>
                <a:cs typeface="Arial"/>
              </a:defRPr>
            </a:lvl5pPr>
            <a:lvl6pPr algn="l">
              <a:defRPr sz="3300" b="1">
                <a:solidFill>
                  <a:srgbClr val="B27D10"/>
                </a:solidFill>
                <a:latin typeface="Arial"/>
                <a:ea typeface="Arial"/>
                <a:cs typeface="Arial"/>
              </a:defRPr>
            </a:lvl6pPr>
            <a:lvl7pPr algn="l">
              <a:defRPr sz="3300" b="1">
                <a:solidFill>
                  <a:srgbClr val="B27D10"/>
                </a:solidFill>
                <a:latin typeface="Arial"/>
                <a:ea typeface="Arial"/>
                <a:cs typeface="Arial"/>
              </a:defRPr>
            </a:lvl7pPr>
            <a:lvl8pPr algn="l">
              <a:defRPr sz="3300" b="1">
                <a:solidFill>
                  <a:srgbClr val="B27D10"/>
                </a:solidFill>
                <a:latin typeface="Arial"/>
                <a:ea typeface="Arial"/>
                <a:cs typeface="Arial"/>
              </a:defRPr>
            </a:lvl8pPr>
            <a:lvl9pPr algn="l">
              <a:defRPr sz="3300" b="1">
                <a:solidFill>
                  <a:srgbClr val="B27D10"/>
                </a:solidFill>
                <a:latin typeface="Arial"/>
                <a:ea typeface="Arial"/>
                <a:cs typeface="Arial"/>
              </a:defRPr>
            </a:lvl9pPr>
          </a:lstStyle>
          <a:p xmlns:a="http://schemas.openxmlformats.org/drawingml/2006/main">
            <a:pPr algn="l">
              <a:defRPr sz="3300" b="1">
                <a:solidFill>
                  <a:srgbClr val="B27D10"/>
                </a:solidFill>
                <a:latin typeface="Arial"/>
                <a:ea typeface="Arial"/>
                <a:cs typeface="Arial"/>
              </a:defRPr>
            </a:pPr>
            <a:r>
              <a:rPr sz="3300" b="1">
                <a:solidFill>
                  <a:srgbClr val="B27D10"/>
                </a:solidFill>
                <a:latin typeface="Arial"/>
                <a:ea typeface="Arial"/>
                <a:cs typeface="Arial"/>
              </a:rPr>
              <a:t>B1 + B2</a:t>
            </a:r>
          </a:p>
        </p:txBody>
      </p:sp>
      <p:sp>
        <p:nvSpPr>
          <p:cNvPr id="7" name="text-6">
            <a:extLst xmlns:a="http://schemas.openxmlformats.org/drawingml/2006/main">
              <a:ext uri="{FF2B5EF4-FFF2-40B4-BE49-F238E27FC236}">
                <a16:creationId xmlns:a16="http://schemas.microsoft.com/office/drawing/2014/main" id="{C28CAF7D-8365-469B-8958-A488080D6E58}"/>
              </a:ext>
            </a:extLst>
          </p:cNvPr>
          <p:cNvSpPr>
            <a:spLocks xmlns:a="http://schemas.openxmlformats.org/drawingml/2006/main" noGrp="1"/>
          </p:cNvSpPr>
          <p:nvPr/>
        </p:nvSpPr>
        <p:spPr>
          <a:xfrm xmlns:a="http://schemas.openxmlformats.org/drawingml/2006/main">
            <a:off x="3562350" y="3581400"/>
            <a:ext cx="80200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0B2F38"/>
                </a:solidFill>
                <a:latin typeface="Arial"/>
                <a:ea typeface="Arial"/>
                <a:cs typeface="Arial"/>
              </a:defRPr>
            </a:defPPr>
            <a:lvl1pPr algn="l">
              <a:defRPr sz="2550" b="1">
                <a:solidFill>
                  <a:srgbClr val="0B2F38"/>
                </a:solidFill>
                <a:latin typeface="Arial"/>
                <a:ea typeface="Arial"/>
                <a:cs typeface="Arial"/>
              </a:defRPr>
            </a:lvl1pPr>
            <a:lvl2pPr algn="l">
              <a:defRPr sz="2550" b="1">
                <a:solidFill>
                  <a:srgbClr val="0B2F38"/>
                </a:solidFill>
                <a:latin typeface="Arial"/>
                <a:ea typeface="Arial"/>
                <a:cs typeface="Arial"/>
              </a:defRPr>
            </a:lvl2pPr>
            <a:lvl3pPr algn="l">
              <a:defRPr sz="2550" b="1">
                <a:solidFill>
                  <a:srgbClr val="0B2F38"/>
                </a:solidFill>
                <a:latin typeface="Arial"/>
                <a:ea typeface="Arial"/>
                <a:cs typeface="Arial"/>
              </a:defRPr>
            </a:lvl3pPr>
            <a:lvl4pPr algn="l">
              <a:defRPr sz="2550" b="1">
                <a:solidFill>
                  <a:srgbClr val="0B2F38"/>
                </a:solidFill>
                <a:latin typeface="Arial"/>
                <a:ea typeface="Arial"/>
                <a:cs typeface="Arial"/>
              </a:defRPr>
            </a:lvl4pPr>
            <a:lvl5pPr algn="l">
              <a:defRPr sz="2550" b="1">
                <a:solidFill>
                  <a:srgbClr val="0B2F38"/>
                </a:solidFill>
                <a:latin typeface="Arial"/>
                <a:ea typeface="Arial"/>
                <a:cs typeface="Arial"/>
              </a:defRPr>
            </a:lvl5pPr>
            <a:lvl6pPr algn="l">
              <a:defRPr sz="2550" b="1">
                <a:solidFill>
                  <a:srgbClr val="0B2F38"/>
                </a:solidFill>
                <a:latin typeface="Arial"/>
                <a:ea typeface="Arial"/>
                <a:cs typeface="Arial"/>
              </a:defRPr>
            </a:lvl6pPr>
            <a:lvl7pPr algn="l">
              <a:defRPr sz="2550" b="1">
                <a:solidFill>
                  <a:srgbClr val="0B2F38"/>
                </a:solidFill>
                <a:latin typeface="Arial"/>
                <a:ea typeface="Arial"/>
                <a:cs typeface="Arial"/>
              </a:defRPr>
            </a:lvl7pPr>
            <a:lvl8pPr algn="l">
              <a:defRPr sz="2550" b="1">
                <a:solidFill>
                  <a:srgbClr val="0B2F38"/>
                </a:solidFill>
                <a:latin typeface="Arial"/>
                <a:ea typeface="Arial"/>
                <a:cs typeface="Arial"/>
              </a:defRPr>
            </a:lvl8pPr>
            <a:lvl9pPr algn="l">
              <a:defRPr sz="2550" b="1">
                <a:solidFill>
                  <a:srgbClr val="0B2F38"/>
                </a:solidFill>
                <a:latin typeface="Arial"/>
                <a:ea typeface="Arial"/>
                <a:cs typeface="Arial"/>
              </a:defRPr>
            </a:lvl9pPr>
          </a:lstStyle>
          <a:p xmlns:a="http://schemas.openxmlformats.org/drawingml/2006/main">
            <a:pPr algn="l">
              <a:defRPr sz="2550" b="1">
                <a:solidFill>
                  <a:srgbClr val="0B2F38"/>
                </a:solidFill>
                <a:latin typeface="Arial"/>
                <a:ea typeface="Arial"/>
                <a:cs typeface="Arial"/>
              </a:defRPr>
            </a:pPr>
            <a:r>
              <a:rPr sz="2550" b="1">
                <a:solidFill>
                  <a:srgbClr val="0B2F38"/>
                </a:solidFill>
                <a:latin typeface="Arial"/>
                <a:ea typeface="Arial"/>
                <a:cs typeface="Arial"/>
              </a:rPr>
              <a:t>Spurerkennung</a:t>
            </a:r>
          </a:p>
        </p:txBody>
      </p:sp>
      <p:sp>
        <p:nvSpPr>
          <p:cNvPr id="8" name="text-7">
            <a:extLst xmlns:a="http://schemas.openxmlformats.org/drawingml/2006/main">
              <a:ext uri="{FF2B5EF4-FFF2-40B4-BE49-F238E27FC236}">
                <a16:creationId xmlns:a16="http://schemas.microsoft.com/office/drawing/2014/main" id="{A15D9BE5-34BC-4950-BFA4-86F7B37D46F0}"/>
              </a:ext>
            </a:extLst>
          </p:cNvPr>
          <p:cNvSpPr>
            <a:spLocks xmlns:a="http://schemas.openxmlformats.org/drawingml/2006/main" noGrp="1"/>
          </p:cNvSpPr>
          <p:nvPr/>
        </p:nvSpPr>
        <p:spPr>
          <a:xfrm xmlns:a="http://schemas.openxmlformats.org/drawingml/2006/main">
            <a:off x="3562350" y="4324350"/>
            <a:ext cx="80200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0646A"/>
                </a:solidFill>
                <a:latin typeface="Arial"/>
                <a:ea typeface="Arial"/>
                <a:cs typeface="Arial"/>
              </a:defRPr>
            </a:defPPr>
            <a:lvl1pPr algn="l">
              <a:defRPr sz="2100" b="0">
                <a:solidFill>
                  <a:srgbClr val="50646A"/>
                </a:solidFill>
                <a:latin typeface="Arial"/>
                <a:ea typeface="Arial"/>
                <a:cs typeface="Arial"/>
              </a:defRPr>
            </a:lvl1pPr>
            <a:lvl2pPr algn="l">
              <a:defRPr sz="2100" b="0">
                <a:solidFill>
                  <a:srgbClr val="50646A"/>
                </a:solidFill>
                <a:latin typeface="Arial"/>
                <a:ea typeface="Arial"/>
                <a:cs typeface="Arial"/>
              </a:defRPr>
            </a:lvl2pPr>
            <a:lvl3pPr algn="l">
              <a:defRPr sz="2100" b="0">
                <a:solidFill>
                  <a:srgbClr val="50646A"/>
                </a:solidFill>
                <a:latin typeface="Arial"/>
                <a:ea typeface="Arial"/>
                <a:cs typeface="Arial"/>
              </a:defRPr>
            </a:lvl3pPr>
            <a:lvl4pPr algn="l">
              <a:defRPr sz="2100" b="0">
                <a:solidFill>
                  <a:srgbClr val="50646A"/>
                </a:solidFill>
                <a:latin typeface="Arial"/>
                <a:ea typeface="Arial"/>
                <a:cs typeface="Arial"/>
              </a:defRPr>
            </a:lvl4pPr>
            <a:lvl5pPr algn="l">
              <a:defRPr sz="2100" b="0">
                <a:solidFill>
                  <a:srgbClr val="50646A"/>
                </a:solidFill>
                <a:latin typeface="Arial"/>
                <a:ea typeface="Arial"/>
                <a:cs typeface="Arial"/>
              </a:defRPr>
            </a:lvl5pPr>
            <a:lvl6pPr algn="l">
              <a:defRPr sz="2100" b="0">
                <a:solidFill>
                  <a:srgbClr val="50646A"/>
                </a:solidFill>
                <a:latin typeface="Arial"/>
                <a:ea typeface="Arial"/>
                <a:cs typeface="Arial"/>
              </a:defRPr>
            </a:lvl6pPr>
            <a:lvl7pPr algn="l">
              <a:defRPr sz="2100" b="0">
                <a:solidFill>
                  <a:srgbClr val="50646A"/>
                </a:solidFill>
                <a:latin typeface="Arial"/>
                <a:ea typeface="Arial"/>
                <a:cs typeface="Arial"/>
              </a:defRPr>
            </a:lvl7pPr>
            <a:lvl8pPr algn="l">
              <a:defRPr sz="2100" b="0">
                <a:solidFill>
                  <a:srgbClr val="50646A"/>
                </a:solidFill>
                <a:latin typeface="Arial"/>
                <a:ea typeface="Arial"/>
                <a:cs typeface="Arial"/>
              </a:defRPr>
            </a:lvl8pPr>
            <a:lvl9pPr algn="l">
              <a:defRPr sz="2100" b="0">
                <a:solidFill>
                  <a:srgbClr val="50646A"/>
                </a:solidFill>
                <a:latin typeface="Arial"/>
                <a:ea typeface="Arial"/>
                <a:cs typeface="Arial"/>
              </a:defRPr>
            </a:lvl9pPr>
          </a:lstStyle>
          <a:p xmlns:a="http://schemas.openxmlformats.org/drawingml/2006/main">
            <a:pPr algn="l">
              <a:defRPr sz="2100" b="0">
                <a:solidFill>
                  <a:srgbClr val="50646A"/>
                </a:solidFill>
                <a:latin typeface="Arial"/>
                <a:ea typeface="Arial"/>
                <a:cs typeface="Arial"/>
              </a:defRPr>
            </a:pPr>
            <a:r>
              <a:rPr sz="2100" b="0">
                <a:solidFill>
                  <a:srgbClr val="50646A"/>
                </a:solidFill>
                <a:latin typeface="Arial"/>
                <a:ea typeface="Arial"/>
                <a:cs typeface="Arial"/>
              </a:rPr>
              <a:t>Menschliche Spur-Labels und gelernte Modelle</a:t>
            </a:r>
          </a:p>
        </p:txBody>
      </p:sp>
      <p:sp>
        <p:nvSpPr>
          <p:cNvPr id="9" name="text-8">
            <a:extLst xmlns:a="http://schemas.openxmlformats.org/drawingml/2006/main">
              <a:ext uri="{FF2B5EF4-FFF2-40B4-BE49-F238E27FC236}">
                <a16:creationId xmlns:a16="http://schemas.microsoft.com/office/drawing/2014/main" id="{9E81B3B7-A801-4A1C-A398-0F026E3839E0}"/>
              </a:ext>
            </a:extLst>
          </p:cNvPr>
          <p:cNvSpPr>
            <a:spLocks xmlns:a="http://schemas.openxmlformats.org/drawingml/2006/main" noGrp="1"/>
          </p:cNvSpPr>
          <p:nvPr/>
        </p:nvSpPr>
        <p:spPr>
          <a:xfrm xmlns:a="http://schemas.openxmlformats.org/drawingml/2006/main">
            <a:off x="609600" y="600075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0646A"/>
                </a:solidFill>
                <a:latin typeface="Arial"/>
                <a:ea typeface="Arial"/>
                <a:cs typeface="Arial"/>
              </a:defRPr>
            </a:defPPr>
            <a:lvl1pPr algn="l">
              <a:defRPr sz="1575" b="0">
                <a:solidFill>
                  <a:srgbClr val="50646A"/>
                </a:solidFill>
                <a:latin typeface="Arial"/>
                <a:ea typeface="Arial"/>
                <a:cs typeface="Arial"/>
              </a:defRPr>
            </a:lvl1pPr>
            <a:lvl2pPr algn="l">
              <a:defRPr sz="1575" b="0">
                <a:solidFill>
                  <a:srgbClr val="50646A"/>
                </a:solidFill>
                <a:latin typeface="Arial"/>
                <a:ea typeface="Arial"/>
                <a:cs typeface="Arial"/>
              </a:defRPr>
            </a:lvl2pPr>
            <a:lvl3pPr algn="l">
              <a:defRPr sz="1575" b="0">
                <a:solidFill>
                  <a:srgbClr val="50646A"/>
                </a:solidFill>
                <a:latin typeface="Arial"/>
                <a:ea typeface="Arial"/>
                <a:cs typeface="Arial"/>
              </a:defRPr>
            </a:lvl3pPr>
            <a:lvl4pPr algn="l">
              <a:defRPr sz="1575" b="0">
                <a:solidFill>
                  <a:srgbClr val="50646A"/>
                </a:solidFill>
                <a:latin typeface="Arial"/>
                <a:ea typeface="Arial"/>
                <a:cs typeface="Arial"/>
              </a:defRPr>
            </a:lvl4pPr>
            <a:lvl5pPr algn="l">
              <a:defRPr sz="1575" b="0">
                <a:solidFill>
                  <a:srgbClr val="50646A"/>
                </a:solidFill>
                <a:latin typeface="Arial"/>
                <a:ea typeface="Arial"/>
                <a:cs typeface="Arial"/>
              </a:defRPr>
            </a:lvl5pPr>
            <a:lvl6pPr algn="l">
              <a:defRPr sz="1575" b="0">
                <a:solidFill>
                  <a:srgbClr val="50646A"/>
                </a:solidFill>
                <a:latin typeface="Arial"/>
                <a:ea typeface="Arial"/>
                <a:cs typeface="Arial"/>
              </a:defRPr>
            </a:lvl6pPr>
            <a:lvl7pPr algn="l">
              <a:defRPr sz="1575" b="0">
                <a:solidFill>
                  <a:srgbClr val="50646A"/>
                </a:solidFill>
                <a:latin typeface="Arial"/>
                <a:ea typeface="Arial"/>
                <a:cs typeface="Arial"/>
              </a:defRPr>
            </a:lvl7pPr>
            <a:lvl8pPr algn="l">
              <a:defRPr sz="1575" b="0">
                <a:solidFill>
                  <a:srgbClr val="50646A"/>
                </a:solidFill>
                <a:latin typeface="Arial"/>
                <a:ea typeface="Arial"/>
                <a:cs typeface="Arial"/>
              </a:defRPr>
            </a:lvl8pPr>
            <a:lvl9pPr algn="l">
              <a:defRPr sz="1575" b="0">
                <a:solidFill>
                  <a:srgbClr val="50646A"/>
                </a:solidFill>
                <a:latin typeface="Arial"/>
                <a:ea typeface="Arial"/>
                <a:cs typeface="Arial"/>
              </a:defRPr>
            </a:lvl9pPr>
          </a:lstStyle>
          <a:p xmlns:a="http://schemas.openxmlformats.org/drawingml/2006/main">
            <a:pPr algn="l">
              <a:defRPr sz="1575" b="0">
                <a:solidFill>
                  <a:srgbClr val="50646A"/>
                </a:solidFill>
                <a:latin typeface="Arial"/>
                <a:ea typeface="Arial"/>
                <a:cs typeface="Arial"/>
              </a:defRPr>
            </a:pPr>
            <a:r>
              <a:rPr sz="1575" b="0">
                <a:solidFill>
                  <a:srgbClr val="50646A"/>
                </a:solidFill>
                <a:latin typeface="Arial"/>
                <a:ea typeface="Arial"/>
                <a:cs typeface="Arial"/>
              </a:rPr>
              <a:t>Gemeinsame Label-Regeln und Testbedingungen; pro Team eigene Forks und Experimente</a:t>
            </a:r>
          </a:p>
        </p:txBody>
      </p:sp>
    </p:spTree>
    <p:extLst>
      <p:ext uri="{BB962C8B-B14F-4D97-AF65-F5344CB8AC3E}">
        <p14:creationId xmlns:p14="http://schemas.microsoft.com/office/powerpoint/2010/main" val="446114762"/>
      </p:ext>
    </p:extLst>
  </p:cSld>
</p:sld>
</file>

<file path=ppt/slides/slide37.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cxnSp>
        <p:nvCxnSpPr>
          <p:cNvPr id="13" name="">
            <a:extLst xmlns:a="http://schemas.openxmlformats.org/drawingml/2006/main">
              <a:ext uri="{FF2B5EF4-FFF2-40B4-BE49-F238E27FC236}">
                <a16:creationId xmlns:a16="http://schemas.microsoft.com/office/drawing/2014/main" id="{A63BB5E8-108D-4076-9F00-748DA4E63403}"/>
              </a:ext>
            </a:extLst>
          </p:cNvPr>
          <p:cNvCxnSpPr>
            <a:stCxn xmlns:a="http://schemas.openxmlformats.org/drawingml/2006/main" id="6" idx="3"/>
            <a:endCxn xmlns:a="http://schemas.openxmlformats.org/drawingml/2006/main" id="7" idx="1"/>
          </p:cNvCxnSpPr>
          <p:nvPr/>
        </p:nvCxnSpPr>
        <p:spPr>
          <a:xfrm xmlns:a="http://schemas.openxmlformats.org/drawingml/2006/main" flipV="1">
            <a:off x="7620000" y="3457575"/>
            <a:ext cx="1047750" cy="1428750"/>
          </a:xfrm>
          <a:prstGeom xmlns:a="http://schemas.openxmlformats.org/drawingml/2006/main" prst="straightConnector1">
            <a:avLst/>
          </a:prstGeom>
          <a:ln xmlns:a="http://schemas.openxmlformats.org/drawingml/2006/main" w="19050">
            <a:solidFill>
              <a:srgbClr val="50646A"/>
            </a:solidFill>
            <a:tailEnd type="triangle" w="med" len="med"/>
          </a:ln>
        </p:spPr>
      </p:cxnSp>
      <p:cxnSp>
        <p:nvCxnSpPr>
          <p:cNvPr id="12" name="">
            <a:extLst xmlns:a="http://schemas.openxmlformats.org/drawingml/2006/main">
              <a:ext uri="{FF2B5EF4-FFF2-40B4-BE49-F238E27FC236}">
                <a16:creationId xmlns:a16="http://schemas.microsoft.com/office/drawing/2014/main" id="{19978A67-0CF8-4947-A22C-9DA9233FA4A0}"/>
              </a:ext>
            </a:extLst>
          </p:cNvPr>
          <p:cNvCxnSpPr>
            <a:stCxn xmlns:a="http://schemas.openxmlformats.org/drawingml/2006/main" id="5" idx="3"/>
            <a:endCxn xmlns:a="http://schemas.openxmlformats.org/drawingml/2006/main" id="7" idx="1"/>
          </p:cNvCxnSpPr>
          <p:nvPr/>
        </p:nvCxnSpPr>
        <p:spPr>
          <a:xfrm xmlns:a="http://schemas.openxmlformats.org/drawingml/2006/main">
            <a:off x="7620000" y="3457575"/>
            <a:ext cx="1047750" cy="0"/>
          </a:xfrm>
          <a:prstGeom xmlns:a="http://schemas.openxmlformats.org/drawingml/2006/main" prst="straightConnector1">
            <a:avLst/>
          </a:prstGeom>
          <a:ln xmlns:a="http://schemas.openxmlformats.org/drawingml/2006/main" w="19050">
            <a:solidFill>
              <a:srgbClr val="50646A"/>
            </a:solidFill>
            <a:tailEnd type="triangle" w="med" len="med"/>
          </a:ln>
        </p:spPr>
      </p:cxnSp>
      <p:cxnSp>
        <p:nvCxnSpPr>
          <p:cNvPr id="11" name="">
            <a:extLst xmlns:a="http://schemas.openxmlformats.org/drawingml/2006/main">
              <a:ext uri="{FF2B5EF4-FFF2-40B4-BE49-F238E27FC236}">
                <a16:creationId xmlns:a16="http://schemas.microsoft.com/office/drawing/2014/main" id="{A4FC66BE-10E6-4F5C-928E-D8390D5998A9}"/>
              </a:ext>
            </a:extLst>
          </p:cNvPr>
          <p:cNvCxnSpPr>
            <a:stCxn xmlns:a="http://schemas.openxmlformats.org/drawingml/2006/main" id="4" idx="3"/>
            <a:endCxn xmlns:a="http://schemas.openxmlformats.org/drawingml/2006/main" id="7" idx="1"/>
          </p:cNvCxnSpPr>
          <p:nvPr/>
        </p:nvCxnSpPr>
        <p:spPr>
          <a:xfrm xmlns:a="http://schemas.openxmlformats.org/drawingml/2006/main">
            <a:off x="7620000" y="2028825"/>
            <a:ext cx="1047750" cy="1428750"/>
          </a:xfrm>
          <a:prstGeom xmlns:a="http://schemas.openxmlformats.org/drawingml/2006/main" prst="straightConnector1">
            <a:avLst/>
          </a:prstGeom>
          <a:ln xmlns:a="http://schemas.openxmlformats.org/drawingml/2006/main" w="19050">
            <a:solidFill>
              <a:srgbClr val="50646A"/>
            </a:solidFill>
            <a:tailEnd type="triangle" w="med" len="med"/>
          </a:ln>
        </p:spPr>
      </p:cxnSp>
      <p:cxnSp>
        <p:nvCxnSpPr>
          <p:cNvPr id="10" name="">
            <a:extLst xmlns:a="http://schemas.openxmlformats.org/drawingml/2006/main">
              <a:ext uri="{FF2B5EF4-FFF2-40B4-BE49-F238E27FC236}">
                <a16:creationId xmlns:a16="http://schemas.microsoft.com/office/drawing/2014/main" id="{490B77B1-FEA0-41FA-974B-51CE8386ED48}"/>
              </a:ext>
            </a:extLst>
          </p:cNvPr>
          <p:cNvCxnSpPr>
            <a:stCxn xmlns:a="http://schemas.openxmlformats.org/drawingml/2006/main" id="3" idx="3"/>
            <a:endCxn xmlns:a="http://schemas.openxmlformats.org/drawingml/2006/main" id="6" idx="1"/>
          </p:cNvCxnSpPr>
          <p:nvPr/>
        </p:nvCxnSpPr>
        <p:spPr>
          <a:xfrm xmlns:a="http://schemas.openxmlformats.org/drawingml/2006/main">
            <a:off x="3562350" y="3305175"/>
            <a:ext cx="1104900" cy="1581150"/>
          </a:xfrm>
          <a:prstGeom xmlns:a="http://schemas.openxmlformats.org/drawingml/2006/main" prst="straightConnector1">
            <a:avLst/>
          </a:prstGeom>
          <a:ln xmlns:a="http://schemas.openxmlformats.org/drawingml/2006/main" w="19050">
            <a:solidFill>
              <a:srgbClr val="50646A"/>
            </a:solidFill>
            <a:tailEnd type="triangle" w="med" len="med"/>
          </a:ln>
        </p:spPr>
      </p:cxnSp>
      <p:cxnSp>
        <p:nvCxnSpPr>
          <p:cNvPr id="9" name="">
            <a:extLst xmlns:a="http://schemas.openxmlformats.org/drawingml/2006/main">
              <a:ext uri="{FF2B5EF4-FFF2-40B4-BE49-F238E27FC236}">
                <a16:creationId xmlns:a16="http://schemas.microsoft.com/office/drawing/2014/main" id="{609FB22B-7113-45AD-8EE3-69B1DD9AE64C}"/>
              </a:ext>
            </a:extLst>
          </p:cNvPr>
          <p:cNvCxnSpPr>
            <a:stCxn xmlns:a="http://schemas.openxmlformats.org/drawingml/2006/main" id="3" idx="3"/>
            <a:endCxn xmlns:a="http://schemas.openxmlformats.org/drawingml/2006/main" id="5" idx="1"/>
          </p:cNvCxnSpPr>
          <p:nvPr/>
        </p:nvCxnSpPr>
        <p:spPr>
          <a:xfrm xmlns:a="http://schemas.openxmlformats.org/drawingml/2006/main">
            <a:off x="3562350" y="3305175"/>
            <a:ext cx="1104900" cy="152400"/>
          </a:xfrm>
          <a:prstGeom xmlns:a="http://schemas.openxmlformats.org/drawingml/2006/main" prst="straightConnector1">
            <a:avLst/>
          </a:prstGeom>
          <a:ln xmlns:a="http://schemas.openxmlformats.org/drawingml/2006/main" w="19050">
            <a:solidFill>
              <a:srgbClr val="50646A"/>
            </a:solidFill>
            <a:tailEnd type="triangle" w="med" len="med"/>
          </a:ln>
        </p:spPr>
      </p:cxnSp>
      <p:cxnSp>
        <p:nvCxnSpPr>
          <p:cNvPr id="8" name="">
            <a:extLst xmlns:a="http://schemas.openxmlformats.org/drawingml/2006/main">
              <a:ext uri="{FF2B5EF4-FFF2-40B4-BE49-F238E27FC236}">
                <a16:creationId xmlns:a16="http://schemas.microsoft.com/office/drawing/2014/main" id="{85B91BB3-EF36-4BE8-B9DF-544B6522B23E}"/>
              </a:ext>
            </a:extLst>
          </p:cNvPr>
          <p:cNvCxnSpPr>
            <a:stCxn xmlns:a="http://schemas.openxmlformats.org/drawingml/2006/main" id="3" idx="3"/>
            <a:endCxn xmlns:a="http://schemas.openxmlformats.org/drawingml/2006/main" id="4" idx="1"/>
          </p:cNvCxnSpPr>
          <p:nvPr/>
        </p:nvCxnSpPr>
        <p:spPr>
          <a:xfrm xmlns:a="http://schemas.openxmlformats.org/drawingml/2006/main" flipV="1">
            <a:off x="3562350" y="2028825"/>
            <a:ext cx="1104900" cy="1276350"/>
          </a:xfrm>
          <a:prstGeom xmlns:a="http://schemas.openxmlformats.org/drawingml/2006/main" prst="straightConnector1">
            <a:avLst/>
          </a:prstGeom>
          <a:ln xmlns:a="http://schemas.openxmlformats.org/drawingml/2006/main" w="19050">
            <a:solidFill>
              <a:srgbClr val="50646A"/>
            </a:solidFill>
            <a:tailEnd type="triangle" w="med" len="med"/>
          </a:ln>
        </p:spPr>
      </p:cxnSp>
      <p:sp>
        <p:nvSpPr>
          <p:cNvPr id="15" name="text-0">
            <a:extLst xmlns:a="http://schemas.openxmlformats.org/drawingml/2006/main">
              <a:ext uri="{FF2B5EF4-FFF2-40B4-BE49-F238E27FC236}">
                <a16:creationId xmlns:a16="http://schemas.microsoft.com/office/drawing/2014/main" id="{82618F09-F511-4BCD-8EFA-6F4AACC4C307}"/>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B2F38"/>
                </a:solidFill>
                <a:latin typeface="Arial"/>
                <a:ea typeface="Arial"/>
                <a:cs typeface="Arial"/>
              </a:defRPr>
            </a:defPPr>
            <a:lvl1pPr algn="l">
              <a:defRPr sz="3300" b="1">
                <a:solidFill>
                  <a:srgbClr val="0B2F38"/>
                </a:solidFill>
                <a:latin typeface="Arial"/>
                <a:ea typeface="Arial"/>
                <a:cs typeface="Arial"/>
              </a:defRPr>
            </a:lvl1pPr>
            <a:lvl2pPr algn="l">
              <a:defRPr sz="3300" b="1">
                <a:solidFill>
                  <a:srgbClr val="0B2F38"/>
                </a:solidFill>
                <a:latin typeface="Arial"/>
                <a:ea typeface="Arial"/>
                <a:cs typeface="Arial"/>
              </a:defRPr>
            </a:lvl2pPr>
            <a:lvl3pPr algn="l">
              <a:defRPr sz="3300" b="1">
                <a:solidFill>
                  <a:srgbClr val="0B2F38"/>
                </a:solidFill>
                <a:latin typeface="Arial"/>
                <a:ea typeface="Arial"/>
                <a:cs typeface="Arial"/>
              </a:defRPr>
            </a:lvl3pPr>
            <a:lvl4pPr algn="l">
              <a:defRPr sz="3300" b="1">
                <a:solidFill>
                  <a:srgbClr val="0B2F38"/>
                </a:solidFill>
                <a:latin typeface="Arial"/>
                <a:ea typeface="Arial"/>
                <a:cs typeface="Arial"/>
              </a:defRPr>
            </a:lvl4pPr>
            <a:lvl5pPr algn="l">
              <a:defRPr sz="3300" b="1">
                <a:solidFill>
                  <a:srgbClr val="0B2F38"/>
                </a:solidFill>
                <a:latin typeface="Arial"/>
                <a:ea typeface="Arial"/>
                <a:cs typeface="Arial"/>
              </a:defRPr>
            </a:lvl5pPr>
            <a:lvl6pPr algn="l">
              <a:defRPr sz="3300" b="1">
                <a:solidFill>
                  <a:srgbClr val="0B2F38"/>
                </a:solidFill>
                <a:latin typeface="Arial"/>
                <a:ea typeface="Arial"/>
                <a:cs typeface="Arial"/>
              </a:defRPr>
            </a:lvl6pPr>
            <a:lvl7pPr algn="l">
              <a:defRPr sz="3300" b="1">
                <a:solidFill>
                  <a:srgbClr val="0B2F38"/>
                </a:solidFill>
                <a:latin typeface="Arial"/>
                <a:ea typeface="Arial"/>
                <a:cs typeface="Arial"/>
              </a:defRPr>
            </a:lvl7pPr>
            <a:lvl8pPr algn="l">
              <a:defRPr sz="3300" b="1">
                <a:solidFill>
                  <a:srgbClr val="0B2F38"/>
                </a:solidFill>
                <a:latin typeface="Arial"/>
                <a:ea typeface="Arial"/>
                <a:cs typeface="Arial"/>
              </a:defRPr>
            </a:lvl8pPr>
            <a:lvl9pPr algn="l">
              <a:defRPr sz="3300" b="1">
                <a:solidFill>
                  <a:srgbClr val="0B2F38"/>
                </a:solidFill>
                <a:latin typeface="Arial"/>
                <a:ea typeface="Arial"/>
                <a:cs typeface="Arial"/>
              </a:defRPr>
            </a:lvl9pPr>
          </a:lstStyle>
          <a:p xmlns:a="http://schemas.openxmlformats.org/drawingml/2006/main">
            <a:pPr algn="l">
              <a:defRPr sz="3300" b="1">
                <a:solidFill>
                  <a:srgbClr val="0B2F38"/>
                </a:solidFill>
                <a:latin typeface="Arial"/>
                <a:ea typeface="Arial"/>
                <a:cs typeface="Arial"/>
              </a:defRPr>
            </a:pPr>
            <a:r>
              <a:rPr sz="3300" b="1">
                <a:solidFill>
                  <a:srgbClr val="0B2F38"/>
                </a:solidFill>
                <a:latin typeface="Arial"/>
                <a:ea typeface="Arial"/>
                <a:cs typeface="Arial"/>
              </a:rPr>
              <a:t>Modelle auf Server und Geräten erproben</a:t>
            </a:r>
          </a:p>
        </p:txBody>
      </p:sp>
      <p:sp>
        <p:nvSpPr>
          <p:cNvPr id="2" name="text-1">
            <a:extLst xmlns:a="http://schemas.openxmlformats.org/drawingml/2006/main">
              <a:ext uri="{FF2B5EF4-FFF2-40B4-BE49-F238E27FC236}">
                <a16:creationId xmlns:a16="http://schemas.microsoft.com/office/drawing/2014/main" id="{97ECD645-1F64-4582-A9DF-4A5CD1DC2593}"/>
              </a:ext>
            </a:extLst>
          </p:cNvPr>
          <p:cNvSpPr>
            <a:spLocks xmlns:a="http://schemas.openxmlformats.org/drawingml/2006/main" noGrp="1"/>
          </p:cNvSpPr>
          <p:nvPr/>
        </p:nvSpPr>
        <p:spPr>
          <a:xfrm xmlns:a="http://schemas.openxmlformats.org/drawingml/2006/main">
            <a:off x="11144250" y="6477000"/>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defRPr sz="1125" b="0">
                <a:solidFill>
                  <a:srgbClr val="50646A"/>
                </a:solidFill>
                <a:latin typeface="Arial"/>
                <a:ea typeface="Arial"/>
                <a:cs typeface="Arial"/>
              </a:defRPr>
            </a:lvl1pPr>
            <a:lvl2pPr algn="r">
              <a:defRPr sz="1125" b="0">
                <a:solidFill>
                  <a:srgbClr val="50646A"/>
                </a:solidFill>
                <a:latin typeface="Arial"/>
                <a:ea typeface="Arial"/>
                <a:cs typeface="Arial"/>
              </a:defRPr>
            </a:lvl2pPr>
            <a:lvl3pPr algn="r">
              <a:defRPr sz="1125" b="0">
                <a:solidFill>
                  <a:srgbClr val="50646A"/>
                </a:solidFill>
                <a:latin typeface="Arial"/>
                <a:ea typeface="Arial"/>
                <a:cs typeface="Arial"/>
              </a:defRPr>
            </a:lvl3pPr>
            <a:lvl4pPr algn="r">
              <a:defRPr sz="1125" b="0">
                <a:solidFill>
                  <a:srgbClr val="50646A"/>
                </a:solidFill>
                <a:latin typeface="Arial"/>
                <a:ea typeface="Arial"/>
                <a:cs typeface="Arial"/>
              </a:defRPr>
            </a:lvl4pPr>
            <a:lvl5pPr algn="r">
              <a:defRPr sz="1125" b="0">
                <a:solidFill>
                  <a:srgbClr val="50646A"/>
                </a:solidFill>
                <a:latin typeface="Arial"/>
                <a:ea typeface="Arial"/>
                <a:cs typeface="Arial"/>
              </a:defRPr>
            </a:lvl5pPr>
            <a:lvl6pPr algn="r">
              <a:defRPr sz="1125" b="0">
                <a:solidFill>
                  <a:srgbClr val="50646A"/>
                </a:solidFill>
                <a:latin typeface="Arial"/>
                <a:ea typeface="Arial"/>
                <a:cs typeface="Arial"/>
              </a:defRPr>
            </a:lvl6pPr>
            <a:lvl7pPr algn="r">
              <a:defRPr sz="1125" b="0">
                <a:solidFill>
                  <a:srgbClr val="50646A"/>
                </a:solidFill>
                <a:latin typeface="Arial"/>
                <a:ea typeface="Arial"/>
                <a:cs typeface="Arial"/>
              </a:defRPr>
            </a:lvl7pPr>
            <a:lvl8pPr algn="r">
              <a:defRPr sz="1125" b="0">
                <a:solidFill>
                  <a:srgbClr val="50646A"/>
                </a:solidFill>
                <a:latin typeface="Arial"/>
                <a:ea typeface="Arial"/>
                <a:cs typeface="Arial"/>
              </a:defRPr>
            </a:lvl8pPr>
            <a:lvl9pPr algn="r">
              <a:defRPr sz="1125" b="0">
                <a:solidFill>
                  <a:srgbClr val="50646A"/>
                </a:solidFill>
                <a:latin typeface="Arial"/>
                <a:ea typeface="Arial"/>
                <a:cs typeface="Arial"/>
              </a:defRPr>
            </a:lvl9pPr>
          </a:lstStyle>
          <a:p xmlns:a="http://schemas.openxmlformats.org/drawingml/2006/main">
            <a:pPr algn="r">
              <a:defRPr sz="1125" b="0">
                <a:solidFill>
                  <a:srgbClr val="50646A"/>
                </a:solidFill>
                <a:latin typeface="Arial"/>
                <a:ea typeface="Arial"/>
                <a:cs typeface="Arial"/>
              </a:defRPr>
            </a:pPr>
            <a:r>
              <a:rPr sz="1125" b="0">
                <a:solidFill>
                  <a:srgbClr val="50646A"/>
                </a:solidFill>
                <a:latin typeface="Arial"/>
                <a:ea typeface="Arial"/>
                <a:cs typeface="Arial"/>
              </a:rPr>
              <a:t>37</a:t>
            </a:r>
          </a:p>
        </p:txBody>
      </p:sp>
      <p:sp>
        <p:nvSpPr>
          <p:cNvPr id="3" name="diagram-Trainierter Modellstand">
            <a:extLst xmlns:a="http://schemas.openxmlformats.org/drawingml/2006/main">
              <a:ext uri="{FF2B5EF4-FFF2-40B4-BE49-F238E27FC236}">
                <a16:creationId xmlns:a16="http://schemas.microsoft.com/office/drawing/2014/main" id="{38976668-0D51-4D47-AD40-E8D0B57B7240}"/>
              </a:ext>
            </a:extLst>
          </p:cNvPr>
          <p:cNvSpPr>
            <a:spLocks xmlns:a="http://schemas.openxmlformats.org/drawingml/2006/main" noGrp="1"/>
          </p:cNvSpPr>
          <p:nvPr/>
        </p:nvSpPr>
        <p:spPr>
          <a:xfrm xmlns:a="http://schemas.openxmlformats.org/drawingml/2006/main">
            <a:off x="609600" y="2638425"/>
            <a:ext cx="2952750" cy="1333500"/>
          </a:xfrm>
          <a:prstGeom xmlns:a="http://schemas.openxmlformats.org/drawingml/2006/main" prst="rect">
            <a:avLst/>
          </a:prstGeom>
          <a:solidFill xmlns:a="http://schemas.openxmlformats.org/drawingml/2006/main">
            <a:srgbClr val="0B2F38"/>
          </a:solidFill>
          <a:ln xmlns:a="http://schemas.openxmlformats.org/drawingml/2006/main" w="14288">
            <a:solidFill>
              <a:srgbClr val="0B2F38"/>
            </a:solidFill>
          </a:ln>
        </p:spPr>
        <p:txBody>
          <a:bodyPr xmlns:a="http://schemas.openxmlformats.org/drawingml/2006/main" lIns="133350" tIns="133350" rIns="133350" bIns="133350" anchor="ctr">
            <a:noAutofit/>
          </a:bodyPr>
          <a:lstStyle xmlns:a="http://schemas.openxmlformats.org/drawingml/2006/main">
            <a:defPPr algn="ctr">
              <a:defRPr sz="1875">
                <a:solidFill>
                  <a:srgbClr val="FFFFFF"/>
                </a:solidFill>
                <a:latin typeface="Arial"/>
                <a:ea typeface="Arial"/>
                <a:cs typeface="Arial"/>
              </a:defRPr>
            </a:defPPr>
            <a:lvl1pPr algn="ctr">
              <a:defRPr sz="1875">
                <a:solidFill>
                  <a:srgbClr val="FFFFFF"/>
                </a:solidFill>
                <a:latin typeface="Arial"/>
                <a:ea typeface="Arial"/>
                <a:cs typeface="Arial"/>
              </a:defRPr>
            </a:lvl1pPr>
            <a:lvl2pPr algn="ctr">
              <a:defRPr sz="1875">
                <a:solidFill>
                  <a:srgbClr val="FFFFFF"/>
                </a:solidFill>
                <a:latin typeface="Arial"/>
                <a:ea typeface="Arial"/>
                <a:cs typeface="Arial"/>
              </a:defRPr>
            </a:lvl2pPr>
            <a:lvl3pPr algn="ctr">
              <a:defRPr sz="1875">
                <a:solidFill>
                  <a:srgbClr val="FFFFFF"/>
                </a:solidFill>
                <a:latin typeface="Arial"/>
                <a:ea typeface="Arial"/>
                <a:cs typeface="Arial"/>
              </a:defRPr>
            </a:lvl3pPr>
            <a:lvl4pPr algn="ctr">
              <a:defRPr sz="1875">
                <a:solidFill>
                  <a:srgbClr val="FFFFFF"/>
                </a:solidFill>
                <a:latin typeface="Arial"/>
                <a:ea typeface="Arial"/>
                <a:cs typeface="Arial"/>
              </a:defRPr>
            </a:lvl4pPr>
            <a:lvl5pPr algn="ctr">
              <a:defRPr sz="1875">
                <a:solidFill>
                  <a:srgbClr val="FFFFFF"/>
                </a:solidFill>
                <a:latin typeface="Arial"/>
                <a:ea typeface="Arial"/>
                <a:cs typeface="Arial"/>
              </a:defRPr>
            </a:lvl5pPr>
            <a:lvl6pPr algn="ctr">
              <a:defRPr sz="1875">
                <a:solidFill>
                  <a:srgbClr val="FFFFFF"/>
                </a:solidFill>
                <a:latin typeface="Arial"/>
                <a:ea typeface="Arial"/>
                <a:cs typeface="Arial"/>
              </a:defRPr>
            </a:lvl6pPr>
            <a:lvl7pPr algn="ctr">
              <a:defRPr sz="1875">
                <a:solidFill>
                  <a:srgbClr val="FFFFFF"/>
                </a:solidFill>
                <a:latin typeface="Arial"/>
                <a:ea typeface="Arial"/>
                <a:cs typeface="Arial"/>
              </a:defRPr>
            </a:lvl7pPr>
            <a:lvl8pPr algn="ctr">
              <a:defRPr sz="1875">
                <a:solidFill>
                  <a:srgbClr val="FFFFFF"/>
                </a:solidFill>
                <a:latin typeface="Arial"/>
                <a:ea typeface="Arial"/>
                <a:cs typeface="Arial"/>
              </a:defRPr>
            </a:lvl8pPr>
            <a:lvl9pPr algn="ctr">
              <a:defRPr sz="1875">
                <a:solidFill>
                  <a:srgbClr val="FFFFFF"/>
                </a:solidFill>
                <a:latin typeface="Arial"/>
                <a:ea typeface="Arial"/>
                <a:cs typeface="Arial"/>
              </a:defRPr>
            </a:lvl9pPr>
          </a:lstStyle>
          <a:p xmlns:a="http://schemas.openxmlformats.org/drawingml/2006/main">
            <a:pPr algn="ctr">
              <a:defRPr sz="1875">
                <a:solidFill>
                  <a:srgbClr val="FFFFFF"/>
                </a:solidFill>
                <a:latin typeface="Arial"/>
                <a:ea typeface="Arial"/>
                <a:cs typeface="Arial"/>
              </a:defRPr>
            </a:pPr>
            <a:r>
              <a:rPr sz="1875">
                <a:solidFill>
                  <a:srgbClr val="FFFFFF"/>
                </a:solidFill>
                <a:latin typeface="Arial"/>
                <a:ea typeface="Arial"/>
                <a:cs typeface="Arial"/>
              </a:rPr>
              <a:t>Trainierter Modellstand</a:t>
            </a:r>
          </a:p>
          <a:p xmlns:a="http://schemas.openxmlformats.org/drawingml/2006/main">
            <a:pPr algn="ctr">
              <a:defRPr sz="1875">
                <a:solidFill>
                  <a:srgbClr val="FFFFFF"/>
                </a:solidFill>
                <a:latin typeface="Arial"/>
                <a:ea typeface="Arial"/>
                <a:cs typeface="Arial"/>
              </a:defRPr>
            </a:pPr>
            <a:r>
              <a:rPr sz="1875">
                <a:solidFill>
                  <a:srgbClr val="FFFFFF"/>
                </a:solidFill>
                <a:latin typeface="Arial"/>
                <a:ea typeface="Arial"/>
                <a:cs typeface="Arial"/>
              </a:rPr>
              <a:t>Gewichte + Datenversion</a:t>
            </a:r>
          </a:p>
        </p:txBody>
      </p:sp>
      <p:sp>
        <p:nvSpPr>
          <p:cNvPr id="4" name="diagram-Server">
            <a:extLst xmlns:a="http://schemas.openxmlformats.org/drawingml/2006/main">
              <a:ext uri="{FF2B5EF4-FFF2-40B4-BE49-F238E27FC236}">
                <a16:creationId xmlns:a16="http://schemas.microsoft.com/office/drawing/2014/main" id="{BB538FB3-12E9-4FF5-8D4D-B1B313047828}"/>
              </a:ext>
            </a:extLst>
          </p:cNvPr>
          <p:cNvSpPr>
            <a:spLocks xmlns:a="http://schemas.openxmlformats.org/drawingml/2006/main" noGrp="1"/>
          </p:cNvSpPr>
          <p:nvPr/>
        </p:nvSpPr>
        <p:spPr>
          <a:xfrm xmlns:a="http://schemas.openxmlformats.org/drawingml/2006/main">
            <a:off x="4667250" y="1552575"/>
            <a:ext cx="2952750" cy="952500"/>
          </a:xfrm>
          <a:prstGeom xmlns:a="http://schemas.openxmlformats.org/drawingml/2006/main" prst="rect">
            <a:avLst/>
          </a:prstGeom>
          <a:solidFill xmlns:a="http://schemas.openxmlformats.org/drawingml/2006/main">
            <a:srgbClr val="FFFFFF"/>
          </a:solidFill>
          <a:ln xmlns:a="http://schemas.openxmlformats.org/drawingml/2006/main" w="14288">
            <a:solidFill>
              <a:srgbClr val="C9D3D2"/>
            </a:solidFill>
          </a:ln>
        </p:spPr>
        <p:txBody>
          <a:bodyPr xmlns:a="http://schemas.openxmlformats.org/drawingml/2006/main" lIns="133350" tIns="133350" rIns="133350" bIns="133350" anchor="ctr">
            <a:noAutofit/>
          </a:bodyPr>
          <a:lstStyle xmlns:a="http://schemas.openxmlformats.org/drawingml/2006/main">
            <a:defPPr algn="ctr">
              <a:defRPr sz="1875">
                <a:solidFill>
                  <a:srgbClr val="0B2F38"/>
                </a:solidFill>
                <a:latin typeface="Arial"/>
                <a:ea typeface="Arial"/>
                <a:cs typeface="Arial"/>
              </a:defRPr>
            </a:defPPr>
            <a:lvl1pPr algn="ctr">
              <a:defRPr sz="1875">
                <a:solidFill>
                  <a:srgbClr val="0B2F38"/>
                </a:solidFill>
                <a:latin typeface="Arial"/>
                <a:ea typeface="Arial"/>
                <a:cs typeface="Arial"/>
              </a:defRPr>
            </a:lvl1pPr>
            <a:lvl2pPr algn="ctr">
              <a:defRPr sz="1875">
                <a:solidFill>
                  <a:srgbClr val="0B2F38"/>
                </a:solidFill>
                <a:latin typeface="Arial"/>
                <a:ea typeface="Arial"/>
                <a:cs typeface="Arial"/>
              </a:defRPr>
            </a:lvl2pPr>
            <a:lvl3pPr algn="ctr">
              <a:defRPr sz="1875">
                <a:solidFill>
                  <a:srgbClr val="0B2F38"/>
                </a:solidFill>
                <a:latin typeface="Arial"/>
                <a:ea typeface="Arial"/>
                <a:cs typeface="Arial"/>
              </a:defRPr>
            </a:lvl3pPr>
            <a:lvl4pPr algn="ctr">
              <a:defRPr sz="1875">
                <a:solidFill>
                  <a:srgbClr val="0B2F38"/>
                </a:solidFill>
                <a:latin typeface="Arial"/>
                <a:ea typeface="Arial"/>
                <a:cs typeface="Arial"/>
              </a:defRPr>
            </a:lvl4pPr>
            <a:lvl5pPr algn="ctr">
              <a:defRPr sz="1875">
                <a:solidFill>
                  <a:srgbClr val="0B2F38"/>
                </a:solidFill>
                <a:latin typeface="Arial"/>
                <a:ea typeface="Arial"/>
                <a:cs typeface="Arial"/>
              </a:defRPr>
            </a:lvl5pPr>
            <a:lvl6pPr algn="ctr">
              <a:defRPr sz="1875">
                <a:solidFill>
                  <a:srgbClr val="0B2F38"/>
                </a:solidFill>
                <a:latin typeface="Arial"/>
                <a:ea typeface="Arial"/>
                <a:cs typeface="Arial"/>
              </a:defRPr>
            </a:lvl6pPr>
            <a:lvl7pPr algn="ctr">
              <a:defRPr sz="1875">
                <a:solidFill>
                  <a:srgbClr val="0B2F38"/>
                </a:solidFill>
                <a:latin typeface="Arial"/>
                <a:ea typeface="Arial"/>
                <a:cs typeface="Arial"/>
              </a:defRPr>
            </a:lvl7pPr>
            <a:lvl8pPr algn="ctr">
              <a:defRPr sz="1875">
                <a:solidFill>
                  <a:srgbClr val="0B2F38"/>
                </a:solidFill>
                <a:latin typeface="Arial"/>
                <a:ea typeface="Arial"/>
                <a:cs typeface="Arial"/>
              </a:defRPr>
            </a:lvl8pPr>
            <a:lvl9pPr algn="ctr">
              <a:defRPr sz="1875">
                <a:solidFill>
                  <a:srgbClr val="0B2F38"/>
                </a:solidFill>
                <a:latin typeface="Arial"/>
                <a:ea typeface="Arial"/>
                <a:cs typeface="Arial"/>
              </a:defRPr>
            </a:lvl9pPr>
          </a:lstStyle>
          <a:p xmlns:a="http://schemas.openxmlformats.org/drawingml/2006/main">
            <a:pPr algn="ctr">
              <a:defRPr sz="1875">
                <a:solidFill>
                  <a:srgbClr val="0B2F38"/>
                </a:solidFill>
                <a:latin typeface="Arial"/>
                <a:ea typeface="Arial"/>
                <a:cs typeface="Arial"/>
              </a:defRPr>
            </a:pPr>
            <a:r>
              <a:rPr sz="1875">
                <a:solidFill>
                  <a:srgbClr val="0B2F38"/>
                </a:solidFill>
                <a:latin typeface="Arial"/>
                <a:ea typeface="Arial"/>
                <a:cs typeface="Arial"/>
              </a:rPr>
              <a:t>Server</a:t>
            </a:r>
          </a:p>
          <a:p xmlns:a="http://schemas.openxmlformats.org/drawingml/2006/main">
            <a:pPr algn="ctr">
              <a:defRPr sz="1875">
                <a:solidFill>
                  <a:srgbClr val="0B2F38"/>
                </a:solidFill>
                <a:latin typeface="Arial"/>
                <a:ea typeface="Arial"/>
                <a:cs typeface="Arial"/>
              </a:defRPr>
            </a:pPr>
            <a:r>
              <a:rPr sz="1875">
                <a:solidFill>
                  <a:srgbClr val="0B2F38"/>
                </a:solidFill>
                <a:latin typeface="Arial"/>
                <a:ea typeface="Arial"/>
                <a:cs typeface="Arial"/>
              </a:rPr>
              <a:t>Prolix / KI-Dienst</a:t>
            </a:r>
          </a:p>
        </p:txBody>
      </p:sp>
      <p:sp>
        <p:nvSpPr>
          <p:cNvPr id="5" name="diagram-iPhone">
            <a:extLst xmlns:a="http://schemas.openxmlformats.org/drawingml/2006/main">
              <a:ext uri="{FF2B5EF4-FFF2-40B4-BE49-F238E27FC236}">
                <a16:creationId xmlns:a16="http://schemas.microsoft.com/office/drawing/2014/main" id="{44822D0A-5708-4330-A2BA-F68A5CDEBCE7}"/>
              </a:ext>
            </a:extLst>
          </p:cNvPr>
          <p:cNvSpPr>
            <a:spLocks xmlns:a="http://schemas.openxmlformats.org/drawingml/2006/main" noGrp="1"/>
          </p:cNvSpPr>
          <p:nvPr/>
        </p:nvSpPr>
        <p:spPr>
          <a:xfrm xmlns:a="http://schemas.openxmlformats.org/drawingml/2006/main">
            <a:off x="4667250" y="2981325"/>
            <a:ext cx="2952750" cy="952500"/>
          </a:xfrm>
          <a:prstGeom xmlns:a="http://schemas.openxmlformats.org/drawingml/2006/main" prst="rect">
            <a:avLst/>
          </a:prstGeom>
          <a:solidFill xmlns:a="http://schemas.openxmlformats.org/drawingml/2006/main">
            <a:srgbClr val="FFFFFF"/>
          </a:solidFill>
          <a:ln xmlns:a="http://schemas.openxmlformats.org/drawingml/2006/main" w="14288">
            <a:solidFill>
              <a:srgbClr val="C9D3D2"/>
            </a:solidFill>
          </a:ln>
        </p:spPr>
        <p:txBody>
          <a:bodyPr xmlns:a="http://schemas.openxmlformats.org/drawingml/2006/main" lIns="133350" tIns="133350" rIns="133350" bIns="133350" anchor="ctr">
            <a:noAutofit/>
          </a:bodyPr>
          <a:lstStyle xmlns:a="http://schemas.openxmlformats.org/drawingml/2006/main">
            <a:defPPr algn="ctr">
              <a:defRPr sz="1875">
                <a:solidFill>
                  <a:srgbClr val="0B2F38"/>
                </a:solidFill>
                <a:latin typeface="Arial"/>
                <a:ea typeface="Arial"/>
                <a:cs typeface="Arial"/>
              </a:defRPr>
            </a:defPPr>
            <a:lvl1pPr algn="ctr">
              <a:defRPr sz="1875">
                <a:solidFill>
                  <a:srgbClr val="0B2F38"/>
                </a:solidFill>
                <a:latin typeface="Arial"/>
                <a:ea typeface="Arial"/>
                <a:cs typeface="Arial"/>
              </a:defRPr>
            </a:lvl1pPr>
            <a:lvl2pPr algn="ctr">
              <a:defRPr sz="1875">
                <a:solidFill>
                  <a:srgbClr val="0B2F38"/>
                </a:solidFill>
                <a:latin typeface="Arial"/>
                <a:ea typeface="Arial"/>
                <a:cs typeface="Arial"/>
              </a:defRPr>
            </a:lvl2pPr>
            <a:lvl3pPr algn="ctr">
              <a:defRPr sz="1875">
                <a:solidFill>
                  <a:srgbClr val="0B2F38"/>
                </a:solidFill>
                <a:latin typeface="Arial"/>
                <a:ea typeface="Arial"/>
                <a:cs typeface="Arial"/>
              </a:defRPr>
            </a:lvl3pPr>
            <a:lvl4pPr algn="ctr">
              <a:defRPr sz="1875">
                <a:solidFill>
                  <a:srgbClr val="0B2F38"/>
                </a:solidFill>
                <a:latin typeface="Arial"/>
                <a:ea typeface="Arial"/>
                <a:cs typeface="Arial"/>
              </a:defRPr>
            </a:lvl4pPr>
            <a:lvl5pPr algn="ctr">
              <a:defRPr sz="1875">
                <a:solidFill>
                  <a:srgbClr val="0B2F38"/>
                </a:solidFill>
                <a:latin typeface="Arial"/>
                <a:ea typeface="Arial"/>
                <a:cs typeface="Arial"/>
              </a:defRPr>
            </a:lvl5pPr>
            <a:lvl6pPr algn="ctr">
              <a:defRPr sz="1875">
                <a:solidFill>
                  <a:srgbClr val="0B2F38"/>
                </a:solidFill>
                <a:latin typeface="Arial"/>
                <a:ea typeface="Arial"/>
                <a:cs typeface="Arial"/>
              </a:defRPr>
            </a:lvl6pPr>
            <a:lvl7pPr algn="ctr">
              <a:defRPr sz="1875">
                <a:solidFill>
                  <a:srgbClr val="0B2F38"/>
                </a:solidFill>
                <a:latin typeface="Arial"/>
                <a:ea typeface="Arial"/>
                <a:cs typeface="Arial"/>
              </a:defRPr>
            </a:lvl7pPr>
            <a:lvl8pPr algn="ctr">
              <a:defRPr sz="1875">
                <a:solidFill>
                  <a:srgbClr val="0B2F38"/>
                </a:solidFill>
                <a:latin typeface="Arial"/>
                <a:ea typeface="Arial"/>
                <a:cs typeface="Arial"/>
              </a:defRPr>
            </a:lvl8pPr>
            <a:lvl9pPr algn="ctr">
              <a:defRPr sz="1875">
                <a:solidFill>
                  <a:srgbClr val="0B2F38"/>
                </a:solidFill>
                <a:latin typeface="Arial"/>
                <a:ea typeface="Arial"/>
                <a:cs typeface="Arial"/>
              </a:defRPr>
            </a:lvl9pPr>
          </a:lstStyle>
          <a:p xmlns:a="http://schemas.openxmlformats.org/drawingml/2006/main">
            <a:pPr algn="ctr">
              <a:defRPr sz="1875">
                <a:solidFill>
                  <a:srgbClr val="0B2F38"/>
                </a:solidFill>
                <a:latin typeface="Arial"/>
                <a:ea typeface="Arial"/>
                <a:cs typeface="Arial"/>
              </a:defRPr>
            </a:pPr>
            <a:r>
              <a:rPr sz="1875">
                <a:solidFill>
                  <a:srgbClr val="0B2F38"/>
                </a:solidFill>
                <a:latin typeface="Arial"/>
                <a:ea typeface="Arial"/>
                <a:cs typeface="Arial"/>
              </a:rPr>
              <a:t>iPhone</a:t>
            </a:r>
          </a:p>
          <a:p xmlns:a="http://schemas.openxmlformats.org/drawingml/2006/main">
            <a:pPr algn="ctr">
              <a:defRPr sz="1875">
                <a:solidFill>
                  <a:srgbClr val="0B2F38"/>
                </a:solidFill>
                <a:latin typeface="Arial"/>
                <a:ea typeface="Arial"/>
                <a:cs typeface="Arial"/>
              </a:defRPr>
            </a:pPr>
            <a:r>
              <a:rPr sz="1875">
                <a:solidFill>
                  <a:srgbClr val="0B2F38"/>
                </a:solidFill>
                <a:latin typeface="Arial"/>
                <a:ea typeface="Arial"/>
                <a:cs typeface="Arial"/>
              </a:rPr>
              <a:t>Core ML</a:t>
            </a:r>
          </a:p>
        </p:txBody>
      </p:sp>
      <p:sp>
        <p:nvSpPr>
          <p:cNvPr id="6" name="diagram-Android">
            <a:extLst xmlns:a="http://schemas.openxmlformats.org/drawingml/2006/main">
              <a:ext uri="{FF2B5EF4-FFF2-40B4-BE49-F238E27FC236}">
                <a16:creationId xmlns:a16="http://schemas.microsoft.com/office/drawing/2014/main" id="{39EEBE36-ECC1-4F42-B1E7-C9C07AA63E51}"/>
              </a:ext>
            </a:extLst>
          </p:cNvPr>
          <p:cNvSpPr>
            <a:spLocks xmlns:a="http://schemas.openxmlformats.org/drawingml/2006/main" noGrp="1"/>
          </p:cNvSpPr>
          <p:nvPr/>
        </p:nvSpPr>
        <p:spPr>
          <a:xfrm xmlns:a="http://schemas.openxmlformats.org/drawingml/2006/main">
            <a:off x="4667250" y="4410075"/>
            <a:ext cx="2952750" cy="952500"/>
          </a:xfrm>
          <a:prstGeom xmlns:a="http://schemas.openxmlformats.org/drawingml/2006/main" prst="rect">
            <a:avLst/>
          </a:prstGeom>
          <a:solidFill xmlns:a="http://schemas.openxmlformats.org/drawingml/2006/main">
            <a:srgbClr val="FFFFFF"/>
          </a:solidFill>
          <a:ln xmlns:a="http://schemas.openxmlformats.org/drawingml/2006/main" w="14288">
            <a:solidFill>
              <a:srgbClr val="C9D3D2"/>
            </a:solidFill>
          </a:ln>
        </p:spPr>
        <p:txBody>
          <a:bodyPr xmlns:a="http://schemas.openxmlformats.org/drawingml/2006/main" lIns="133350" tIns="133350" rIns="133350" bIns="133350" anchor="ctr">
            <a:noAutofit/>
          </a:bodyPr>
          <a:lstStyle xmlns:a="http://schemas.openxmlformats.org/drawingml/2006/main">
            <a:defPPr algn="ctr">
              <a:defRPr sz="1875">
                <a:solidFill>
                  <a:srgbClr val="0B2F38"/>
                </a:solidFill>
                <a:latin typeface="Arial"/>
                <a:ea typeface="Arial"/>
                <a:cs typeface="Arial"/>
              </a:defRPr>
            </a:defPPr>
            <a:lvl1pPr algn="ctr">
              <a:defRPr sz="1875">
                <a:solidFill>
                  <a:srgbClr val="0B2F38"/>
                </a:solidFill>
                <a:latin typeface="Arial"/>
                <a:ea typeface="Arial"/>
                <a:cs typeface="Arial"/>
              </a:defRPr>
            </a:lvl1pPr>
            <a:lvl2pPr algn="ctr">
              <a:defRPr sz="1875">
                <a:solidFill>
                  <a:srgbClr val="0B2F38"/>
                </a:solidFill>
                <a:latin typeface="Arial"/>
                <a:ea typeface="Arial"/>
                <a:cs typeface="Arial"/>
              </a:defRPr>
            </a:lvl2pPr>
            <a:lvl3pPr algn="ctr">
              <a:defRPr sz="1875">
                <a:solidFill>
                  <a:srgbClr val="0B2F38"/>
                </a:solidFill>
                <a:latin typeface="Arial"/>
                <a:ea typeface="Arial"/>
                <a:cs typeface="Arial"/>
              </a:defRPr>
            </a:lvl3pPr>
            <a:lvl4pPr algn="ctr">
              <a:defRPr sz="1875">
                <a:solidFill>
                  <a:srgbClr val="0B2F38"/>
                </a:solidFill>
                <a:latin typeface="Arial"/>
                <a:ea typeface="Arial"/>
                <a:cs typeface="Arial"/>
              </a:defRPr>
            </a:lvl4pPr>
            <a:lvl5pPr algn="ctr">
              <a:defRPr sz="1875">
                <a:solidFill>
                  <a:srgbClr val="0B2F38"/>
                </a:solidFill>
                <a:latin typeface="Arial"/>
                <a:ea typeface="Arial"/>
                <a:cs typeface="Arial"/>
              </a:defRPr>
            </a:lvl5pPr>
            <a:lvl6pPr algn="ctr">
              <a:defRPr sz="1875">
                <a:solidFill>
                  <a:srgbClr val="0B2F38"/>
                </a:solidFill>
                <a:latin typeface="Arial"/>
                <a:ea typeface="Arial"/>
                <a:cs typeface="Arial"/>
              </a:defRPr>
            </a:lvl6pPr>
            <a:lvl7pPr algn="ctr">
              <a:defRPr sz="1875">
                <a:solidFill>
                  <a:srgbClr val="0B2F38"/>
                </a:solidFill>
                <a:latin typeface="Arial"/>
                <a:ea typeface="Arial"/>
                <a:cs typeface="Arial"/>
              </a:defRPr>
            </a:lvl7pPr>
            <a:lvl8pPr algn="ctr">
              <a:defRPr sz="1875">
                <a:solidFill>
                  <a:srgbClr val="0B2F38"/>
                </a:solidFill>
                <a:latin typeface="Arial"/>
                <a:ea typeface="Arial"/>
                <a:cs typeface="Arial"/>
              </a:defRPr>
            </a:lvl8pPr>
            <a:lvl9pPr algn="ctr">
              <a:defRPr sz="1875">
                <a:solidFill>
                  <a:srgbClr val="0B2F38"/>
                </a:solidFill>
                <a:latin typeface="Arial"/>
                <a:ea typeface="Arial"/>
                <a:cs typeface="Arial"/>
              </a:defRPr>
            </a:lvl9pPr>
          </a:lstStyle>
          <a:p xmlns:a="http://schemas.openxmlformats.org/drawingml/2006/main">
            <a:pPr algn="ctr">
              <a:defRPr sz="1875">
                <a:solidFill>
                  <a:srgbClr val="0B2F38"/>
                </a:solidFill>
                <a:latin typeface="Arial"/>
                <a:ea typeface="Arial"/>
                <a:cs typeface="Arial"/>
              </a:defRPr>
            </a:pPr>
            <a:r>
              <a:rPr sz="1875">
                <a:solidFill>
                  <a:srgbClr val="0B2F38"/>
                </a:solidFill>
                <a:latin typeface="Arial"/>
                <a:ea typeface="Arial"/>
                <a:cs typeface="Arial"/>
              </a:rPr>
              <a:t>Android</a:t>
            </a:r>
          </a:p>
          <a:p xmlns:a="http://schemas.openxmlformats.org/drawingml/2006/main">
            <a:pPr algn="ctr">
              <a:defRPr sz="1875">
                <a:solidFill>
                  <a:srgbClr val="0B2F38"/>
                </a:solidFill>
                <a:latin typeface="Arial"/>
                <a:ea typeface="Arial"/>
                <a:cs typeface="Arial"/>
              </a:defRPr>
            </a:pPr>
            <a:r>
              <a:rPr sz="1875">
                <a:solidFill>
                  <a:srgbClr val="0B2F38"/>
                </a:solidFill>
                <a:latin typeface="Arial"/>
                <a:ea typeface="Arial"/>
                <a:cs typeface="Arial"/>
              </a:rPr>
              <a:t>LiteRT</a:t>
            </a:r>
          </a:p>
        </p:txBody>
      </p:sp>
      <p:sp>
        <p:nvSpPr>
          <p:cNvPr id="7" name="diagram-Prüfen">
            <a:extLst xmlns:a="http://schemas.openxmlformats.org/drawingml/2006/main">
              <a:ext uri="{FF2B5EF4-FFF2-40B4-BE49-F238E27FC236}">
                <a16:creationId xmlns:a16="http://schemas.microsoft.com/office/drawing/2014/main" id="{12C3B8FA-7114-4AE4-8D3E-FE4B0B76212F}"/>
              </a:ext>
            </a:extLst>
          </p:cNvPr>
          <p:cNvSpPr>
            <a:spLocks xmlns:a="http://schemas.openxmlformats.org/drawingml/2006/main" noGrp="1"/>
          </p:cNvSpPr>
          <p:nvPr/>
        </p:nvSpPr>
        <p:spPr>
          <a:xfrm xmlns:a="http://schemas.openxmlformats.org/drawingml/2006/main">
            <a:off x="8667750" y="2762250"/>
            <a:ext cx="2914650" cy="1390650"/>
          </a:xfrm>
          <a:prstGeom xmlns:a="http://schemas.openxmlformats.org/drawingml/2006/main" prst="rect">
            <a:avLst/>
          </a:prstGeom>
          <a:solidFill xmlns:a="http://schemas.openxmlformats.org/drawingml/2006/main">
            <a:srgbClr val="FFFFFF"/>
          </a:solidFill>
          <a:ln xmlns:a="http://schemas.openxmlformats.org/drawingml/2006/main" w="14288">
            <a:solidFill>
              <a:srgbClr val="C9D3D2"/>
            </a:solidFill>
          </a:ln>
        </p:spPr>
        <p:txBody>
          <a:bodyPr xmlns:a="http://schemas.openxmlformats.org/drawingml/2006/main" lIns="133350" tIns="133350" rIns="133350" bIns="133350" anchor="ctr">
            <a:noAutofit/>
          </a:bodyPr>
          <a:lstStyle xmlns:a="http://schemas.openxmlformats.org/drawingml/2006/main">
            <a:defPPr algn="ctr">
              <a:defRPr sz="1875">
                <a:solidFill>
                  <a:srgbClr val="0B2F38"/>
                </a:solidFill>
                <a:latin typeface="Arial"/>
                <a:ea typeface="Arial"/>
                <a:cs typeface="Arial"/>
              </a:defRPr>
            </a:defPPr>
            <a:lvl1pPr algn="ctr">
              <a:defRPr sz="1875">
                <a:solidFill>
                  <a:srgbClr val="0B2F38"/>
                </a:solidFill>
                <a:latin typeface="Arial"/>
                <a:ea typeface="Arial"/>
                <a:cs typeface="Arial"/>
              </a:defRPr>
            </a:lvl1pPr>
            <a:lvl2pPr algn="ctr">
              <a:defRPr sz="1875">
                <a:solidFill>
                  <a:srgbClr val="0B2F38"/>
                </a:solidFill>
                <a:latin typeface="Arial"/>
                <a:ea typeface="Arial"/>
                <a:cs typeface="Arial"/>
              </a:defRPr>
            </a:lvl2pPr>
            <a:lvl3pPr algn="ctr">
              <a:defRPr sz="1875">
                <a:solidFill>
                  <a:srgbClr val="0B2F38"/>
                </a:solidFill>
                <a:latin typeface="Arial"/>
                <a:ea typeface="Arial"/>
                <a:cs typeface="Arial"/>
              </a:defRPr>
            </a:lvl3pPr>
            <a:lvl4pPr algn="ctr">
              <a:defRPr sz="1875">
                <a:solidFill>
                  <a:srgbClr val="0B2F38"/>
                </a:solidFill>
                <a:latin typeface="Arial"/>
                <a:ea typeface="Arial"/>
                <a:cs typeface="Arial"/>
              </a:defRPr>
            </a:lvl4pPr>
            <a:lvl5pPr algn="ctr">
              <a:defRPr sz="1875">
                <a:solidFill>
                  <a:srgbClr val="0B2F38"/>
                </a:solidFill>
                <a:latin typeface="Arial"/>
                <a:ea typeface="Arial"/>
                <a:cs typeface="Arial"/>
              </a:defRPr>
            </a:lvl5pPr>
            <a:lvl6pPr algn="ctr">
              <a:defRPr sz="1875">
                <a:solidFill>
                  <a:srgbClr val="0B2F38"/>
                </a:solidFill>
                <a:latin typeface="Arial"/>
                <a:ea typeface="Arial"/>
                <a:cs typeface="Arial"/>
              </a:defRPr>
            </a:lvl6pPr>
            <a:lvl7pPr algn="ctr">
              <a:defRPr sz="1875">
                <a:solidFill>
                  <a:srgbClr val="0B2F38"/>
                </a:solidFill>
                <a:latin typeface="Arial"/>
                <a:ea typeface="Arial"/>
                <a:cs typeface="Arial"/>
              </a:defRPr>
            </a:lvl7pPr>
            <a:lvl8pPr algn="ctr">
              <a:defRPr sz="1875">
                <a:solidFill>
                  <a:srgbClr val="0B2F38"/>
                </a:solidFill>
                <a:latin typeface="Arial"/>
                <a:ea typeface="Arial"/>
                <a:cs typeface="Arial"/>
              </a:defRPr>
            </a:lvl8pPr>
            <a:lvl9pPr algn="ctr">
              <a:defRPr sz="1875">
                <a:solidFill>
                  <a:srgbClr val="0B2F38"/>
                </a:solidFill>
                <a:latin typeface="Arial"/>
                <a:ea typeface="Arial"/>
                <a:cs typeface="Arial"/>
              </a:defRPr>
            </a:lvl9pPr>
          </a:lstStyle>
          <a:p xmlns:a="http://schemas.openxmlformats.org/drawingml/2006/main">
            <a:pPr algn="ctr">
              <a:defRPr sz="1875">
                <a:solidFill>
                  <a:srgbClr val="0B2F38"/>
                </a:solidFill>
                <a:latin typeface="Arial"/>
                <a:ea typeface="Arial"/>
                <a:cs typeface="Arial"/>
              </a:defRPr>
            </a:pPr>
            <a:r>
              <a:rPr sz="1875">
                <a:solidFill>
                  <a:srgbClr val="0B2F38"/>
                </a:solidFill>
                <a:latin typeface="Arial"/>
                <a:ea typeface="Arial"/>
                <a:cs typeface="Arial"/>
              </a:rPr>
              <a:t>Prüfen</a:t>
            </a:r>
          </a:p>
          <a:p xmlns:a="http://schemas.openxmlformats.org/drawingml/2006/main">
            <a:pPr algn="ctr">
              <a:defRPr sz="1875">
                <a:solidFill>
                  <a:srgbClr val="0B2F38"/>
                </a:solidFill>
                <a:latin typeface="Arial"/>
                <a:ea typeface="Arial"/>
                <a:cs typeface="Arial"/>
              </a:defRPr>
            </a:pPr>
            <a:r>
              <a:rPr sz="1875">
                <a:solidFill>
                  <a:srgbClr val="0B2F38"/>
                </a:solidFill>
                <a:latin typeface="Arial"/>
                <a:ea typeface="Arial"/>
                <a:cs typeface="Arial"/>
              </a:rPr>
              <a:t>Qualität + Laufzeit</a:t>
            </a:r>
          </a:p>
          <a:p xmlns:a="http://schemas.openxmlformats.org/drawingml/2006/main">
            <a:pPr algn="ctr">
              <a:defRPr sz="1875">
                <a:solidFill>
                  <a:srgbClr val="0B2F38"/>
                </a:solidFill>
                <a:latin typeface="Arial"/>
                <a:ea typeface="Arial"/>
                <a:cs typeface="Arial"/>
              </a:defRPr>
            </a:pPr>
            <a:r>
              <a:rPr sz="1875">
                <a:solidFill>
                  <a:srgbClr val="0B2F38"/>
                </a:solidFill>
                <a:latin typeface="Arial"/>
                <a:ea typeface="Arial"/>
                <a:cs typeface="Arial"/>
              </a:rPr>
              <a:t>auf jedem Zielsystem</a:t>
            </a:r>
          </a:p>
        </p:txBody>
      </p:sp>
      <p:sp>
        <p:nvSpPr>
          <p:cNvPr id="14" name="text-13">
            <a:extLst xmlns:a="http://schemas.openxmlformats.org/drawingml/2006/main">
              <a:ext uri="{FF2B5EF4-FFF2-40B4-BE49-F238E27FC236}">
                <a16:creationId xmlns:a16="http://schemas.microsoft.com/office/drawing/2014/main" id="{CFC940A8-449E-4DCD-BC5B-8BDC5C0669EB}"/>
              </a:ext>
            </a:extLst>
          </p:cNvPr>
          <p:cNvSpPr>
            <a:spLocks xmlns:a="http://schemas.openxmlformats.org/drawingml/2006/main" noGrp="1"/>
          </p:cNvSpPr>
          <p:nvPr/>
        </p:nvSpPr>
        <p:spPr>
          <a:xfrm xmlns:a="http://schemas.openxmlformats.org/drawingml/2006/main">
            <a:off x="609600" y="590550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0646A"/>
                </a:solidFill>
                <a:latin typeface="Arial"/>
                <a:ea typeface="Arial"/>
                <a:cs typeface="Arial"/>
              </a:defRPr>
            </a:defPPr>
            <a:lvl1pPr algn="l">
              <a:defRPr sz="1575" b="0">
                <a:solidFill>
                  <a:srgbClr val="50646A"/>
                </a:solidFill>
                <a:latin typeface="Arial"/>
                <a:ea typeface="Arial"/>
                <a:cs typeface="Arial"/>
              </a:defRPr>
            </a:lvl1pPr>
            <a:lvl2pPr algn="l">
              <a:defRPr sz="1575" b="0">
                <a:solidFill>
                  <a:srgbClr val="50646A"/>
                </a:solidFill>
                <a:latin typeface="Arial"/>
                <a:ea typeface="Arial"/>
                <a:cs typeface="Arial"/>
              </a:defRPr>
            </a:lvl2pPr>
            <a:lvl3pPr algn="l">
              <a:defRPr sz="1575" b="0">
                <a:solidFill>
                  <a:srgbClr val="50646A"/>
                </a:solidFill>
                <a:latin typeface="Arial"/>
                <a:ea typeface="Arial"/>
                <a:cs typeface="Arial"/>
              </a:defRPr>
            </a:lvl3pPr>
            <a:lvl4pPr algn="l">
              <a:defRPr sz="1575" b="0">
                <a:solidFill>
                  <a:srgbClr val="50646A"/>
                </a:solidFill>
                <a:latin typeface="Arial"/>
                <a:ea typeface="Arial"/>
                <a:cs typeface="Arial"/>
              </a:defRPr>
            </a:lvl4pPr>
            <a:lvl5pPr algn="l">
              <a:defRPr sz="1575" b="0">
                <a:solidFill>
                  <a:srgbClr val="50646A"/>
                </a:solidFill>
                <a:latin typeface="Arial"/>
                <a:ea typeface="Arial"/>
                <a:cs typeface="Arial"/>
              </a:defRPr>
            </a:lvl5pPr>
            <a:lvl6pPr algn="l">
              <a:defRPr sz="1575" b="0">
                <a:solidFill>
                  <a:srgbClr val="50646A"/>
                </a:solidFill>
                <a:latin typeface="Arial"/>
                <a:ea typeface="Arial"/>
                <a:cs typeface="Arial"/>
              </a:defRPr>
            </a:lvl6pPr>
            <a:lvl7pPr algn="l">
              <a:defRPr sz="1575" b="0">
                <a:solidFill>
                  <a:srgbClr val="50646A"/>
                </a:solidFill>
                <a:latin typeface="Arial"/>
                <a:ea typeface="Arial"/>
                <a:cs typeface="Arial"/>
              </a:defRPr>
            </a:lvl7pPr>
            <a:lvl8pPr algn="l">
              <a:defRPr sz="1575" b="0">
                <a:solidFill>
                  <a:srgbClr val="50646A"/>
                </a:solidFill>
                <a:latin typeface="Arial"/>
                <a:ea typeface="Arial"/>
                <a:cs typeface="Arial"/>
              </a:defRPr>
            </a:lvl8pPr>
            <a:lvl9pPr algn="l">
              <a:defRPr sz="1575" b="0">
                <a:solidFill>
                  <a:srgbClr val="50646A"/>
                </a:solidFill>
                <a:latin typeface="Arial"/>
                <a:ea typeface="Arial"/>
                <a:cs typeface="Arial"/>
              </a:defRPr>
            </a:lvl9pPr>
          </a:lstStyle>
          <a:p xmlns:a="http://schemas.openxmlformats.org/drawingml/2006/main">
            <a:pPr algn="l">
              <a:defRPr sz="1575" b="0">
                <a:solidFill>
                  <a:srgbClr val="50646A"/>
                </a:solidFill>
                <a:latin typeface="Arial"/>
                <a:ea typeface="Arial"/>
                <a:cs typeface="Arial"/>
              </a:defRPr>
            </a:pPr>
            <a:r>
              <a:rPr sz="1575" b="0">
                <a:solidFill>
                  <a:srgbClr val="50646A"/>
                </a:solidFill>
                <a:latin typeface="Arial"/>
                <a:ea typeface="Arial"/>
                <a:cs typeface="Arial"/>
              </a:rPr>
              <a:t>Ein Modellstand, dokumentierte Exporte und überprüfbare Ergebnisse auf allen Zielsystemen</a:t>
            </a:r>
          </a:p>
        </p:txBody>
      </p:sp>
    </p:spTree>
    <p:extLst>
      <p:ext uri="{BB962C8B-B14F-4D97-AF65-F5344CB8AC3E}">
        <p14:creationId xmlns:p14="http://schemas.microsoft.com/office/powerpoint/2010/main" val="1739184266"/>
      </p:ext>
    </p:extLst>
  </p:cSld>
</p:sld>
</file>

<file path=ppt/slides/slide38.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F10A42CE-F828-4763-A630-F32CB0D9E97C}"/>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B2F38"/>
                </a:solidFill>
                <a:latin typeface="Arial"/>
                <a:ea typeface="Arial"/>
                <a:cs typeface="Arial"/>
              </a:defRPr>
            </a:defPPr>
            <a:lvl1pPr algn="l">
              <a:defRPr sz="3300" b="1">
                <a:solidFill>
                  <a:srgbClr val="0B2F38"/>
                </a:solidFill>
                <a:latin typeface="Arial"/>
                <a:ea typeface="Arial"/>
                <a:cs typeface="Arial"/>
              </a:defRPr>
            </a:lvl1pPr>
            <a:lvl2pPr algn="l">
              <a:defRPr sz="3300" b="1">
                <a:solidFill>
                  <a:srgbClr val="0B2F38"/>
                </a:solidFill>
                <a:latin typeface="Arial"/>
                <a:ea typeface="Arial"/>
                <a:cs typeface="Arial"/>
              </a:defRPr>
            </a:lvl2pPr>
            <a:lvl3pPr algn="l">
              <a:defRPr sz="3300" b="1">
                <a:solidFill>
                  <a:srgbClr val="0B2F38"/>
                </a:solidFill>
                <a:latin typeface="Arial"/>
                <a:ea typeface="Arial"/>
                <a:cs typeface="Arial"/>
              </a:defRPr>
            </a:lvl3pPr>
            <a:lvl4pPr algn="l">
              <a:defRPr sz="3300" b="1">
                <a:solidFill>
                  <a:srgbClr val="0B2F38"/>
                </a:solidFill>
                <a:latin typeface="Arial"/>
                <a:ea typeface="Arial"/>
                <a:cs typeface="Arial"/>
              </a:defRPr>
            </a:lvl4pPr>
            <a:lvl5pPr algn="l">
              <a:defRPr sz="3300" b="1">
                <a:solidFill>
                  <a:srgbClr val="0B2F38"/>
                </a:solidFill>
                <a:latin typeface="Arial"/>
                <a:ea typeface="Arial"/>
                <a:cs typeface="Arial"/>
              </a:defRPr>
            </a:lvl5pPr>
            <a:lvl6pPr algn="l">
              <a:defRPr sz="3300" b="1">
                <a:solidFill>
                  <a:srgbClr val="0B2F38"/>
                </a:solidFill>
                <a:latin typeface="Arial"/>
                <a:ea typeface="Arial"/>
                <a:cs typeface="Arial"/>
              </a:defRPr>
            </a:lvl6pPr>
            <a:lvl7pPr algn="l">
              <a:defRPr sz="3300" b="1">
                <a:solidFill>
                  <a:srgbClr val="0B2F38"/>
                </a:solidFill>
                <a:latin typeface="Arial"/>
                <a:ea typeface="Arial"/>
                <a:cs typeface="Arial"/>
              </a:defRPr>
            </a:lvl7pPr>
            <a:lvl8pPr algn="l">
              <a:defRPr sz="3300" b="1">
                <a:solidFill>
                  <a:srgbClr val="0B2F38"/>
                </a:solidFill>
                <a:latin typeface="Arial"/>
                <a:ea typeface="Arial"/>
                <a:cs typeface="Arial"/>
              </a:defRPr>
            </a:lvl8pPr>
            <a:lvl9pPr algn="l">
              <a:defRPr sz="3300" b="1">
                <a:solidFill>
                  <a:srgbClr val="0B2F38"/>
                </a:solidFill>
                <a:latin typeface="Arial"/>
                <a:ea typeface="Arial"/>
                <a:cs typeface="Arial"/>
              </a:defRPr>
            </a:lvl9pPr>
          </a:lstStyle>
          <a:p xmlns:a="http://schemas.openxmlformats.org/drawingml/2006/main">
            <a:pPr algn="l">
              <a:defRPr sz="3300" b="1">
                <a:solidFill>
                  <a:srgbClr val="0B2F38"/>
                </a:solidFill>
                <a:latin typeface="Arial"/>
                <a:ea typeface="Arial"/>
                <a:cs typeface="Arial"/>
              </a:defRPr>
            </a:pPr>
            <a:r>
              <a:rPr sz="3300" b="1">
                <a:solidFill>
                  <a:srgbClr val="0B2F38"/>
                </a:solidFill>
                <a:latin typeface="Arial"/>
                <a:ea typeface="Arial"/>
                <a:cs typeface="Arial"/>
              </a:rPr>
              <a:t>Projekt A · Ortstafeln menschlich labeln</a:t>
            </a:r>
          </a:p>
        </p:txBody>
      </p:sp>
      <p:sp>
        <p:nvSpPr>
          <p:cNvPr id="2" name="text-1">
            <a:extLst xmlns:a="http://schemas.openxmlformats.org/drawingml/2006/main">
              <a:ext uri="{FF2B5EF4-FFF2-40B4-BE49-F238E27FC236}">
                <a16:creationId xmlns:a16="http://schemas.microsoft.com/office/drawing/2014/main" id="{3BD0DA66-EC4C-4FDE-8E82-0B17AFAD258D}"/>
              </a:ext>
            </a:extLst>
          </p:cNvPr>
          <p:cNvSpPr>
            <a:spLocks xmlns:a="http://schemas.openxmlformats.org/drawingml/2006/main" noGrp="1"/>
          </p:cNvSpPr>
          <p:nvPr/>
        </p:nvSpPr>
        <p:spPr>
          <a:xfrm xmlns:a="http://schemas.openxmlformats.org/drawingml/2006/main">
            <a:off x="11144250" y="6477000"/>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defRPr sz="1125" b="0">
                <a:solidFill>
                  <a:srgbClr val="50646A"/>
                </a:solidFill>
                <a:latin typeface="Arial"/>
                <a:ea typeface="Arial"/>
                <a:cs typeface="Arial"/>
              </a:defRPr>
            </a:lvl1pPr>
            <a:lvl2pPr algn="r">
              <a:defRPr sz="1125" b="0">
                <a:solidFill>
                  <a:srgbClr val="50646A"/>
                </a:solidFill>
                <a:latin typeface="Arial"/>
                <a:ea typeface="Arial"/>
                <a:cs typeface="Arial"/>
              </a:defRPr>
            </a:lvl2pPr>
            <a:lvl3pPr algn="r">
              <a:defRPr sz="1125" b="0">
                <a:solidFill>
                  <a:srgbClr val="50646A"/>
                </a:solidFill>
                <a:latin typeface="Arial"/>
                <a:ea typeface="Arial"/>
                <a:cs typeface="Arial"/>
              </a:defRPr>
            </a:lvl3pPr>
            <a:lvl4pPr algn="r">
              <a:defRPr sz="1125" b="0">
                <a:solidFill>
                  <a:srgbClr val="50646A"/>
                </a:solidFill>
                <a:latin typeface="Arial"/>
                <a:ea typeface="Arial"/>
                <a:cs typeface="Arial"/>
              </a:defRPr>
            </a:lvl4pPr>
            <a:lvl5pPr algn="r">
              <a:defRPr sz="1125" b="0">
                <a:solidFill>
                  <a:srgbClr val="50646A"/>
                </a:solidFill>
                <a:latin typeface="Arial"/>
                <a:ea typeface="Arial"/>
                <a:cs typeface="Arial"/>
              </a:defRPr>
            </a:lvl5pPr>
            <a:lvl6pPr algn="r">
              <a:defRPr sz="1125" b="0">
                <a:solidFill>
                  <a:srgbClr val="50646A"/>
                </a:solidFill>
                <a:latin typeface="Arial"/>
                <a:ea typeface="Arial"/>
                <a:cs typeface="Arial"/>
              </a:defRPr>
            </a:lvl6pPr>
            <a:lvl7pPr algn="r">
              <a:defRPr sz="1125" b="0">
                <a:solidFill>
                  <a:srgbClr val="50646A"/>
                </a:solidFill>
                <a:latin typeface="Arial"/>
                <a:ea typeface="Arial"/>
                <a:cs typeface="Arial"/>
              </a:defRPr>
            </a:lvl7pPr>
            <a:lvl8pPr algn="r">
              <a:defRPr sz="1125" b="0">
                <a:solidFill>
                  <a:srgbClr val="50646A"/>
                </a:solidFill>
                <a:latin typeface="Arial"/>
                <a:ea typeface="Arial"/>
                <a:cs typeface="Arial"/>
              </a:defRPr>
            </a:lvl8pPr>
            <a:lvl9pPr algn="r">
              <a:defRPr sz="1125" b="0">
                <a:solidFill>
                  <a:srgbClr val="50646A"/>
                </a:solidFill>
                <a:latin typeface="Arial"/>
                <a:ea typeface="Arial"/>
                <a:cs typeface="Arial"/>
              </a:defRPr>
            </a:lvl9pPr>
          </a:lstStyle>
          <a:p xmlns:a="http://schemas.openxmlformats.org/drawingml/2006/main">
            <a:pPr algn="r">
              <a:defRPr sz="1125" b="0">
                <a:solidFill>
                  <a:srgbClr val="50646A"/>
                </a:solidFill>
                <a:latin typeface="Arial"/>
                <a:ea typeface="Arial"/>
                <a:cs typeface="Arial"/>
              </a:defRPr>
            </a:pPr>
            <a:r>
              <a:rPr sz="1125" b="0">
                <a:solidFill>
                  <a:srgbClr val="50646A"/>
                </a:solidFill>
                <a:latin typeface="Arial"/>
                <a:ea typeface="Arial"/>
                <a:cs typeface="Arial"/>
              </a:rPr>
              <a:t>38</a:t>
            </a:r>
          </a:p>
        </p:txBody>
      </p:sp>
      <p:sp>
        <p:nvSpPr>
          <p:cNvPr id="3" name="text-2">
            <a:extLst xmlns:a="http://schemas.openxmlformats.org/drawingml/2006/main">
              <a:ext uri="{FF2B5EF4-FFF2-40B4-BE49-F238E27FC236}">
                <a16:creationId xmlns:a16="http://schemas.microsoft.com/office/drawing/2014/main" id="{3827A021-7C17-46B4-955D-587259AB08D1}"/>
              </a:ext>
            </a:extLst>
          </p:cNvPr>
          <p:cNvSpPr>
            <a:spLocks xmlns:a="http://schemas.openxmlformats.org/drawingml/2006/main" noGrp="1"/>
          </p:cNvSpPr>
          <p:nvPr/>
        </p:nvSpPr>
        <p:spPr>
          <a:xfrm xmlns:a="http://schemas.openxmlformats.org/drawingml/2006/main">
            <a:off x="609600" y="1657350"/>
            <a:ext cx="685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B2F38"/>
                </a:solidFill>
                <a:latin typeface="Arial"/>
                <a:ea typeface="Arial"/>
                <a:cs typeface="Arial"/>
              </a:defRPr>
            </a:defPPr>
            <a:lvl1pPr algn="l">
              <a:defRPr sz="2025" b="0">
                <a:solidFill>
                  <a:srgbClr val="0B2F38"/>
                </a:solidFill>
                <a:latin typeface="Arial"/>
                <a:ea typeface="Arial"/>
                <a:cs typeface="Arial"/>
              </a:defRPr>
            </a:lvl1pPr>
            <a:lvl2pPr algn="l">
              <a:defRPr sz="2025" b="0">
                <a:solidFill>
                  <a:srgbClr val="0B2F38"/>
                </a:solidFill>
                <a:latin typeface="Arial"/>
                <a:ea typeface="Arial"/>
                <a:cs typeface="Arial"/>
              </a:defRPr>
            </a:lvl2pPr>
            <a:lvl3pPr algn="l">
              <a:defRPr sz="2025" b="0">
                <a:solidFill>
                  <a:srgbClr val="0B2F38"/>
                </a:solidFill>
                <a:latin typeface="Arial"/>
                <a:ea typeface="Arial"/>
                <a:cs typeface="Arial"/>
              </a:defRPr>
            </a:lvl3pPr>
            <a:lvl4pPr algn="l">
              <a:defRPr sz="2025" b="0">
                <a:solidFill>
                  <a:srgbClr val="0B2F38"/>
                </a:solidFill>
                <a:latin typeface="Arial"/>
                <a:ea typeface="Arial"/>
                <a:cs typeface="Arial"/>
              </a:defRPr>
            </a:lvl4pPr>
            <a:lvl5pPr algn="l">
              <a:defRPr sz="2025" b="0">
                <a:solidFill>
                  <a:srgbClr val="0B2F38"/>
                </a:solidFill>
                <a:latin typeface="Arial"/>
                <a:ea typeface="Arial"/>
                <a:cs typeface="Arial"/>
              </a:defRPr>
            </a:lvl5pPr>
            <a:lvl6pPr algn="l">
              <a:defRPr sz="2025" b="0">
                <a:solidFill>
                  <a:srgbClr val="0B2F38"/>
                </a:solidFill>
                <a:latin typeface="Arial"/>
                <a:ea typeface="Arial"/>
                <a:cs typeface="Arial"/>
              </a:defRPr>
            </a:lvl6pPr>
            <a:lvl7pPr algn="l">
              <a:defRPr sz="2025" b="0">
                <a:solidFill>
                  <a:srgbClr val="0B2F38"/>
                </a:solidFill>
                <a:latin typeface="Arial"/>
                <a:ea typeface="Arial"/>
                <a:cs typeface="Arial"/>
              </a:defRPr>
            </a:lvl7pPr>
            <a:lvl8pPr algn="l">
              <a:defRPr sz="2025" b="0">
                <a:solidFill>
                  <a:srgbClr val="0B2F38"/>
                </a:solidFill>
                <a:latin typeface="Arial"/>
                <a:ea typeface="Arial"/>
                <a:cs typeface="Arial"/>
              </a:defRPr>
            </a:lvl8pPr>
            <a:lvl9pPr algn="l">
              <a:defRPr sz="2025" b="0">
                <a:solidFill>
                  <a:srgbClr val="0B2F38"/>
                </a:solidFill>
                <a:latin typeface="Arial"/>
                <a:ea typeface="Arial"/>
                <a:cs typeface="Arial"/>
              </a:defRPr>
            </a:lvl9pPr>
          </a:lstStyle>
          <a:p xmlns:a="http://schemas.openxmlformats.org/drawingml/2006/main">
            <a:pPr algn="l">
              <a:defRPr sz="2025" b="0">
                <a:solidFill>
                  <a:srgbClr val="0B2F38"/>
                </a:solidFill>
                <a:latin typeface="Arial"/>
                <a:ea typeface="Arial"/>
                <a:cs typeface="Arial"/>
              </a:defRPr>
            </a:pPr>
            <a:r>
              <a:rPr sz="2025" b="0">
                <a:solidFill>
                  <a:srgbClr val="0B2F38"/>
                </a:solidFill>
                <a:latin typeface="Arial"/>
                <a:ea typeface="Arial"/>
                <a:cs typeface="Arial"/>
              </a:rPr>
              <a:t>Eigene Ortseingangs- und Ortsausgangsbilder aufnehmen</a:t>
            </a:r>
          </a:p>
        </p:txBody>
      </p:sp>
      <p:sp>
        <p:nvSpPr>
          <p:cNvPr id="4" name="text-3">
            <a:extLst xmlns:a="http://schemas.openxmlformats.org/drawingml/2006/main">
              <a:ext uri="{FF2B5EF4-FFF2-40B4-BE49-F238E27FC236}">
                <a16:creationId xmlns:a16="http://schemas.microsoft.com/office/drawing/2014/main" id="{D18EC394-7420-4D5C-B553-F788A391D372}"/>
              </a:ext>
            </a:extLst>
          </p:cNvPr>
          <p:cNvSpPr>
            <a:spLocks xmlns:a="http://schemas.openxmlformats.org/drawingml/2006/main" noGrp="1"/>
          </p:cNvSpPr>
          <p:nvPr/>
        </p:nvSpPr>
        <p:spPr>
          <a:xfrm xmlns:a="http://schemas.openxmlformats.org/drawingml/2006/main">
            <a:off x="609600" y="2514600"/>
            <a:ext cx="685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B2F38"/>
                </a:solidFill>
                <a:latin typeface="Arial"/>
                <a:ea typeface="Arial"/>
                <a:cs typeface="Arial"/>
              </a:defRPr>
            </a:defPPr>
            <a:lvl1pPr algn="l">
              <a:defRPr sz="2025" b="0">
                <a:solidFill>
                  <a:srgbClr val="0B2F38"/>
                </a:solidFill>
                <a:latin typeface="Arial"/>
                <a:ea typeface="Arial"/>
                <a:cs typeface="Arial"/>
              </a:defRPr>
            </a:lvl1pPr>
            <a:lvl2pPr algn="l">
              <a:defRPr sz="2025" b="0">
                <a:solidFill>
                  <a:srgbClr val="0B2F38"/>
                </a:solidFill>
                <a:latin typeface="Arial"/>
                <a:ea typeface="Arial"/>
                <a:cs typeface="Arial"/>
              </a:defRPr>
            </a:lvl2pPr>
            <a:lvl3pPr algn="l">
              <a:defRPr sz="2025" b="0">
                <a:solidFill>
                  <a:srgbClr val="0B2F38"/>
                </a:solidFill>
                <a:latin typeface="Arial"/>
                <a:ea typeface="Arial"/>
                <a:cs typeface="Arial"/>
              </a:defRPr>
            </a:lvl3pPr>
            <a:lvl4pPr algn="l">
              <a:defRPr sz="2025" b="0">
                <a:solidFill>
                  <a:srgbClr val="0B2F38"/>
                </a:solidFill>
                <a:latin typeface="Arial"/>
                <a:ea typeface="Arial"/>
                <a:cs typeface="Arial"/>
              </a:defRPr>
            </a:lvl4pPr>
            <a:lvl5pPr algn="l">
              <a:defRPr sz="2025" b="0">
                <a:solidFill>
                  <a:srgbClr val="0B2F38"/>
                </a:solidFill>
                <a:latin typeface="Arial"/>
                <a:ea typeface="Arial"/>
                <a:cs typeface="Arial"/>
              </a:defRPr>
            </a:lvl5pPr>
            <a:lvl6pPr algn="l">
              <a:defRPr sz="2025" b="0">
                <a:solidFill>
                  <a:srgbClr val="0B2F38"/>
                </a:solidFill>
                <a:latin typeface="Arial"/>
                <a:ea typeface="Arial"/>
                <a:cs typeface="Arial"/>
              </a:defRPr>
            </a:lvl6pPr>
            <a:lvl7pPr algn="l">
              <a:defRPr sz="2025" b="0">
                <a:solidFill>
                  <a:srgbClr val="0B2F38"/>
                </a:solidFill>
                <a:latin typeface="Arial"/>
                <a:ea typeface="Arial"/>
                <a:cs typeface="Arial"/>
              </a:defRPr>
            </a:lvl7pPr>
            <a:lvl8pPr algn="l">
              <a:defRPr sz="2025" b="0">
                <a:solidFill>
                  <a:srgbClr val="0B2F38"/>
                </a:solidFill>
                <a:latin typeface="Arial"/>
                <a:ea typeface="Arial"/>
                <a:cs typeface="Arial"/>
              </a:defRPr>
            </a:lvl8pPr>
            <a:lvl9pPr algn="l">
              <a:defRPr sz="2025" b="0">
                <a:solidFill>
                  <a:srgbClr val="0B2F38"/>
                </a:solidFill>
                <a:latin typeface="Arial"/>
                <a:ea typeface="Arial"/>
                <a:cs typeface="Arial"/>
              </a:defRPr>
            </a:lvl9pPr>
          </a:lstStyle>
          <a:p xmlns:a="http://schemas.openxmlformats.org/drawingml/2006/main">
            <a:pPr algn="l">
              <a:defRPr sz="2025" b="0">
                <a:solidFill>
                  <a:srgbClr val="0B2F38"/>
                </a:solidFill>
                <a:latin typeface="Arial"/>
                <a:ea typeface="Arial"/>
                <a:cs typeface="Arial"/>
              </a:defRPr>
            </a:pPr>
            <a:r>
              <a:rPr sz="2025" b="0">
                <a:solidFill>
                  <a:srgbClr val="0B2F38"/>
                </a:solidFill>
                <a:latin typeface="Arial"/>
                <a:ea typeface="Arial"/>
                <a:cs typeface="Arial"/>
              </a:rPr>
              <a:t>In Panoramax DE:310 und DE:311 annotieren</a:t>
            </a:r>
          </a:p>
        </p:txBody>
      </p:sp>
      <p:sp>
        <p:nvSpPr>
          <p:cNvPr id="5" name="text-4">
            <a:extLst xmlns:a="http://schemas.openxmlformats.org/drawingml/2006/main">
              <a:ext uri="{FF2B5EF4-FFF2-40B4-BE49-F238E27FC236}">
                <a16:creationId xmlns:a16="http://schemas.microsoft.com/office/drawing/2014/main" id="{40A18F12-447F-4D32-96AB-0D18065C3221}"/>
              </a:ext>
            </a:extLst>
          </p:cNvPr>
          <p:cNvSpPr>
            <a:spLocks xmlns:a="http://schemas.openxmlformats.org/drawingml/2006/main" noGrp="1"/>
          </p:cNvSpPr>
          <p:nvPr/>
        </p:nvSpPr>
        <p:spPr>
          <a:xfrm xmlns:a="http://schemas.openxmlformats.org/drawingml/2006/main">
            <a:off x="609600" y="3371850"/>
            <a:ext cx="685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B2F38"/>
                </a:solidFill>
                <a:latin typeface="Arial"/>
                <a:ea typeface="Arial"/>
                <a:cs typeface="Arial"/>
              </a:defRPr>
            </a:defPPr>
            <a:lvl1pPr algn="l">
              <a:defRPr sz="2025" b="0">
                <a:solidFill>
                  <a:srgbClr val="0B2F38"/>
                </a:solidFill>
                <a:latin typeface="Arial"/>
                <a:ea typeface="Arial"/>
                <a:cs typeface="Arial"/>
              </a:defRPr>
            </a:lvl1pPr>
            <a:lvl2pPr algn="l">
              <a:defRPr sz="2025" b="0">
                <a:solidFill>
                  <a:srgbClr val="0B2F38"/>
                </a:solidFill>
                <a:latin typeface="Arial"/>
                <a:ea typeface="Arial"/>
                <a:cs typeface="Arial"/>
              </a:defRPr>
            </a:lvl2pPr>
            <a:lvl3pPr algn="l">
              <a:defRPr sz="2025" b="0">
                <a:solidFill>
                  <a:srgbClr val="0B2F38"/>
                </a:solidFill>
                <a:latin typeface="Arial"/>
                <a:ea typeface="Arial"/>
                <a:cs typeface="Arial"/>
              </a:defRPr>
            </a:lvl3pPr>
            <a:lvl4pPr algn="l">
              <a:defRPr sz="2025" b="0">
                <a:solidFill>
                  <a:srgbClr val="0B2F38"/>
                </a:solidFill>
                <a:latin typeface="Arial"/>
                <a:ea typeface="Arial"/>
                <a:cs typeface="Arial"/>
              </a:defRPr>
            </a:lvl4pPr>
            <a:lvl5pPr algn="l">
              <a:defRPr sz="2025" b="0">
                <a:solidFill>
                  <a:srgbClr val="0B2F38"/>
                </a:solidFill>
                <a:latin typeface="Arial"/>
                <a:ea typeface="Arial"/>
                <a:cs typeface="Arial"/>
              </a:defRPr>
            </a:lvl5pPr>
            <a:lvl6pPr algn="l">
              <a:defRPr sz="2025" b="0">
                <a:solidFill>
                  <a:srgbClr val="0B2F38"/>
                </a:solidFill>
                <a:latin typeface="Arial"/>
                <a:ea typeface="Arial"/>
                <a:cs typeface="Arial"/>
              </a:defRPr>
            </a:lvl6pPr>
            <a:lvl7pPr algn="l">
              <a:defRPr sz="2025" b="0">
                <a:solidFill>
                  <a:srgbClr val="0B2F38"/>
                </a:solidFill>
                <a:latin typeface="Arial"/>
                <a:ea typeface="Arial"/>
                <a:cs typeface="Arial"/>
              </a:defRPr>
            </a:lvl7pPr>
            <a:lvl8pPr algn="l">
              <a:defRPr sz="2025" b="0">
                <a:solidFill>
                  <a:srgbClr val="0B2F38"/>
                </a:solidFill>
                <a:latin typeface="Arial"/>
                <a:ea typeface="Arial"/>
                <a:cs typeface="Arial"/>
              </a:defRPr>
            </a:lvl8pPr>
            <a:lvl9pPr algn="l">
              <a:defRPr sz="2025" b="0">
                <a:solidFill>
                  <a:srgbClr val="0B2F38"/>
                </a:solidFill>
                <a:latin typeface="Arial"/>
                <a:ea typeface="Arial"/>
                <a:cs typeface="Arial"/>
              </a:defRPr>
            </a:lvl9pPr>
          </a:lstStyle>
          <a:p xmlns:a="http://schemas.openxmlformats.org/drawingml/2006/main">
            <a:pPr algn="l">
              <a:defRPr sz="2025" b="0">
                <a:solidFill>
                  <a:srgbClr val="0B2F38"/>
                </a:solidFill>
                <a:latin typeface="Arial"/>
                <a:ea typeface="Arial"/>
                <a:cs typeface="Arial"/>
              </a:defRPr>
            </a:pPr>
            <a:r>
              <a:rPr sz="2025" b="0">
                <a:solidFill>
                  <a:srgbClr val="0B2F38"/>
                </a:solidFill>
                <a:latin typeface="Arial"/>
                <a:ea typeface="Arial"/>
                <a:cs typeface="Arial"/>
              </a:rPr>
              <a:t>Schwierige Fälle und verwechselbare gelbe Schilder sammeln</a:t>
            </a:r>
          </a:p>
        </p:txBody>
      </p:sp>
      <p:sp>
        <p:nvSpPr>
          <p:cNvPr id="6" name="text-5">
            <a:extLst xmlns:a="http://schemas.openxmlformats.org/drawingml/2006/main">
              <a:ext uri="{FF2B5EF4-FFF2-40B4-BE49-F238E27FC236}">
                <a16:creationId xmlns:a16="http://schemas.microsoft.com/office/drawing/2014/main" id="{36E0B13D-0103-4AC6-92CC-75348E3CB74A}"/>
              </a:ext>
            </a:extLst>
          </p:cNvPr>
          <p:cNvSpPr>
            <a:spLocks xmlns:a="http://schemas.openxmlformats.org/drawingml/2006/main" noGrp="1"/>
          </p:cNvSpPr>
          <p:nvPr/>
        </p:nvSpPr>
        <p:spPr>
          <a:xfrm xmlns:a="http://schemas.openxmlformats.org/drawingml/2006/main">
            <a:off x="609600" y="4229100"/>
            <a:ext cx="685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B2F38"/>
                </a:solidFill>
                <a:latin typeface="Arial"/>
                <a:ea typeface="Arial"/>
                <a:cs typeface="Arial"/>
              </a:defRPr>
            </a:defPPr>
            <a:lvl1pPr algn="l">
              <a:defRPr sz="2025" b="0">
                <a:solidFill>
                  <a:srgbClr val="0B2F38"/>
                </a:solidFill>
                <a:latin typeface="Arial"/>
                <a:ea typeface="Arial"/>
                <a:cs typeface="Arial"/>
              </a:defRPr>
            </a:lvl1pPr>
            <a:lvl2pPr algn="l">
              <a:defRPr sz="2025" b="0">
                <a:solidFill>
                  <a:srgbClr val="0B2F38"/>
                </a:solidFill>
                <a:latin typeface="Arial"/>
                <a:ea typeface="Arial"/>
                <a:cs typeface="Arial"/>
              </a:defRPr>
            </a:lvl2pPr>
            <a:lvl3pPr algn="l">
              <a:defRPr sz="2025" b="0">
                <a:solidFill>
                  <a:srgbClr val="0B2F38"/>
                </a:solidFill>
                <a:latin typeface="Arial"/>
                <a:ea typeface="Arial"/>
                <a:cs typeface="Arial"/>
              </a:defRPr>
            </a:lvl3pPr>
            <a:lvl4pPr algn="l">
              <a:defRPr sz="2025" b="0">
                <a:solidFill>
                  <a:srgbClr val="0B2F38"/>
                </a:solidFill>
                <a:latin typeface="Arial"/>
                <a:ea typeface="Arial"/>
                <a:cs typeface="Arial"/>
              </a:defRPr>
            </a:lvl4pPr>
            <a:lvl5pPr algn="l">
              <a:defRPr sz="2025" b="0">
                <a:solidFill>
                  <a:srgbClr val="0B2F38"/>
                </a:solidFill>
                <a:latin typeface="Arial"/>
                <a:ea typeface="Arial"/>
                <a:cs typeface="Arial"/>
              </a:defRPr>
            </a:lvl5pPr>
            <a:lvl6pPr algn="l">
              <a:defRPr sz="2025" b="0">
                <a:solidFill>
                  <a:srgbClr val="0B2F38"/>
                </a:solidFill>
                <a:latin typeface="Arial"/>
                <a:ea typeface="Arial"/>
                <a:cs typeface="Arial"/>
              </a:defRPr>
            </a:lvl6pPr>
            <a:lvl7pPr algn="l">
              <a:defRPr sz="2025" b="0">
                <a:solidFill>
                  <a:srgbClr val="0B2F38"/>
                </a:solidFill>
                <a:latin typeface="Arial"/>
                <a:ea typeface="Arial"/>
                <a:cs typeface="Arial"/>
              </a:defRPr>
            </a:lvl7pPr>
            <a:lvl8pPr algn="l">
              <a:defRPr sz="2025" b="0">
                <a:solidFill>
                  <a:srgbClr val="0B2F38"/>
                </a:solidFill>
                <a:latin typeface="Arial"/>
                <a:ea typeface="Arial"/>
                <a:cs typeface="Arial"/>
              </a:defRPr>
            </a:lvl8pPr>
            <a:lvl9pPr algn="l">
              <a:defRPr sz="2025" b="0">
                <a:solidFill>
                  <a:srgbClr val="0B2F38"/>
                </a:solidFill>
                <a:latin typeface="Arial"/>
                <a:ea typeface="Arial"/>
                <a:cs typeface="Arial"/>
              </a:defRPr>
            </a:lvl9pPr>
          </a:lstStyle>
          <a:p xmlns:a="http://schemas.openxmlformats.org/drawingml/2006/main">
            <a:pPr algn="l">
              <a:defRPr sz="2025" b="0">
                <a:solidFill>
                  <a:srgbClr val="0B2F38"/>
                </a:solidFill>
                <a:latin typeface="Arial"/>
                <a:ea typeface="Arial"/>
                <a:cs typeface="Arial"/>
              </a:defRPr>
            </a:pPr>
            <a:r>
              <a:rPr sz="2025" b="0">
                <a:solidFill>
                  <a:srgbClr val="0B2F38"/>
                </a:solidFill>
                <a:latin typeface="Arial"/>
                <a:ea typeface="Arial"/>
                <a:cs typeface="Arial"/>
              </a:rPr>
              <a:t>Geprüften Datensatz und unabhängigen Split abgeben</a:t>
            </a:r>
          </a:p>
        </p:txBody>
      </p:sp>
      <p:pic>
        <p:nvPicPr>
          <p:cNvPr id="7" name="">
            <a:extLst xmlns:a="http://schemas.openxmlformats.org/drawingml/2006/main">
              <a:ext uri="{FF2B5EF4-FFF2-40B4-BE49-F238E27FC236}">
                <a16:creationId xmlns:a16="http://schemas.microsoft.com/office/drawing/2014/main" id="{B585C222-4899-4924-BCCE-E69EAD49A14A}"/>
              </a:ext>
            </a:extLst>
          </p:cNvPr>
          <p:cNvPicPr>
            <a:picLocks xmlns:a="http://schemas.openxmlformats.org/drawingml/2006/main" noChangeAspect="1"/>
          </p:cNvPicPr>
          <p:nvPr/>
        </p:nvPicPr>
        <p:blipFill>
          <a:blip xmlns:r="http://schemas.openxmlformats.org/officeDocument/2006/relationships" xmlns:a="http://schemas.openxmlformats.org/drawingml/2006/main" r:embed="Rf027cfa0f59e4098"/>
          <a:stretch xmlns:a="http://schemas.openxmlformats.org/drawingml/2006/main"/>
        </p:blipFill>
        <p:spPr>
          <a:xfrm xmlns:a="http://schemas.openxmlformats.org/drawingml/2006/main">
            <a:off x="8796338" y="1533525"/>
            <a:ext cx="2314575" cy="411480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11B23895-EBA8-4BB6-AEB0-B08FB2B6B5B7}"/>
              </a:ext>
            </a:extLst>
          </p:cNvPr>
          <p:cNvPicPr>
            <a:picLocks xmlns:a="http://schemas.openxmlformats.org/drawingml/2006/main" noChangeAspect="1"/>
          </p:cNvPicPr>
          <p:nvPr/>
        </p:nvPicPr>
        <p:blipFill>
          <a:blip xmlns:r="http://schemas.openxmlformats.org/officeDocument/2006/relationships" xmlns:a="http://schemas.openxmlformats.org/drawingml/2006/main" r:embed="Rd16cec3256fc41a4"/>
          <a:stretch xmlns:a="http://schemas.openxmlformats.org/drawingml/2006/main"/>
        </p:blipFill>
        <p:spPr>
          <a:xfrm xmlns:a="http://schemas.openxmlformats.org/drawingml/2006/main">
            <a:off x="610853" y="5257800"/>
            <a:ext cx="1283368" cy="85725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313D321D-414D-4224-85CE-F6A3229C6322}"/>
              </a:ext>
            </a:extLst>
          </p:cNvPr>
          <p:cNvPicPr>
            <a:picLocks xmlns:a="http://schemas.openxmlformats.org/drawingml/2006/main" noChangeAspect="1"/>
          </p:cNvPicPr>
          <p:nvPr/>
        </p:nvPicPr>
        <p:blipFill>
          <a:blip xmlns:r="http://schemas.openxmlformats.org/officeDocument/2006/relationships" xmlns:a="http://schemas.openxmlformats.org/drawingml/2006/main" r:embed="R504a01c4ee1f454e"/>
          <a:stretch xmlns:a="http://schemas.openxmlformats.org/drawingml/2006/main"/>
        </p:blipFill>
        <p:spPr>
          <a:xfrm xmlns:a="http://schemas.openxmlformats.org/drawingml/2006/main">
            <a:off x="2325353" y="5257800"/>
            <a:ext cx="1283368" cy="857250"/>
          </a:xfrm>
          <a:prstGeom xmlns:a="http://schemas.openxmlformats.org/drawingml/2006/main" prst="rect">
            <a:avLst/>
          </a:prstGeom>
        </p:spPr>
      </p:pic>
      <p:sp>
        <p:nvSpPr>
          <p:cNvPr id="10" name="text-6">
            <a:extLst xmlns:a="http://schemas.openxmlformats.org/drawingml/2006/main">
              <a:ext uri="{FF2B5EF4-FFF2-40B4-BE49-F238E27FC236}">
                <a16:creationId xmlns:a16="http://schemas.microsoft.com/office/drawing/2014/main" id="{B77AF77F-1DAA-49E7-A924-7E9AA2A89B85}"/>
              </a:ext>
            </a:extLst>
          </p:cNvPr>
          <p:cNvSpPr>
            <a:spLocks xmlns:a="http://schemas.openxmlformats.org/drawingml/2006/main" noGrp="1"/>
          </p:cNvSpPr>
          <p:nvPr/>
        </p:nvSpPr>
        <p:spPr>
          <a:xfrm xmlns:a="http://schemas.openxmlformats.org/drawingml/2006/main">
            <a:off x="609600" y="6219825"/>
            <a:ext cx="381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0646A"/>
                </a:solidFill>
                <a:latin typeface="Arial"/>
                <a:ea typeface="Arial"/>
                <a:cs typeface="Arial"/>
              </a:defRPr>
            </a:defPPr>
            <a:lvl1pPr algn="l">
              <a:defRPr sz="1575" b="0">
                <a:solidFill>
                  <a:srgbClr val="50646A"/>
                </a:solidFill>
                <a:latin typeface="Arial"/>
                <a:ea typeface="Arial"/>
                <a:cs typeface="Arial"/>
              </a:defRPr>
            </a:lvl1pPr>
            <a:lvl2pPr algn="l">
              <a:defRPr sz="1575" b="0">
                <a:solidFill>
                  <a:srgbClr val="50646A"/>
                </a:solidFill>
                <a:latin typeface="Arial"/>
                <a:ea typeface="Arial"/>
                <a:cs typeface="Arial"/>
              </a:defRPr>
            </a:lvl2pPr>
            <a:lvl3pPr algn="l">
              <a:defRPr sz="1575" b="0">
                <a:solidFill>
                  <a:srgbClr val="50646A"/>
                </a:solidFill>
                <a:latin typeface="Arial"/>
                <a:ea typeface="Arial"/>
                <a:cs typeface="Arial"/>
              </a:defRPr>
            </a:lvl3pPr>
            <a:lvl4pPr algn="l">
              <a:defRPr sz="1575" b="0">
                <a:solidFill>
                  <a:srgbClr val="50646A"/>
                </a:solidFill>
                <a:latin typeface="Arial"/>
                <a:ea typeface="Arial"/>
                <a:cs typeface="Arial"/>
              </a:defRPr>
            </a:lvl4pPr>
            <a:lvl5pPr algn="l">
              <a:defRPr sz="1575" b="0">
                <a:solidFill>
                  <a:srgbClr val="50646A"/>
                </a:solidFill>
                <a:latin typeface="Arial"/>
                <a:ea typeface="Arial"/>
                <a:cs typeface="Arial"/>
              </a:defRPr>
            </a:lvl5pPr>
            <a:lvl6pPr algn="l">
              <a:defRPr sz="1575" b="0">
                <a:solidFill>
                  <a:srgbClr val="50646A"/>
                </a:solidFill>
                <a:latin typeface="Arial"/>
                <a:ea typeface="Arial"/>
                <a:cs typeface="Arial"/>
              </a:defRPr>
            </a:lvl6pPr>
            <a:lvl7pPr algn="l">
              <a:defRPr sz="1575" b="0">
                <a:solidFill>
                  <a:srgbClr val="50646A"/>
                </a:solidFill>
                <a:latin typeface="Arial"/>
                <a:ea typeface="Arial"/>
                <a:cs typeface="Arial"/>
              </a:defRPr>
            </a:lvl7pPr>
            <a:lvl8pPr algn="l">
              <a:defRPr sz="1575" b="0">
                <a:solidFill>
                  <a:srgbClr val="50646A"/>
                </a:solidFill>
                <a:latin typeface="Arial"/>
                <a:ea typeface="Arial"/>
                <a:cs typeface="Arial"/>
              </a:defRPr>
            </a:lvl8pPr>
            <a:lvl9pPr algn="l">
              <a:defRPr sz="1575" b="0">
                <a:solidFill>
                  <a:srgbClr val="50646A"/>
                </a:solidFill>
                <a:latin typeface="Arial"/>
                <a:ea typeface="Arial"/>
                <a:cs typeface="Arial"/>
              </a:defRPr>
            </a:lvl9pPr>
          </a:lstStyle>
          <a:p xmlns:a="http://schemas.openxmlformats.org/drawingml/2006/main">
            <a:pPr algn="l">
              <a:defRPr sz="1575" b="0">
                <a:solidFill>
                  <a:srgbClr val="50646A"/>
                </a:solidFill>
                <a:latin typeface="Arial"/>
                <a:ea typeface="Arial"/>
                <a:cs typeface="Arial"/>
              </a:defRPr>
            </a:pPr>
            <a:r>
              <a:rPr sz="1575" b="0">
                <a:solidFill>
                  <a:srgbClr val="50646A"/>
                </a:solidFill>
                <a:latin typeface="Arial"/>
                <a:ea typeface="Arial"/>
                <a:cs typeface="Arial"/>
              </a:rPr>
              <a:t>DE:310         DE:311</a:t>
            </a:r>
          </a:p>
        </p:txBody>
      </p:sp>
      <p:sp>
        <p:nvSpPr>
          <p:cNvPr id="11" name="text-7">
            <a:extLst xmlns:a="http://schemas.openxmlformats.org/drawingml/2006/main">
              <a:ext uri="{FF2B5EF4-FFF2-40B4-BE49-F238E27FC236}">
                <a16:creationId xmlns:a16="http://schemas.microsoft.com/office/drawing/2014/main" id="{19C8A5AA-AC9D-4ADB-949A-EBCE39E873A7}"/>
              </a:ext>
            </a:extLst>
          </p:cNvPr>
          <p:cNvSpPr>
            <a:spLocks xmlns:a="http://schemas.openxmlformats.org/drawingml/2006/main" noGrp="1"/>
          </p:cNvSpPr>
          <p:nvPr/>
        </p:nvSpPr>
        <p:spPr>
          <a:xfrm xmlns:a="http://schemas.openxmlformats.org/drawingml/2006/main">
            <a:off x="8124825" y="5953125"/>
            <a:ext cx="34671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0646A"/>
                </a:solidFill>
                <a:latin typeface="Arial"/>
                <a:ea typeface="Arial"/>
                <a:cs typeface="Arial"/>
              </a:defRPr>
            </a:defPPr>
            <a:lvl1pPr algn="l">
              <a:defRPr sz="1275" b="0">
                <a:solidFill>
                  <a:srgbClr val="50646A"/>
                </a:solidFill>
                <a:latin typeface="Arial"/>
                <a:ea typeface="Arial"/>
                <a:cs typeface="Arial"/>
              </a:defRPr>
            </a:lvl1pPr>
            <a:lvl2pPr algn="l">
              <a:defRPr sz="1275" b="0">
                <a:solidFill>
                  <a:srgbClr val="50646A"/>
                </a:solidFill>
                <a:latin typeface="Arial"/>
                <a:ea typeface="Arial"/>
                <a:cs typeface="Arial"/>
              </a:defRPr>
            </a:lvl2pPr>
            <a:lvl3pPr algn="l">
              <a:defRPr sz="1275" b="0">
                <a:solidFill>
                  <a:srgbClr val="50646A"/>
                </a:solidFill>
                <a:latin typeface="Arial"/>
                <a:ea typeface="Arial"/>
                <a:cs typeface="Arial"/>
              </a:defRPr>
            </a:lvl3pPr>
            <a:lvl4pPr algn="l">
              <a:defRPr sz="1275" b="0">
                <a:solidFill>
                  <a:srgbClr val="50646A"/>
                </a:solidFill>
                <a:latin typeface="Arial"/>
                <a:ea typeface="Arial"/>
                <a:cs typeface="Arial"/>
              </a:defRPr>
            </a:lvl4pPr>
            <a:lvl5pPr algn="l">
              <a:defRPr sz="1275" b="0">
                <a:solidFill>
                  <a:srgbClr val="50646A"/>
                </a:solidFill>
                <a:latin typeface="Arial"/>
                <a:ea typeface="Arial"/>
                <a:cs typeface="Arial"/>
              </a:defRPr>
            </a:lvl5pPr>
            <a:lvl6pPr algn="l">
              <a:defRPr sz="1275" b="0">
                <a:solidFill>
                  <a:srgbClr val="50646A"/>
                </a:solidFill>
                <a:latin typeface="Arial"/>
                <a:ea typeface="Arial"/>
                <a:cs typeface="Arial"/>
              </a:defRPr>
            </a:lvl6pPr>
            <a:lvl7pPr algn="l">
              <a:defRPr sz="1275" b="0">
                <a:solidFill>
                  <a:srgbClr val="50646A"/>
                </a:solidFill>
                <a:latin typeface="Arial"/>
                <a:ea typeface="Arial"/>
                <a:cs typeface="Arial"/>
              </a:defRPr>
            </a:lvl7pPr>
            <a:lvl8pPr algn="l">
              <a:defRPr sz="1275" b="0">
                <a:solidFill>
                  <a:srgbClr val="50646A"/>
                </a:solidFill>
                <a:latin typeface="Arial"/>
                <a:ea typeface="Arial"/>
                <a:cs typeface="Arial"/>
              </a:defRPr>
            </a:lvl8pPr>
            <a:lvl9pPr algn="l">
              <a:defRPr sz="1275" b="0">
                <a:solidFill>
                  <a:srgbClr val="50646A"/>
                </a:solidFill>
                <a:latin typeface="Arial"/>
                <a:ea typeface="Arial"/>
                <a:cs typeface="Arial"/>
              </a:defRPr>
            </a:lvl9pPr>
          </a:lstStyle>
          <a:p xmlns:a="http://schemas.openxmlformats.org/drawingml/2006/main">
            <a:pPr algn="l">
              <a:defRPr sz="1275" b="0">
                <a:solidFill>
                  <a:srgbClr val="50646A"/>
                </a:solidFill>
                <a:latin typeface="Arial"/>
                <a:ea typeface="Arial"/>
                <a:cs typeface="Arial"/>
              </a:defRPr>
            </a:pPr>
            <a:r>
              <a:rPr sz="1275" b="0">
                <a:solidFill>
                  <a:srgbClr val="50646A"/>
                </a:solidFill>
                <a:latin typeface="Arial"/>
                <a:ea typeface="Arial"/>
                <a:cs typeface="Arial"/>
              </a:rPr>
              <a:t>Bernbach · admin · CC BY-SA 4.0</a:t>
            </a:r>
          </a:p>
        </p:txBody>
      </p:sp>
    </p:spTree>
    <p:extLst>
      <p:ext uri="{BB962C8B-B14F-4D97-AF65-F5344CB8AC3E}">
        <p14:creationId xmlns:p14="http://schemas.microsoft.com/office/powerpoint/2010/main" val="1043249285"/>
      </p:ext>
    </p:extLst>
  </p:cSld>
</p:sld>
</file>

<file path=ppt/slides/slide39.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B932E65E-BF1C-4316-A308-9269A65E5D71}"/>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B2F38"/>
                </a:solidFill>
                <a:latin typeface="Arial"/>
                <a:ea typeface="Arial"/>
                <a:cs typeface="Arial"/>
              </a:defRPr>
            </a:defPPr>
            <a:lvl1pPr algn="l">
              <a:defRPr sz="3300" b="1">
                <a:solidFill>
                  <a:srgbClr val="0B2F38"/>
                </a:solidFill>
                <a:latin typeface="Arial"/>
                <a:ea typeface="Arial"/>
                <a:cs typeface="Arial"/>
              </a:defRPr>
            </a:lvl1pPr>
            <a:lvl2pPr algn="l">
              <a:defRPr sz="3300" b="1">
                <a:solidFill>
                  <a:srgbClr val="0B2F38"/>
                </a:solidFill>
                <a:latin typeface="Arial"/>
                <a:ea typeface="Arial"/>
                <a:cs typeface="Arial"/>
              </a:defRPr>
            </a:lvl2pPr>
            <a:lvl3pPr algn="l">
              <a:defRPr sz="3300" b="1">
                <a:solidFill>
                  <a:srgbClr val="0B2F38"/>
                </a:solidFill>
                <a:latin typeface="Arial"/>
                <a:ea typeface="Arial"/>
                <a:cs typeface="Arial"/>
              </a:defRPr>
            </a:lvl3pPr>
            <a:lvl4pPr algn="l">
              <a:defRPr sz="3300" b="1">
                <a:solidFill>
                  <a:srgbClr val="0B2F38"/>
                </a:solidFill>
                <a:latin typeface="Arial"/>
                <a:ea typeface="Arial"/>
                <a:cs typeface="Arial"/>
              </a:defRPr>
            </a:lvl4pPr>
            <a:lvl5pPr algn="l">
              <a:defRPr sz="3300" b="1">
                <a:solidFill>
                  <a:srgbClr val="0B2F38"/>
                </a:solidFill>
                <a:latin typeface="Arial"/>
                <a:ea typeface="Arial"/>
                <a:cs typeface="Arial"/>
              </a:defRPr>
            </a:lvl5pPr>
            <a:lvl6pPr algn="l">
              <a:defRPr sz="3300" b="1">
                <a:solidFill>
                  <a:srgbClr val="0B2F38"/>
                </a:solidFill>
                <a:latin typeface="Arial"/>
                <a:ea typeface="Arial"/>
                <a:cs typeface="Arial"/>
              </a:defRPr>
            </a:lvl6pPr>
            <a:lvl7pPr algn="l">
              <a:defRPr sz="3300" b="1">
                <a:solidFill>
                  <a:srgbClr val="0B2F38"/>
                </a:solidFill>
                <a:latin typeface="Arial"/>
                <a:ea typeface="Arial"/>
                <a:cs typeface="Arial"/>
              </a:defRPr>
            </a:lvl7pPr>
            <a:lvl8pPr algn="l">
              <a:defRPr sz="3300" b="1">
                <a:solidFill>
                  <a:srgbClr val="0B2F38"/>
                </a:solidFill>
                <a:latin typeface="Arial"/>
                <a:ea typeface="Arial"/>
                <a:cs typeface="Arial"/>
              </a:defRPr>
            </a:lvl8pPr>
            <a:lvl9pPr algn="l">
              <a:defRPr sz="3300" b="1">
                <a:solidFill>
                  <a:srgbClr val="0B2F38"/>
                </a:solidFill>
                <a:latin typeface="Arial"/>
                <a:ea typeface="Arial"/>
                <a:cs typeface="Arial"/>
              </a:defRPr>
            </a:lvl9pPr>
          </a:lstStyle>
          <a:p xmlns:a="http://schemas.openxmlformats.org/drawingml/2006/main">
            <a:pPr algn="l">
              <a:defRPr sz="3300" b="1">
                <a:solidFill>
                  <a:srgbClr val="0B2F38"/>
                </a:solidFill>
                <a:latin typeface="Arial"/>
                <a:ea typeface="Arial"/>
                <a:cs typeface="Arial"/>
              </a:defRPr>
            </a:pPr>
            <a:r>
              <a:rPr sz="3300" b="1">
                <a:solidFill>
                  <a:srgbClr val="0B2F38"/>
                </a:solidFill>
                <a:latin typeface="Arial"/>
                <a:ea typeface="Arial"/>
                <a:cs typeface="Arial"/>
              </a:rPr>
              <a:t>Projekt A · Erkennung verbessern</a:t>
            </a:r>
          </a:p>
        </p:txBody>
      </p:sp>
      <p:sp>
        <p:nvSpPr>
          <p:cNvPr id="2" name="text-1">
            <a:extLst xmlns:a="http://schemas.openxmlformats.org/drawingml/2006/main">
              <a:ext uri="{FF2B5EF4-FFF2-40B4-BE49-F238E27FC236}">
                <a16:creationId xmlns:a16="http://schemas.microsoft.com/office/drawing/2014/main" id="{7593873A-9723-4EEB-9549-682E96C0A324}"/>
              </a:ext>
            </a:extLst>
          </p:cNvPr>
          <p:cNvSpPr>
            <a:spLocks xmlns:a="http://schemas.openxmlformats.org/drawingml/2006/main" noGrp="1"/>
          </p:cNvSpPr>
          <p:nvPr/>
        </p:nvSpPr>
        <p:spPr>
          <a:xfrm xmlns:a="http://schemas.openxmlformats.org/drawingml/2006/main">
            <a:off x="11144250" y="6477000"/>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defRPr sz="1125" b="0">
                <a:solidFill>
                  <a:srgbClr val="50646A"/>
                </a:solidFill>
                <a:latin typeface="Arial"/>
                <a:ea typeface="Arial"/>
                <a:cs typeface="Arial"/>
              </a:defRPr>
            </a:lvl1pPr>
            <a:lvl2pPr algn="r">
              <a:defRPr sz="1125" b="0">
                <a:solidFill>
                  <a:srgbClr val="50646A"/>
                </a:solidFill>
                <a:latin typeface="Arial"/>
                <a:ea typeface="Arial"/>
                <a:cs typeface="Arial"/>
              </a:defRPr>
            </a:lvl2pPr>
            <a:lvl3pPr algn="r">
              <a:defRPr sz="1125" b="0">
                <a:solidFill>
                  <a:srgbClr val="50646A"/>
                </a:solidFill>
                <a:latin typeface="Arial"/>
                <a:ea typeface="Arial"/>
                <a:cs typeface="Arial"/>
              </a:defRPr>
            </a:lvl3pPr>
            <a:lvl4pPr algn="r">
              <a:defRPr sz="1125" b="0">
                <a:solidFill>
                  <a:srgbClr val="50646A"/>
                </a:solidFill>
                <a:latin typeface="Arial"/>
                <a:ea typeface="Arial"/>
                <a:cs typeface="Arial"/>
              </a:defRPr>
            </a:lvl4pPr>
            <a:lvl5pPr algn="r">
              <a:defRPr sz="1125" b="0">
                <a:solidFill>
                  <a:srgbClr val="50646A"/>
                </a:solidFill>
                <a:latin typeface="Arial"/>
                <a:ea typeface="Arial"/>
                <a:cs typeface="Arial"/>
              </a:defRPr>
            </a:lvl5pPr>
            <a:lvl6pPr algn="r">
              <a:defRPr sz="1125" b="0">
                <a:solidFill>
                  <a:srgbClr val="50646A"/>
                </a:solidFill>
                <a:latin typeface="Arial"/>
                <a:ea typeface="Arial"/>
                <a:cs typeface="Arial"/>
              </a:defRPr>
            </a:lvl6pPr>
            <a:lvl7pPr algn="r">
              <a:defRPr sz="1125" b="0">
                <a:solidFill>
                  <a:srgbClr val="50646A"/>
                </a:solidFill>
                <a:latin typeface="Arial"/>
                <a:ea typeface="Arial"/>
                <a:cs typeface="Arial"/>
              </a:defRPr>
            </a:lvl7pPr>
            <a:lvl8pPr algn="r">
              <a:defRPr sz="1125" b="0">
                <a:solidFill>
                  <a:srgbClr val="50646A"/>
                </a:solidFill>
                <a:latin typeface="Arial"/>
                <a:ea typeface="Arial"/>
                <a:cs typeface="Arial"/>
              </a:defRPr>
            </a:lvl8pPr>
            <a:lvl9pPr algn="r">
              <a:defRPr sz="1125" b="0">
                <a:solidFill>
                  <a:srgbClr val="50646A"/>
                </a:solidFill>
                <a:latin typeface="Arial"/>
                <a:ea typeface="Arial"/>
                <a:cs typeface="Arial"/>
              </a:defRPr>
            </a:lvl9pPr>
          </a:lstStyle>
          <a:p xmlns:a="http://schemas.openxmlformats.org/drawingml/2006/main">
            <a:pPr algn="r">
              <a:defRPr sz="1125" b="0">
                <a:solidFill>
                  <a:srgbClr val="50646A"/>
                </a:solidFill>
                <a:latin typeface="Arial"/>
                <a:ea typeface="Arial"/>
                <a:cs typeface="Arial"/>
              </a:defRPr>
            </a:pPr>
            <a:r>
              <a:rPr sz="1125" b="0">
                <a:solidFill>
                  <a:srgbClr val="50646A"/>
                </a:solidFill>
                <a:latin typeface="Arial"/>
                <a:ea typeface="Arial"/>
                <a:cs typeface="Arial"/>
              </a:rPr>
              <a:t>39</a:t>
            </a:r>
          </a:p>
        </p:txBody>
      </p:sp>
      <p:sp>
        <p:nvSpPr>
          <p:cNvPr id="3" name="text-2">
            <a:extLst xmlns:a="http://schemas.openxmlformats.org/drawingml/2006/main">
              <a:ext uri="{FF2B5EF4-FFF2-40B4-BE49-F238E27FC236}">
                <a16:creationId xmlns:a16="http://schemas.microsoft.com/office/drawing/2014/main" id="{257D16BD-02A6-4625-A0A5-FFC197EF88D8}"/>
              </a:ext>
            </a:extLst>
          </p:cNvPr>
          <p:cNvSpPr>
            <a:spLocks xmlns:a="http://schemas.openxmlformats.org/drawingml/2006/main" noGrp="1"/>
          </p:cNvSpPr>
          <p:nvPr/>
        </p:nvSpPr>
        <p:spPr>
          <a:xfrm xmlns:a="http://schemas.openxmlformats.org/drawingml/2006/main">
            <a:off x="609600" y="17145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0B2F38"/>
                </a:solidFill>
                <a:latin typeface="Arial"/>
                <a:ea typeface="Arial"/>
                <a:cs typeface="Arial"/>
              </a:defRPr>
            </a:defPPr>
            <a:lvl1pPr algn="l">
              <a:defRPr sz="2250" b="0">
                <a:solidFill>
                  <a:srgbClr val="0B2F38"/>
                </a:solidFill>
                <a:latin typeface="Arial"/>
                <a:ea typeface="Arial"/>
                <a:cs typeface="Arial"/>
              </a:defRPr>
            </a:lvl1pPr>
            <a:lvl2pPr algn="l">
              <a:defRPr sz="2250" b="0">
                <a:solidFill>
                  <a:srgbClr val="0B2F38"/>
                </a:solidFill>
                <a:latin typeface="Arial"/>
                <a:ea typeface="Arial"/>
                <a:cs typeface="Arial"/>
              </a:defRPr>
            </a:lvl2pPr>
            <a:lvl3pPr algn="l">
              <a:defRPr sz="2250" b="0">
                <a:solidFill>
                  <a:srgbClr val="0B2F38"/>
                </a:solidFill>
                <a:latin typeface="Arial"/>
                <a:ea typeface="Arial"/>
                <a:cs typeface="Arial"/>
              </a:defRPr>
            </a:lvl3pPr>
            <a:lvl4pPr algn="l">
              <a:defRPr sz="2250" b="0">
                <a:solidFill>
                  <a:srgbClr val="0B2F38"/>
                </a:solidFill>
                <a:latin typeface="Arial"/>
                <a:ea typeface="Arial"/>
                <a:cs typeface="Arial"/>
              </a:defRPr>
            </a:lvl4pPr>
            <a:lvl5pPr algn="l">
              <a:defRPr sz="2250" b="0">
                <a:solidFill>
                  <a:srgbClr val="0B2F38"/>
                </a:solidFill>
                <a:latin typeface="Arial"/>
                <a:ea typeface="Arial"/>
                <a:cs typeface="Arial"/>
              </a:defRPr>
            </a:lvl5pPr>
            <a:lvl6pPr algn="l">
              <a:defRPr sz="2250" b="0">
                <a:solidFill>
                  <a:srgbClr val="0B2F38"/>
                </a:solidFill>
                <a:latin typeface="Arial"/>
                <a:ea typeface="Arial"/>
                <a:cs typeface="Arial"/>
              </a:defRPr>
            </a:lvl6pPr>
            <a:lvl7pPr algn="l">
              <a:defRPr sz="2250" b="0">
                <a:solidFill>
                  <a:srgbClr val="0B2F38"/>
                </a:solidFill>
                <a:latin typeface="Arial"/>
                <a:ea typeface="Arial"/>
                <a:cs typeface="Arial"/>
              </a:defRPr>
            </a:lvl7pPr>
            <a:lvl8pPr algn="l">
              <a:defRPr sz="2250" b="0">
                <a:solidFill>
                  <a:srgbClr val="0B2F38"/>
                </a:solidFill>
                <a:latin typeface="Arial"/>
                <a:ea typeface="Arial"/>
                <a:cs typeface="Arial"/>
              </a:defRPr>
            </a:lvl8pPr>
            <a:lvl9pPr algn="l">
              <a:defRPr sz="2250" b="0">
                <a:solidFill>
                  <a:srgbClr val="0B2F38"/>
                </a:solidFill>
                <a:latin typeface="Arial"/>
                <a:ea typeface="Arial"/>
                <a:cs typeface="Arial"/>
              </a:defRPr>
            </a:lvl9pPr>
          </a:lstStyle>
          <a:p xmlns:a="http://schemas.openxmlformats.org/drawingml/2006/main">
            <a:pPr algn="l">
              <a:defRPr sz="2250" b="0">
                <a:solidFill>
                  <a:srgbClr val="0B2F38"/>
                </a:solidFill>
                <a:latin typeface="Arial"/>
                <a:ea typeface="Arial"/>
                <a:cs typeface="Arial"/>
              </a:defRPr>
            </a:pPr>
            <a:r>
              <a:rPr sz="2250" b="0">
                <a:solidFill>
                  <a:srgbClr val="0B2F38"/>
                </a:solidFill>
                <a:latin typeface="Arial"/>
                <a:ea typeface="Arial"/>
                <a:cs typeface="Arial"/>
              </a:rPr>
              <a:t>DE-Klassifikator mit echten Ortseingangs-/Ortsausgangsklassen trainieren</a:t>
            </a:r>
          </a:p>
        </p:txBody>
      </p:sp>
      <p:sp>
        <p:nvSpPr>
          <p:cNvPr id="4" name="text-3">
            <a:extLst xmlns:a="http://schemas.openxmlformats.org/drawingml/2006/main">
              <a:ext uri="{FF2B5EF4-FFF2-40B4-BE49-F238E27FC236}">
                <a16:creationId xmlns:a16="http://schemas.microsoft.com/office/drawing/2014/main" id="{4EDF1D05-ABD4-44B3-AF01-EE0FFE6841A3}"/>
              </a:ext>
            </a:extLst>
          </p:cNvPr>
          <p:cNvSpPr>
            <a:spLocks xmlns:a="http://schemas.openxmlformats.org/drawingml/2006/main" noGrp="1"/>
          </p:cNvSpPr>
          <p:nvPr/>
        </p:nvSpPr>
        <p:spPr>
          <a:xfrm xmlns:a="http://schemas.openxmlformats.org/drawingml/2006/main">
            <a:off x="609600" y="264795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0B2F38"/>
                </a:solidFill>
                <a:latin typeface="Arial"/>
                <a:ea typeface="Arial"/>
                <a:cs typeface="Arial"/>
              </a:defRPr>
            </a:defPPr>
            <a:lvl1pPr algn="l">
              <a:defRPr sz="2250" b="0">
                <a:solidFill>
                  <a:srgbClr val="0B2F38"/>
                </a:solidFill>
                <a:latin typeface="Arial"/>
                <a:ea typeface="Arial"/>
                <a:cs typeface="Arial"/>
              </a:defRPr>
            </a:lvl1pPr>
            <a:lvl2pPr algn="l">
              <a:defRPr sz="2250" b="0">
                <a:solidFill>
                  <a:srgbClr val="0B2F38"/>
                </a:solidFill>
                <a:latin typeface="Arial"/>
                <a:ea typeface="Arial"/>
                <a:cs typeface="Arial"/>
              </a:defRPr>
            </a:lvl2pPr>
            <a:lvl3pPr algn="l">
              <a:defRPr sz="2250" b="0">
                <a:solidFill>
                  <a:srgbClr val="0B2F38"/>
                </a:solidFill>
                <a:latin typeface="Arial"/>
                <a:ea typeface="Arial"/>
                <a:cs typeface="Arial"/>
              </a:defRPr>
            </a:lvl3pPr>
            <a:lvl4pPr algn="l">
              <a:defRPr sz="2250" b="0">
                <a:solidFill>
                  <a:srgbClr val="0B2F38"/>
                </a:solidFill>
                <a:latin typeface="Arial"/>
                <a:ea typeface="Arial"/>
                <a:cs typeface="Arial"/>
              </a:defRPr>
            </a:lvl4pPr>
            <a:lvl5pPr algn="l">
              <a:defRPr sz="2250" b="0">
                <a:solidFill>
                  <a:srgbClr val="0B2F38"/>
                </a:solidFill>
                <a:latin typeface="Arial"/>
                <a:ea typeface="Arial"/>
                <a:cs typeface="Arial"/>
              </a:defRPr>
            </a:lvl5pPr>
            <a:lvl6pPr algn="l">
              <a:defRPr sz="2250" b="0">
                <a:solidFill>
                  <a:srgbClr val="0B2F38"/>
                </a:solidFill>
                <a:latin typeface="Arial"/>
                <a:ea typeface="Arial"/>
                <a:cs typeface="Arial"/>
              </a:defRPr>
            </a:lvl6pPr>
            <a:lvl7pPr algn="l">
              <a:defRPr sz="2250" b="0">
                <a:solidFill>
                  <a:srgbClr val="0B2F38"/>
                </a:solidFill>
                <a:latin typeface="Arial"/>
                <a:ea typeface="Arial"/>
                <a:cs typeface="Arial"/>
              </a:defRPr>
            </a:lvl7pPr>
            <a:lvl8pPr algn="l">
              <a:defRPr sz="2250" b="0">
                <a:solidFill>
                  <a:srgbClr val="0B2F38"/>
                </a:solidFill>
                <a:latin typeface="Arial"/>
                <a:ea typeface="Arial"/>
                <a:cs typeface="Arial"/>
              </a:defRPr>
            </a:lvl8pPr>
            <a:lvl9pPr algn="l">
              <a:defRPr sz="2250" b="0">
                <a:solidFill>
                  <a:srgbClr val="0B2F38"/>
                </a:solidFill>
                <a:latin typeface="Arial"/>
                <a:ea typeface="Arial"/>
                <a:cs typeface="Arial"/>
              </a:defRPr>
            </a:lvl9pPr>
          </a:lstStyle>
          <a:p xmlns:a="http://schemas.openxmlformats.org/drawingml/2006/main">
            <a:pPr algn="l">
              <a:defRPr sz="2250" b="0">
                <a:solidFill>
                  <a:srgbClr val="0B2F38"/>
                </a:solidFill>
                <a:latin typeface="Arial"/>
                <a:ea typeface="Arial"/>
                <a:cs typeface="Arial"/>
              </a:defRPr>
            </a:pPr>
            <a:r>
              <a:rPr sz="2250" b="0">
                <a:solidFill>
                  <a:srgbClr val="0B2F38"/>
                </a:solidFill>
                <a:latin typeface="Arial"/>
                <a:ea typeface="Arial"/>
                <a:cs typeface="Arial"/>
              </a:rPr>
              <a:t>Detektion verbessern; später Segmentierung mit geprüften Masken ergänzen</a:t>
            </a:r>
          </a:p>
        </p:txBody>
      </p:sp>
      <p:sp>
        <p:nvSpPr>
          <p:cNvPr id="5" name="text-4">
            <a:extLst xmlns:a="http://schemas.openxmlformats.org/drawingml/2006/main">
              <a:ext uri="{FF2B5EF4-FFF2-40B4-BE49-F238E27FC236}">
                <a16:creationId xmlns:a16="http://schemas.microsoft.com/office/drawing/2014/main" id="{48F6D4FF-EB20-41EB-B795-1E9ED363AA5B}"/>
              </a:ext>
            </a:extLst>
          </p:cNvPr>
          <p:cNvSpPr>
            <a:spLocks xmlns:a="http://schemas.openxmlformats.org/drawingml/2006/main" noGrp="1"/>
          </p:cNvSpPr>
          <p:nvPr/>
        </p:nvSpPr>
        <p:spPr>
          <a:xfrm xmlns:a="http://schemas.openxmlformats.org/drawingml/2006/main">
            <a:off x="609600" y="35814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0B2F38"/>
                </a:solidFill>
                <a:latin typeface="Arial"/>
                <a:ea typeface="Arial"/>
                <a:cs typeface="Arial"/>
              </a:defRPr>
            </a:defPPr>
            <a:lvl1pPr algn="l">
              <a:defRPr sz="2250" b="0">
                <a:solidFill>
                  <a:srgbClr val="0B2F38"/>
                </a:solidFill>
                <a:latin typeface="Arial"/>
                <a:ea typeface="Arial"/>
                <a:cs typeface="Arial"/>
              </a:defRPr>
            </a:lvl1pPr>
            <a:lvl2pPr algn="l">
              <a:defRPr sz="2250" b="0">
                <a:solidFill>
                  <a:srgbClr val="0B2F38"/>
                </a:solidFill>
                <a:latin typeface="Arial"/>
                <a:ea typeface="Arial"/>
                <a:cs typeface="Arial"/>
              </a:defRPr>
            </a:lvl2pPr>
            <a:lvl3pPr algn="l">
              <a:defRPr sz="2250" b="0">
                <a:solidFill>
                  <a:srgbClr val="0B2F38"/>
                </a:solidFill>
                <a:latin typeface="Arial"/>
                <a:ea typeface="Arial"/>
                <a:cs typeface="Arial"/>
              </a:defRPr>
            </a:lvl3pPr>
            <a:lvl4pPr algn="l">
              <a:defRPr sz="2250" b="0">
                <a:solidFill>
                  <a:srgbClr val="0B2F38"/>
                </a:solidFill>
                <a:latin typeface="Arial"/>
                <a:ea typeface="Arial"/>
                <a:cs typeface="Arial"/>
              </a:defRPr>
            </a:lvl4pPr>
            <a:lvl5pPr algn="l">
              <a:defRPr sz="2250" b="0">
                <a:solidFill>
                  <a:srgbClr val="0B2F38"/>
                </a:solidFill>
                <a:latin typeface="Arial"/>
                <a:ea typeface="Arial"/>
                <a:cs typeface="Arial"/>
              </a:defRPr>
            </a:lvl5pPr>
            <a:lvl6pPr algn="l">
              <a:defRPr sz="2250" b="0">
                <a:solidFill>
                  <a:srgbClr val="0B2F38"/>
                </a:solidFill>
                <a:latin typeface="Arial"/>
                <a:ea typeface="Arial"/>
                <a:cs typeface="Arial"/>
              </a:defRPr>
            </a:lvl6pPr>
            <a:lvl7pPr algn="l">
              <a:defRPr sz="2250" b="0">
                <a:solidFill>
                  <a:srgbClr val="0B2F38"/>
                </a:solidFill>
                <a:latin typeface="Arial"/>
                <a:ea typeface="Arial"/>
                <a:cs typeface="Arial"/>
              </a:defRPr>
            </a:lvl7pPr>
            <a:lvl8pPr algn="l">
              <a:defRPr sz="2250" b="0">
                <a:solidFill>
                  <a:srgbClr val="0B2F38"/>
                </a:solidFill>
                <a:latin typeface="Arial"/>
                <a:ea typeface="Arial"/>
                <a:cs typeface="Arial"/>
              </a:defRPr>
            </a:lvl8pPr>
            <a:lvl9pPr algn="l">
              <a:defRPr sz="2250" b="0">
                <a:solidFill>
                  <a:srgbClr val="0B2F38"/>
                </a:solidFill>
                <a:latin typeface="Arial"/>
                <a:ea typeface="Arial"/>
                <a:cs typeface="Arial"/>
              </a:defRPr>
            </a:lvl9pPr>
          </a:lstStyle>
          <a:p xmlns:a="http://schemas.openxmlformats.org/drawingml/2006/main">
            <a:pPr algn="l">
              <a:defRPr sz="2250" b="0">
                <a:solidFill>
                  <a:srgbClr val="0B2F38"/>
                </a:solidFill>
                <a:latin typeface="Arial"/>
                <a:ea typeface="Arial"/>
                <a:cs typeface="Arial"/>
              </a:defRPr>
            </a:pPr>
            <a:r>
              <a:rPr sz="2250" b="0">
                <a:solidFill>
                  <a:srgbClr val="0B2F38"/>
                </a:solidFill>
                <a:latin typeface="Arial"/>
                <a:ea typeface="Arial"/>
                <a:cs typeface="Arial"/>
              </a:rPr>
              <a:t>Bestehende Zeichenklassen auf Regressionen prüfen</a:t>
            </a:r>
          </a:p>
        </p:txBody>
      </p:sp>
      <p:sp>
        <p:nvSpPr>
          <p:cNvPr id="6" name="text-5">
            <a:extLst xmlns:a="http://schemas.openxmlformats.org/drawingml/2006/main">
              <a:ext uri="{FF2B5EF4-FFF2-40B4-BE49-F238E27FC236}">
                <a16:creationId xmlns:a16="http://schemas.microsoft.com/office/drawing/2014/main" id="{DF5CE9F8-E174-423A-837E-49F48502594F}"/>
              </a:ext>
            </a:extLst>
          </p:cNvPr>
          <p:cNvSpPr>
            <a:spLocks xmlns:a="http://schemas.openxmlformats.org/drawingml/2006/main" noGrp="1"/>
          </p:cNvSpPr>
          <p:nvPr/>
        </p:nvSpPr>
        <p:spPr>
          <a:xfrm xmlns:a="http://schemas.openxmlformats.org/drawingml/2006/main">
            <a:off x="609600" y="451485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0B2F38"/>
                </a:solidFill>
                <a:latin typeface="Arial"/>
                <a:ea typeface="Arial"/>
                <a:cs typeface="Arial"/>
              </a:defRPr>
            </a:defPPr>
            <a:lvl1pPr algn="l">
              <a:defRPr sz="2250" b="0">
                <a:solidFill>
                  <a:srgbClr val="0B2F38"/>
                </a:solidFill>
                <a:latin typeface="Arial"/>
                <a:ea typeface="Arial"/>
                <a:cs typeface="Arial"/>
              </a:defRPr>
            </a:lvl1pPr>
            <a:lvl2pPr algn="l">
              <a:defRPr sz="2250" b="0">
                <a:solidFill>
                  <a:srgbClr val="0B2F38"/>
                </a:solidFill>
                <a:latin typeface="Arial"/>
                <a:ea typeface="Arial"/>
                <a:cs typeface="Arial"/>
              </a:defRPr>
            </a:lvl2pPr>
            <a:lvl3pPr algn="l">
              <a:defRPr sz="2250" b="0">
                <a:solidFill>
                  <a:srgbClr val="0B2F38"/>
                </a:solidFill>
                <a:latin typeface="Arial"/>
                <a:ea typeface="Arial"/>
                <a:cs typeface="Arial"/>
              </a:defRPr>
            </a:lvl3pPr>
            <a:lvl4pPr algn="l">
              <a:defRPr sz="2250" b="0">
                <a:solidFill>
                  <a:srgbClr val="0B2F38"/>
                </a:solidFill>
                <a:latin typeface="Arial"/>
                <a:ea typeface="Arial"/>
                <a:cs typeface="Arial"/>
              </a:defRPr>
            </a:lvl4pPr>
            <a:lvl5pPr algn="l">
              <a:defRPr sz="2250" b="0">
                <a:solidFill>
                  <a:srgbClr val="0B2F38"/>
                </a:solidFill>
                <a:latin typeface="Arial"/>
                <a:ea typeface="Arial"/>
                <a:cs typeface="Arial"/>
              </a:defRPr>
            </a:lvl5pPr>
            <a:lvl6pPr algn="l">
              <a:defRPr sz="2250" b="0">
                <a:solidFill>
                  <a:srgbClr val="0B2F38"/>
                </a:solidFill>
                <a:latin typeface="Arial"/>
                <a:ea typeface="Arial"/>
                <a:cs typeface="Arial"/>
              </a:defRPr>
            </a:lvl6pPr>
            <a:lvl7pPr algn="l">
              <a:defRPr sz="2250" b="0">
                <a:solidFill>
                  <a:srgbClr val="0B2F38"/>
                </a:solidFill>
                <a:latin typeface="Arial"/>
                <a:ea typeface="Arial"/>
                <a:cs typeface="Arial"/>
              </a:defRPr>
            </a:lvl7pPr>
            <a:lvl8pPr algn="l">
              <a:defRPr sz="2250" b="0">
                <a:solidFill>
                  <a:srgbClr val="0B2F38"/>
                </a:solidFill>
                <a:latin typeface="Arial"/>
                <a:ea typeface="Arial"/>
                <a:cs typeface="Arial"/>
              </a:defRPr>
            </a:lvl8pPr>
            <a:lvl9pPr algn="l">
              <a:defRPr sz="2250" b="0">
                <a:solidFill>
                  <a:srgbClr val="0B2F38"/>
                </a:solidFill>
                <a:latin typeface="Arial"/>
                <a:ea typeface="Arial"/>
                <a:cs typeface="Arial"/>
              </a:defRPr>
            </a:lvl9pPr>
          </a:lstStyle>
          <a:p xmlns:a="http://schemas.openxmlformats.org/drawingml/2006/main">
            <a:pPr algn="l">
              <a:defRPr sz="2250" b="0">
                <a:solidFill>
                  <a:srgbClr val="0B2F38"/>
                </a:solidFill>
                <a:latin typeface="Arial"/>
                <a:ea typeface="Arial"/>
                <a:cs typeface="Arial"/>
              </a:defRPr>
            </a:pPr>
            <a:r>
              <a:rPr sz="2250" b="0">
                <a:solidFill>
                  <a:srgbClr val="0B2F38"/>
                </a:solidFill>
                <a:latin typeface="Arial"/>
                <a:ea typeface="Arial"/>
                <a:cs typeface="Arial"/>
              </a:rPr>
              <a:t>Servermodell und mobile Exporte gemeinsam auswerten</a:t>
            </a:r>
          </a:p>
        </p:txBody>
      </p:sp>
      <p:sp>
        <p:nvSpPr>
          <p:cNvPr id="7" name="text-6">
            <a:extLst xmlns:a="http://schemas.openxmlformats.org/drawingml/2006/main">
              <a:ext uri="{FF2B5EF4-FFF2-40B4-BE49-F238E27FC236}">
                <a16:creationId xmlns:a16="http://schemas.microsoft.com/office/drawing/2014/main" id="{9525C9EB-C4D7-4047-B866-38509EB7C768}"/>
              </a:ext>
            </a:extLst>
          </p:cNvPr>
          <p:cNvSpPr>
            <a:spLocks xmlns:a="http://schemas.openxmlformats.org/drawingml/2006/main" noGrp="1"/>
          </p:cNvSpPr>
          <p:nvPr/>
        </p:nvSpPr>
        <p:spPr>
          <a:xfrm xmlns:a="http://schemas.openxmlformats.org/drawingml/2006/main">
            <a:off x="609600" y="601980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0646A"/>
                </a:solidFill>
                <a:latin typeface="Arial"/>
                <a:ea typeface="Arial"/>
                <a:cs typeface="Arial"/>
              </a:defRPr>
            </a:defPPr>
            <a:lvl1pPr algn="l">
              <a:defRPr sz="1575" b="0">
                <a:solidFill>
                  <a:srgbClr val="50646A"/>
                </a:solidFill>
                <a:latin typeface="Arial"/>
                <a:ea typeface="Arial"/>
                <a:cs typeface="Arial"/>
              </a:defRPr>
            </a:lvl1pPr>
            <a:lvl2pPr algn="l">
              <a:defRPr sz="1575" b="0">
                <a:solidFill>
                  <a:srgbClr val="50646A"/>
                </a:solidFill>
                <a:latin typeface="Arial"/>
                <a:ea typeface="Arial"/>
                <a:cs typeface="Arial"/>
              </a:defRPr>
            </a:lvl2pPr>
            <a:lvl3pPr algn="l">
              <a:defRPr sz="1575" b="0">
                <a:solidFill>
                  <a:srgbClr val="50646A"/>
                </a:solidFill>
                <a:latin typeface="Arial"/>
                <a:ea typeface="Arial"/>
                <a:cs typeface="Arial"/>
              </a:defRPr>
            </a:lvl3pPr>
            <a:lvl4pPr algn="l">
              <a:defRPr sz="1575" b="0">
                <a:solidFill>
                  <a:srgbClr val="50646A"/>
                </a:solidFill>
                <a:latin typeface="Arial"/>
                <a:ea typeface="Arial"/>
                <a:cs typeface="Arial"/>
              </a:defRPr>
            </a:lvl4pPr>
            <a:lvl5pPr algn="l">
              <a:defRPr sz="1575" b="0">
                <a:solidFill>
                  <a:srgbClr val="50646A"/>
                </a:solidFill>
                <a:latin typeface="Arial"/>
                <a:ea typeface="Arial"/>
                <a:cs typeface="Arial"/>
              </a:defRPr>
            </a:lvl5pPr>
            <a:lvl6pPr algn="l">
              <a:defRPr sz="1575" b="0">
                <a:solidFill>
                  <a:srgbClr val="50646A"/>
                </a:solidFill>
                <a:latin typeface="Arial"/>
                <a:ea typeface="Arial"/>
                <a:cs typeface="Arial"/>
              </a:defRPr>
            </a:lvl6pPr>
            <a:lvl7pPr algn="l">
              <a:defRPr sz="1575" b="0">
                <a:solidFill>
                  <a:srgbClr val="50646A"/>
                </a:solidFill>
                <a:latin typeface="Arial"/>
                <a:ea typeface="Arial"/>
                <a:cs typeface="Arial"/>
              </a:defRPr>
            </a:lvl7pPr>
            <a:lvl8pPr algn="l">
              <a:defRPr sz="1575" b="0">
                <a:solidFill>
                  <a:srgbClr val="50646A"/>
                </a:solidFill>
                <a:latin typeface="Arial"/>
                <a:ea typeface="Arial"/>
                <a:cs typeface="Arial"/>
              </a:defRPr>
            </a:lvl8pPr>
            <a:lvl9pPr algn="l">
              <a:defRPr sz="1575" b="0">
                <a:solidFill>
                  <a:srgbClr val="50646A"/>
                </a:solidFill>
                <a:latin typeface="Arial"/>
                <a:ea typeface="Arial"/>
                <a:cs typeface="Arial"/>
              </a:defRPr>
            </a:lvl9pPr>
          </a:lstStyle>
          <a:p xmlns:a="http://schemas.openxmlformats.org/drawingml/2006/main">
            <a:pPr algn="l">
              <a:defRPr sz="1575" b="0">
                <a:solidFill>
                  <a:srgbClr val="50646A"/>
                </a:solidFill>
                <a:latin typeface="Arial"/>
                <a:ea typeface="Arial"/>
                <a:cs typeface="Arial"/>
              </a:defRPr>
            </a:pPr>
            <a:r>
              <a:rPr sz="1575" b="0">
                <a:solidFill>
                  <a:srgbClr val="50646A"/>
                </a:solidFill>
                <a:latin typeface="Arial"/>
                <a:ea typeface="Arial"/>
                <a:cs typeface="Arial"/>
              </a:rPr>
              <a:t>Abgabe: Daten, reproduzierbares Training, Testbericht und vorführbarer Modellstand</a:t>
            </a:r>
          </a:p>
        </p:txBody>
      </p:sp>
    </p:spTree>
    <p:extLst>
      <p:ext uri="{BB962C8B-B14F-4D97-AF65-F5344CB8AC3E}">
        <p14:creationId xmlns:p14="http://schemas.microsoft.com/office/powerpoint/2010/main" val="295604112"/>
      </p:ext>
    </p:extLst>
  </p:cSld>
</p:sld>
</file>

<file path=ppt/slides/slide40.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30E99709-4361-4FC1-B818-1BD2E1F34B01}"/>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B2F38"/>
                </a:solidFill>
                <a:latin typeface="Arial"/>
                <a:ea typeface="Arial"/>
                <a:cs typeface="Arial"/>
              </a:defRPr>
            </a:defPPr>
            <a:lvl1pPr algn="l">
              <a:defRPr sz="3300" b="1">
                <a:solidFill>
                  <a:srgbClr val="0B2F38"/>
                </a:solidFill>
                <a:latin typeface="Arial"/>
                <a:ea typeface="Arial"/>
                <a:cs typeface="Arial"/>
              </a:defRPr>
            </a:lvl1pPr>
            <a:lvl2pPr algn="l">
              <a:defRPr sz="3300" b="1">
                <a:solidFill>
                  <a:srgbClr val="0B2F38"/>
                </a:solidFill>
                <a:latin typeface="Arial"/>
                <a:ea typeface="Arial"/>
                <a:cs typeface="Arial"/>
              </a:defRPr>
            </a:lvl2pPr>
            <a:lvl3pPr algn="l">
              <a:defRPr sz="3300" b="1">
                <a:solidFill>
                  <a:srgbClr val="0B2F38"/>
                </a:solidFill>
                <a:latin typeface="Arial"/>
                <a:ea typeface="Arial"/>
                <a:cs typeface="Arial"/>
              </a:defRPr>
            </a:lvl3pPr>
            <a:lvl4pPr algn="l">
              <a:defRPr sz="3300" b="1">
                <a:solidFill>
                  <a:srgbClr val="0B2F38"/>
                </a:solidFill>
                <a:latin typeface="Arial"/>
                <a:ea typeface="Arial"/>
                <a:cs typeface="Arial"/>
              </a:defRPr>
            </a:lvl4pPr>
            <a:lvl5pPr algn="l">
              <a:defRPr sz="3300" b="1">
                <a:solidFill>
                  <a:srgbClr val="0B2F38"/>
                </a:solidFill>
                <a:latin typeface="Arial"/>
                <a:ea typeface="Arial"/>
                <a:cs typeface="Arial"/>
              </a:defRPr>
            </a:lvl5pPr>
            <a:lvl6pPr algn="l">
              <a:defRPr sz="3300" b="1">
                <a:solidFill>
                  <a:srgbClr val="0B2F38"/>
                </a:solidFill>
                <a:latin typeface="Arial"/>
                <a:ea typeface="Arial"/>
                <a:cs typeface="Arial"/>
              </a:defRPr>
            </a:lvl6pPr>
            <a:lvl7pPr algn="l">
              <a:defRPr sz="3300" b="1">
                <a:solidFill>
                  <a:srgbClr val="0B2F38"/>
                </a:solidFill>
                <a:latin typeface="Arial"/>
                <a:ea typeface="Arial"/>
                <a:cs typeface="Arial"/>
              </a:defRPr>
            </a:lvl7pPr>
            <a:lvl8pPr algn="l">
              <a:defRPr sz="3300" b="1">
                <a:solidFill>
                  <a:srgbClr val="0B2F38"/>
                </a:solidFill>
                <a:latin typeface="Arial"/>
                <a:ea typeface="Arial"/>
                <a:cs typeface="Arial"/>
              </a:defRPr>
            </a:lvl8pPr>
            <a:lvl9pPr algn="l">
              <a:defRPr sz="3300" b="1">
                <a:solidFill>
                  <a:srgbClr val="0B2F38"/>
                </a:solidFill>
                <a:latin typeface="Arial"/>
                <a:ea typeface="Arial"/>
                <a:cs typeface="Arial"/>
              </a:defRPr>
            </a:lvl9pPr>
          </a:lstStyle>
          <a:p xmlns:a="http://schemas.openxmlformats.org/drawingml/2006/main">
            <a:pPr algn="l">
              <a:defRPr sz="3300" b="1">
                <a:solidFill>
                  <a:srgbClr val="0B2F38"/>
                </a:solidFill>
                <a:latin typeface="Arial"/>
                <a:ea typeface="Arial"/>
                <a:cs typeface="Arial"/>
              </a:defRPr>
            </a:pPr>
            <a:r>
              <a:rPr sz="3300" b="1">
                <a:solidFill>
                  <a:srgbClr val="0B2F38"/>
                </a:solidFill>
                <a:latin typeface="Arial"/>
                <a:ea typeface="Arial"/>
                <a:cs typeface="Arial"/>
              </a:rPr>
              <a:t>Projekt B · Menschliche Spur-Labels</a:t>
            </a:r>
          </a:p>
        </p:txBody>
      </p:sp>
      <p:sp>
        <p:nvSpPr>
          <p:cNvPr id="2" name="text-1">
            <a:extLst xmlns:a="http://schemas.openxmlformats.org/drawingml/2006/main">
              <a:ext uri="{FF2B5EF4-FFF2-40B4-BE49-F238E27FC236}">
                <a16:creationId xmlns:a16="http://schemas.microsoft.com/office/drawing/2014/main" id="{6E6F8927-7696-428D-B483-198528C073E0}"/>
              </a:ext>
            </a:extLst>
          </p:cNvPr>
          <p:cNvSpPr>
            <a:spLocks xmlns:a="http://schemas.openxmlformats.org/drawingml/2006/main" noGrp="1"/>
          </p:cNvSpPr>
          <p:nvPr/>
        </p:nvSpPr>
        <p:spPr>
          <a:xfrm xmlns:a="http://schemas.openxmlformats.org/drawingml/2006/main">
            <a:off x="11144250" y="6477000"/>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defRPr sz="1125" b="0">
                <a:solidFill>
                  <a:srgbClr val="50646A"/>
                </a:solidFill>
                <a:latin typeface="Arial"/>
                <a:ea typeface="Arial"/>
                <a:cs typeface="Arial"/>
              </a:defRPr>
            </a:lvl1pPr>
            <a:lvl2pPr algn="r">
              <a:defRPr sz="1125" b="0">
                <a:solidFill>
                  <a:srgbClr val="50646A"/>
                </a:solidFill>
                <a:latin typeface="Arial"/>
                <a:ea typeface="Arial"/>
                <a:cs typeface="Arial"/>
              </a:defRPr>
            </a:lvl2pPr>
            <a:lvl3pPr algn="r">
              <a:defRPr sz="1125" b="0">
                <a:solidFill>
                  <a:srgbClr val="50646A"/>
                </a:solidFill>
                <a:latin typeface="Arial"/>
                <a:ea typeface="Arial"/>
                <a:cs typeface="Arial"/>
              </a:defRPr>
            </a:lvl3pPr>
            <a:lvl4pPr algn="r">
              <a:defRPr sz="1125" b="0">
                <a:solidFill>
                  <a:srgbClr val="50646A"/>
                </a:solidFill>
                <a:latin typeface="Arial"/>
                <a:ea typeface="Arial"/>
                <a:cs typeface="Arial"/>
              </a:defRPr>
            </a:lvl4pPr>
            <a:lvl5pPr algn="r">
              <a:defRPr sz="1125" b="0">
                <a:solidFill>
                  <a:srgbClr val="50646A"/>
                </a:solidFill>
                <a:latin typeface="Arial"/>
                <a:ea typeface="Arial"/>
                <a:cs typeface="Arial"/>
              </a:defRPr>
            </a:lvl5pPr>
            <a:lvl6pPr algn="r">
              <a:defRPr sz="1125" b="0">
                <a:solidFill>
                  <a:srgbClr val="50646A"/>
                </a:solidFill>
                <a:latin typeface="Arial"/>
                <a:ea typeface="Arial"/>
                <a:cs typeface="Arial"/>
              </a:defRPr>
            </a:lvl6pPr>
            <a:lvl7pPr algn="r">
              <a:defRPr sz="1125" b="0">
                <a:solidFill>
                  <a:srgbClr val="50646A"/>
                </a:solidFill>
                <a:latin typeface="Arial"/>
                <a:ea typeface="Arial"/>
                <a:cs typeface="Arial"/>
              </a:defRPr>
            </a:lvl7pPr>
            <a:lvl8pPr algn="r">
              <a:defRPr sz="1125" b="0">
                <a:solidFill>
                  <a:srgbClr val="50646A"/>
                </a:solidFill>
                <a:latin typeface="Arial"/>
                <a:ea typeface="Arial"/>
                <a:cs typeface="Arial"/>
              </a:defRPr>
            </a:lvl8pPr>
            <a:lvl9pPr algn="r">
              <a:defRPr sz="1125" b="0">
                <a:solidFill>
                  <a:srgbClr val="50646A"/>
                </a:solidFill>
                <a:latin typeface="Arial"/>
                <a:ea typeface="Arial"/>
                <a:cs typeface="Arial"/>
              </a:defRPr>
            </a:lvl9pPr>
          </a:lstStyle>
          <a:p xmlns:a="http://schemas.openxmlformats.org/drawingml/2006/main">
            <a:pPr algn="r">
              <a:defRPr sz="1125" b="0">
                <a:solidFill>
                  <a:srgbClr val="50646A"/>
                </a:solidFill>
                <a:latin typeface="Arial"/>
                <a:ea typeface="Arial"/>
                <a:cs typeface="Arial"/>
              </a:defRPr>
            </a:pPr>
            <a:r>
              <a:rPr sz="1125" b="0">
                <a:solidFill>
                  <a:srgbClr val="50646A"/>
                </a:solidFill>
                <a:latin typeface="Arial"/>
                <a:ea typeface="Arial"/>
                <a:cs typeface="Arial"/>
              </a:rPr>
              <a:t>40</a:t>
            </a:r>
          </a:p>
        </p:txBody>
      </p:sp>
      <p:sp>
        <p:nvSpPr>
          <p:cNvPr id="3" name="text-2">
            <a:extLst xmlns:a="http://schemas.openxmlformats.org/drawingml/2006/main">
              <a:ext uri="{FF2B5EF4-FFF2-40B4-BE49-F238E27FC236}">
                <a16:creationId xmlns:a16="http://schemas.microsoft.com/office/drawing/2014/main" id="{935A1832-ED0B-4536-8A30-ADC53EE4F52D}"/>
              </a:ext>
            </a:extLst>
          </p:cNvPr>
          <p:cNvSpPr>
            <a:spLocks xmlns:a="http://schemas.openxmlformats.org/drawingml/2006/main" noGrp="1"/>
          </p:cNvSpPr>
          <p:nvPr/>
        </p:nvSpPr>
        <p:spPr>
          <a:xfrm xmlns:a="http://schemas.openxmlformats.org/drawingml/2006/main">
            <a:off x="609600" y="17145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0B2F38"/>
                </a:solidFill>
                <a:latin typeface="Arial"/>
                <a:ea typeface="Arial"/>
                <a:cs typeface="Arial"/>
              </a:defRPr>
            </a:defPPr>
            <a:lvl1pPr algn="l">
              <a:defRPr sz="2250" b="0">
                <a:solidFill>
                  <a:srgbClr val="0B2F38"/>
                </a:solidFill>
                <a:latin typeface="Arial"/>
                <a:ea typeface="Arial"/>
                <a:cs typeface="Arial"/>
              </a:defRPr>
            </a:lvl1pPr>
            <a:lvl2pPr algn="l">
              <a:defRPr sz="2250" b="0">
                <a:solidFill>
                  <a:srgbClr val="0B2F38"/>
                </a:solidFill>
                <a:latin typeface="Arial"/>
                <a:ea typeface="Arial"/>
                <a:cs typeface="Arial"/>
              </a:defRPr>
            </a:lvl2pPr>
            <a:lvl3pPr algn="l">
              <a:defRPr sz="2250" b="0">
                <a:solidFill>
                  <a:srgbClr val="0B2F38"/>
                </a:solidFill>
                <a:latin typeface="Arial"/>
                <a:ea typeface="Arial"/>
                <a:cs typeface="Arial"/>
              </a:defRPr>
            </a:lvl3pPr>
            <a:lvl4pPr algn="l">
              <a:defRPr sz="2250" b="0">
                <a:solidFill>
                  <a:srgbClr val="0B2F38"/>
                </a:solidFill>
                <a:latin typeface="Arial"/>
                <a:ea typeface="Arial"/>
                <a:cs typeface="Arial"/>
              </a:defRPr>
            </a:lvl4pPr>
            <a:lvl5pPr algn="l">
              <a:defRPr sz="2250" b="0">
                <a:solidFill>
                  <a:srgbClr val="0B2F38"/>
                </a:solidFill>
                <a:latin typeface="Arial"/>
                <a:ea typeface="Arial"/>
                <a:cs typeface="Arial"/>
              </a:defRPr>
            </a:lvl5pPr>
            <a:lvl6pPr algn="l">
              <a:defRPr sz="2250" b="0">
                <a:solidFill>
                  <a:srgbClr val="0B2F38"/>
                </a:solidFill>
                <a:latin typeface="Arial"/>
                <a:ea typeface="Arial"/>
                <a:cs typeface="Arial"/>
              </a:defRPr>
            </a:lvl6pPr>
            <a:lvl7pPr algn="l">
              <a:defRPr sz="2250" b="0">
                <a:solidFill>
                  <a:srgbClr val="0B2F38"/>
                </a:solidFill>
                <a:latin typeface="Arial"/>
                <a:ea typeface="Arial"/>
                <a:cs typeface="Arial"/>
              </a:defRPr>
            </a:lvl7pPr>
            <a:lvl8pPr algn="l">
              <a:defRPr sz="2250" b="0">
                <a:solidFill>
                  <a:srgbClr val="0B2F38"/>
                </a:solidFill>
                <a:latin typeface="Arial"/>
                <a:ea typeface="Arial"/>
                <a:cs typeface="Arial"/>
              </a:defRPr>
            </a:lvl8pPr>
            <a:lvl9pPr algn="l">
              <a:defRPr sz="2250" b="0">
                <a:solidFill>
                  <a:srgbClr val="0B2F38"/>
                </a:solidFill>
                <a:latin typeface="Arial"/>
                <a:ea typeface="Arial"/>
                <a:cs typeface="Arial"/>
              </a:defRPr>
            </a:lvl9pPr>
          </a:lstStyle>
          <a:p xmlns:a="http://schemas.openxmlformats.org/drawingml/2006/main">
            <a:pPr algn="l">
              <a:defRPr sz="2250" b="0">
                <a:solidFill>
                  <a:srgbClr val="0B2F38"/>
                </a:solidFill>
                <a:latin typeface="Arial"/>
                <a:ea typeface="Arial"/>
                <a:cs typeface="Arial"/>
              </a:defRPr>
            </a:pPr>
            <a:r>
              <a:rPr sz="2250" b="0">
                <a:solidFill>
                  <a:srgbClr val="0B2F38"/>
                </a:solidFill>
                <a:latin typeface="Arial"/>
                <a:ea typeface="Arial"/>
                <a:cs typeface="Arial"/>
              </a:rPr>
              <a:t>Eigene Videos mit Kurven, Schatten und schwierigen Markierungen aufnehmen</a:t>
            </a:r>
          </a:p>
        </p:txBody>
      </p:sp>
      <p:sp>
        <p:nvSpPr>
          <p:cNvPr id="4" name="text-3">
            <a:extLst xmlns:a="http://schemas.openxmlformats.org/drawingml/2006/main">
              <a:ext uri="{FF2B5EF4-FFF2-40B4-BE49-F238E27FC236}">
                <a16:creationId xmlns:a16="http://schemas.microsoft.com/office/drawing/2014/main" id="{088D22D0-7B10-4959-A26B-1499831A9D5D}"/>
              </a:ext>
            </a:extLst>
          </p:cNvPr>
          <p:cNvSpPr>
            <a:spLocks xmlns:a="http://schemas.openxmlformats.org/drawingml/2006/main" noGrp="1"/>
          </p:cNvSpPr>
          <p:nvPr/>
        </p:nvSpPr>
        <p:spPr>
          <a:xfrm xmlns:a="http://schemas.openxmlformats.org/drawingml/2006/main">
            <a:off x="609600" y="264795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0B2F38"/>
                </a:solidFill>
                <a:latin typeface="Arial"/>
                <a:ea typeface="Arial"/>
                <a:cs typeface="Arial"/>
              </a:defRPr>
            </a:defPPr>
            <a:lvl1pPr algn="l">
              <a:defRPr sz="2250" b="0">
                <a:solidFill>
                  <a:srgbClr val="0B2F38"/>
                </a:solidFill>
                <a:latin typeface="Arial"/>
                <a:ea typeface="Arial"/>
                <a:cs typeface="Arial"/>
              </a:defRPr>
            </a:lvl1pPr>
            <a:lvl2pPr algn="l">
              <a:defRPr sz="2250" b="0">
                <a:solidFill>
                  <a:srgbClr val="0B2F38"/>
                </a:solidFill>
                <a:latin typeface="Arial"/>
                <a:ea typeface="Arial"/>
                <a:cs typeface="Arial"/>
              </a:defRPr>
            </a:lvl2pPr>
            <a:lvl3pPr algn="l">
              <a:defRPr sz="2250" b="0">
                <a:solidFill>
                  <a:srgbClr val="0B2F38"/>
                </a:solidFill>
                <a:latin typeface="Arial"/>
                <a:ea typeface="Arial"/>
                <a:cs typeface="Arial"/>
              </a:defRPr>
            </a:lvl3pPr>
            <a:lvl4pPr algn="l">
              <a:defRPr sz="2250" b="0">
                <a:solidFill>
                  <a:srgbClr val="0B2F38"/>
                </a:solidFill>
                <a:latin typeface="Arial"/>
                <a:ea typeface="Arial"/>
                <a:cs typeface="Arial"/>
              </a:defRPr>
            </a:lvl4pPr>
            <a:lvl5pPr algn="l">
              <a:defRPr sz="2250" b="0">
                <a:solidFill>
                  <a:srgbClr val="0B2F38"/>
                </a:solidFill>
                <a:latin typeface="Arial"/>
                <a:ea typeface="Arial"/>
                <a:cs typeface="Arial"/>
              </a:defRPr>
            </a:lvl5pPr>
            <a:lvl6pPr algn="l">
              <a:defRPr sz="2250" b="0">
                <a:solidFill>
                  <a:srgbClr val="0B2F38"/>
                </a:solidFill>
                <a:latin typeface="Arial"/>
                <a:ea typeface="Arial"/>
                <a:cs typeface="Arial"/>
              </a:defRPr>
            </a:lvl6pPr>
            <a:lvl7pPr algn="l">
              <a:defRPr sz="2250" b="0">
                <a:solidFill>
                  <a:srgbClr val="0B2F38"/>
                </a:solidFill>
                <a:latin typeface="Arial"/>
                <a:ea typeface="Arial"/>
                <a:cs typeface="Arial"/>
              </a:defRPr>
            </a:lvl7pPr>
            <a:lvl8pPr algn="l">
              <a:defRPr sz="2250" b="0">
                <a:solidFill>
                  <a:srgbClr val="0B2F38"/>
                </a:solidFill>
                <a:latin typeface="Arial"/>
                <a:ea typeface="Arial"/>
                <a:cs typeface="Arial"/>
              </a:defRPr>
            </a:lvl8pPr>
            <a:lvl9pPr algn="l">
              <a:defRPr sz="2250" b="0">
                <a:solidFill>
                  <a:srgbClr val="0B2F38"/>
                </a:solidFill>
                <a:latin typeface="Arial"/>
                <a:ea typeface="Arial"/>
                <a:cs typeface="Arial"/>
              </a:defRPr>
            </a:lvl9pPr>
          </a:lstStyle>
          <a:p xmlns:a="http://schemas.openxmlformats.org/drawingml/2006/main">
            <a:pPr algn="l">
              <a:defRPr sz="2250" b="0">
                <a:solidFill>
                  <a:srgbClr val="0B2F38"/>
                </a:solidFill>
                <a:latin typeface="Arial"/>
                <a:ea typeface="Arial"/>
                <a:cs typeface="Arial"/>
              </a:defRPr>
            </a:pPr>
            <a:r>
              <a:rPr sz="2250" b="0">
                <a:solidFill>
                  <a:srgbClr val="0B2F38"/>
                </a:solidFill>
                <a:latin typeface="Arial"/>
                <a:ea typeface="Arial"/>
                <a:cs typeface="Arial"/>
              </a:rPr>
              <a:t>Markierungspfade im Inspector annotieren und Tracks erhalten</a:t>
            </a:r>
          </a:p>
        </p:txBody>
      </p:sp>
      <p:sp>
        <p:nvSpPr>
          <p:cNvPr id="5" name="text-4">
            <a:extLst xmlns:a="http://schemas.openxmlformats.org/drawingml/2006/main">
              <a:ext uri="{FF2B5EF4-FFF2-40B4-BE49-F238E27FC236}">
                <a16:creationId xmlns:a16="http://schemas.microsoft.com/office/drawing/2014/main" id="{4796F88D-D19A-4EEC-ACAA-14B957B0AA24}"/>
              </a:ext>
            </a:extLst>
          </p:cNvPr>
          <p:cNvSpPr>
            <a:spLocks xmlns:a="http://schemas.openxmlformats.org/drawingml/2006/main" noGrp="1"/>
          </p:cNvSpPr>
          <p:nvPr/>
        </p:nvSpPr>
        <p:spPr>
          <a:xfrm xmlns:a="http://schemas.openxmlformats.org/drawingml/2006/main">
            <a:off x="609600" y="35814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0B2F38"/>
                </a:solidFill>
                <a:latin typeface="Arial"/>
                <a:ea typeface="Arial"/>
                <a:cs typeface="Arial"/>
              </a:defRPr>
            </a:defPPr>
            <a:lvl1pPr algn="l">
              <a:defRPr sz="2250" b="0">
                <a:solidFill>
                  <a:srgbClr val="0B2F38"/>
                </a:solidFill>
                <a:latin typeface="Arial"/>
                <a:ea typeface="Arial"/>
                <a:cs typeface="Arial"/>
              </a:defRPr>
            </a:lvl1pPr>
            <a:lvl2pPr algn="l">
              <a:defRPr sz="2250" b="0">
                <a:solidFill>
                  <a:srgbClr val="0B2F38"/>
                </a:solidFill>
                <a:latin typeface="Arial"/>
                <a:ea typeface="Arial"/>
                <a:cs typeface="Arial"/>
              </a:defRPr>
            </a:lvl2pPr>
            <a:lvl3pPr algn="l">
              <a:defRPr sz="2250" b="0">
                <a:solidFill>
                  <a:srgbClr val="0B2F38"/>
                </a:solidFill>
                <a:latin typeface="Arial"/>
                <a:ea typeface="Arial"/>
                <a:cs typeface="Arial"/>
              </a:defRPr>
            </a:lvl3pPr>
            <a:lvl4pPr algn="l">
              <a:defRPr sz="2250" b="0">
                <a:solidFill>
                  <a:srgbClr val="0B2F38"/>
                </a:solidFill>
                <a:latin typeface="Arial"/>
                <a:ea typeface="Arial"/>
                <a:cs typeface="Arial"/>
              </a:defRPr>
            </a:lvl4pPr>
            <a:lvl5pPr algn="l">
              <a:defRPr sz="2250" b="0">
                <a:solidFill>
                  <a:srgbClr val="0B2F38"/>
                </a:solidFill>
                <a:latin typeface="Arial"/>
                <a:ea typeface="Arial"/>
                <a:cs typeface="Arial"/>
              </a:defRPr>
            </a:lvl5pPr>
            <a:lvl6pPr algn="l">
              <a:defRPr sz="2250" b="0">
                <a:solidFill>
                  <a:srgbClr val="0B2F38"/>
                </a:solidFill>
                <a:latin typeface="Arial"/>
                <a:ea typeface="Arial"/>
                <a:cs typeface="Arial"/>
              </a:defRPr>
            </a:lvl6pPr>
            <a:lvl7pPr algn="l">
              <a:defRPr sz="2250" b="0">
                <a:solidFill>
                  <a:srgbClr val="0B2F38"/>
                </a:solidFill>
                <a:latin typeface="Arial"/>
                <a:ea typeface="Arial"/>
                <a:cs typeface="Arial"/>
              </a:defRPr>
            </a:lvl7pPr>
            <a:lvl8pPr algn="l">
              <a:defRPr sz="2250" b="0">
                <a:solidFill>
                  <a:srgbClr val="0B2F38"/>
                </a:solidFill>
                <a:latin typeface="Arial"/>
                <a:ea typeface="Arial"/>
                <a:cs typeface="Arial"/>
              </a:defRPr>
            </a:lvl8pPr>
            <a:lvl9pPr algn="l">
              <a:defRPr sz="2250" b="0">
                <a:solidFill>
                  <a:srgbClr val="0B2F38"/>
                </a:solidFill>
                <a:latin typeface="Arial"/>
                <a:ea typeface="Arial"/>
                <a:cs typeface="Arial"/>
              </a:defRPr>
            </a:lvl9pPr>
          </a:lstStyle>
          <a:p xmlns:a="http://schemas.openxmlformats.org/drawingml/2006/main">
            <a:pPr algn="l">
              <a:defRPr sz="2250" b="0">
                <a:solidFill>
                  <a:srgbClr val="0B2F38"/>
                </a:solidFill>
                <a:latin typeface="Arial"/>
                <a:ea typeface="Arial"/>
                <a:cs typeface="Arial"/>
              </a:defRPr>
            </a:pPr>
            <a:r>
              <a:rPr sz="2250" b="0">
                <a:solidFill>
                  <a:srgbClr val="0B2F38"/>
                </a:solidFill>
                <a:latin typeface="Arial"/>
                <a:ea typeface="Arial"/>
                <a:cs typeface="Arial"/>
              </a:rPr>
              <a:t>Auch Frames ohne sichtbare Markierung geprüft erfassen</a:t>
            </a:r>
          </a:p>
        </p:txBody>
      </p:sp>
      <p:sp>
        <p:nvSpPr>
          <p:cNvPr id="6" name="text-5">
            <a:extLst xmlns:a="http://schemas.openxmlformats.org/drawingml/2006/main">
              <a:ext uri="{FF2B5EF4-FFF2-40B4-BE49-F238E27FC236}">
                <a16:creationId xmlns:a16="http://schemas.microsoft.com/office/drawing/2014/main" id="{8D3244F9-BA36-40E4-A91F-5F33E1421435}"/>
              </a:ext>
            </a:extLst>
          </p:cNvPr>
          <p:cNvSpPr>
            <a:spLocks xmlns:a="http://schemas.openxmlformats.org/drawingml/2006/main" noGrp="1"/>
          </p:cNvSpPr>
          <p:nvPr/>
        </p:nvSpPr>
        <p:spPr>
          <a:xfrm xmlns:a="http://schemas.openxmlformats.org/drawingml/2006/main">
            <a:off x="609600" y="451485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0B2F38"/>
                </a:solidFill>
                <a:latin typeface="Arial"/>
                <a:ea typeface="Arial"/>
                <a:cs typeface="Arial"/>
              </a:defRPr>
            </a:defPPr>
            <a:lvl1pPr algn="l">
              <a:defRPr sz="2250" b="0">
                <a:solidFill>
                  <a:srgbClr val="0B2F38"/>
                </a:solidFill>
                <a:latin typeface="Arial"/>
                <a:ea typeface="Arial"/>
                <a:cs typeface="Arial"/>
              </a:defRPr>
            </a:lvl1pPr>
            <a:lvl2pPr algn="l">
              <a:defRPr sz="2250" b="0">
                <a:solidFill>
                  <a:srgbClr val="0B2F38"/>
                </a:solidFill>
                <a:latin typeface="Arial"/>
                <a:ea typeface="Arial"/>
                <a:cs typeface="Arial"/>
              </a:defRPr>
            </a:lvl2pPr>
            <a:lvl3pPr algn="l">
              <a:defRPr sz="2250" b="0">
                <a:solidFill>
                  <a:srgbClr val="0B2F38"/>
                </a:solidFill>
                <a:latin typeface="Arial"/>
                <a:ea typeface="Arial"/>
                <a:cs typeface="Arial"/>
              </a:defRPr>
            </a:lvl3pPr>
            <a:lvl4pPr algn="l">
              <a:defRPr sz="2250" b="0">
                <a:solidFill>
                  <a:srgbClr val="0B2F38"/>
                </a:solidFill>
                <a:latin typeface="Arial"/>
                <a:ea typeface="Arial"/>
                <a:cs typeface="Arial"/>
              </a:defRPr>
            </a:lvl4pPr>
            <a:lvl5pPr algn="l">
              <a:defRPr sz="2250" b="0">
                <a:solidFill>
                  <a:srgbClr val="0B2F38"/>
                </a:solidFill>
                <a:latin typeface="Arial"/>
                <a:ea typeface="Arial"/>
                <a:cs typeface="Arial"/>
              </a:defRPr>
            </a:lvl5pPr>
            <a:lvl6pPr algn="l">
              <a:defRPr sz="2250" b="0">
                <a:solidFill>
                  <a:srgbClr val="0B2F38"/>
                </a:solidFill>
                <a:latin typeface="Arial"/>
                <a:ea typeface="Arial"/>
                <a:cs typeface="Arial"/>
              </a:defRPr>
            </a:lvl6pPr>
            <a:lvl7pPr algn="l">
              <a:defRPr sz="2250" b="0">
                <a:solidFill>
                  <a:srgbClr val="0B2F38"/>
                </a:solidFill>
                <a:latin typeface="Arial"/>
                <a:ea typeface="Arial"/>
                <a:cs typeface="Arial"/>
              </a:defRPr>
            </a:lvl7pPr>
            <a:lvl8pPr algn="l">
              <a:defRPr sz="2250" b="0">
                <a:solidFill>
                  <a:srgbClr val="0B2F38"/>
                </a:solidFill>
                <a:latin typeface="Arial"/>
                <a:ea typeface="Arial"/>
                <a:cs typeface="Arial"/>
              </a:defRPr>
            </a:lvl8pPr>
            <a:lvl9pPr algn="l">
              <a:defRPr sz="2250" b="0">
                <a:solidFill>
                  <a:srgbClr val="0B2F38"/>
                </a:solidFill>
                <a:latin typeface="Arial"/>
                <a:ea typeface="Arial"/>
                <a:cs typeface="Arial"/>
              </a:defRPr>
            </a:lvl9pPr>
          </a:lstStyle>
          <a:p xmlns:a="http://schemas.openxmlformats.org/drawingml/2006/main">
            <a:pPr algn="l">
              <a:defRPr sz="2250" b="0">
                <a:solidFill>
                  <a:srgbClr val="0B2F38"/>
                </a:solidFill>
                <a:latin typeface="Arial"/>
                <a:ea typeface="Arial"/>
                <a:cs typeface="Arial"/>
              </a:defRPr>
            </a:pPr>
            <a:r>
              <a:rPr sz="2250" b="0">
                <a:solidFill>
                  <a:srgbClr val="0B2F38"/>
                </a:solidFill>
                <a:latin typeface="Arial"/>
                <a:ea typeface="Arial"/>
                <a:cs typeface="Arial"/>
              </a:rPr>
              <a:t>Ganze Fahrten und überlappende Orte im selben Split halten</a:t>
            </a:r>
          </a:p>
        </p:txBody>
      </p:sp>
      <p:sp>
        <p:nvSpPr>
          <p:cNvPr id="7" name="text-6">
            <a:extLst xmlns:a="http://schemas.openxmlformats.org/drawingml/2006/main">
              <a:ext uri="{FF2B5EF4-FFF2-40B4-BE49-F238E27FC236}">
                <a16:creationId xmlns:a16="http://schemas.microsoft.com/office/drawing/2014/main" id="{E28C3DE5-60AB-4B95-8EED-28EE8093407C}"/>
              </a:ext>
            </a:extLst>
          </p:cNvPr>
          <p:cNvSpPr>
            <a:spLocks xmlns:a="http://schemas.openxmlformats.org/drawingml/2006/main" noGrp="1"/>
          </p:cNvSpPr>
          <p:nvPr/>
        </p:nvSpPr>
        <p:spPr>
          <a:xfrm xmlns:a="http://schemas.openxmlformats.org/drawingml/2006/main">
            <a:off x="609600" y="601980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0646A"/>
                </a:solidFill>
                <a:latin typeface="Arial"/>
                <a:ea typeface="Arial"/>
                <a:cs typeface="Arial"/>
              </a:defRPr>
            </a:defPPr>
            <a:lvl1pPr algn="l">
              <a:defRPr sz="1575" b="0">
                <a:solidFill>
                  <a:srgbClr val="50646A"/>
                </a:solidFill>
                <a:latin typeface="Arial"/>
                <a:ea typeface="Arial"/>
                <a:cs typeface="Arial"/>
              </a:defRPr>
            </a:lvl1pPr>
            <a:lvl2pPr algn="l">
              <a:defRPr sz="1575" b="0">
                <a:solidFill>
                  <a:srgbClr val="50646A"/>
                </a:solidFill>
                <a:latin typeface="Arial"/>
                <a:ea typeface="Arial"/>
                <a:cs typeface="Arial"/>
              </a:defRPr>
            </a:lvl2pPr>
            <a:lvl3pPr algn="l">
              <a:defRPr sz="1575" b="0">
                <a:solidFill>
                  <a:srgbClr val="50646A"/>
                </a:solidFill>
                <a:latin typeface="Arial"/>
                <a:ea typeface="Arial"/>
                <a:cs typeface="Arial"/>
              </a:defRPr>
            </a:lvl3pPr>
            <a:lvl4pPr algn="l">
              <a:defRPr sz="1575" b="0">
                <a:solidFill>
                  <a:srgbClr val="50646A"/>
                </a:solidFill>
                <a:latin typeface="Arial"/>
                <a:ea typeface="Arial"/>
                <a:cs typeface="Arial"/>
              </a:defRPr>
            </a:lvl4pPr>
            <a:lvl5pPr algn="l">
              <a:defRPr sz="1575" b="0">
                <a:solidFill>
                  <a:srgbClr val="50646A"/>
                </a:solidFill>
                <a:latin typeface="Arial"/>
                <a:ea typeface="Arial"/>
                <a:cs typeface="Arial"/>
              </a:defRPr>
            </a:lvl5pPr>
            <a:lvl6pPr algn="l">
              <a:defRPr sz="1575" b="0">
                <a:solidFill>
                  <a:srgbClr val="50646A"/>
                </a:solidFill>
                <a:latin typeface="Arial"/>
                <a:ea typeface="Arial"/>
                <a:cs typeface="Arial"/>
              </a:defRPr>
            </a:lvl6pPr>
            <a:lvl7pPr algn="l">
              <a:defRPr sz="1575" b="0">
                <a:solidFill>
                  <a:srgbClr val="50646A"/>
                </a:solidFill>
                <a:latin typeface="Arial"/>
                <a:ea typeface="Arial"/>
                <a:cs typeface="Arial"/>
              </a:defRPr>
            </a:lvl7pPr>
            <a:lvl8pPr algn="l">
              <a:defRPr sz="1575" b="0">
                <a:solidFill>
                  <a:srgbClr val="50646A"/>
                </a:solidFill>
                <a:latin typeface="Arial"/>
                <a:ea typeface="Arial"/>
                <a:cs typeface="Arial"/>
              </a:defRPr>
            </a:lvl8pPr>
            <a:lvl9pPr algn="l">
              <a:defRPr sz="1575" b="0">
                <a:solidFill>
                  <a:srgbClr val="50646A"/>
                </a:solidFill>
                <a:latin typeface="Arial"/>
                <a:ea typeface="Arial"/>
                <a:cs typeface="Arial"/>
              </a:defRPr>
            </a:lvl9pPr>
          </a:lstStyle>
          <a:p xmlns:a="http://schemas.openxmlformats.org/drawingml/2006/main">
            <a:pPr algn="l">
              <a:defRPr sz="1575" b="0">
                <a:solidFill>
                  <a:srgbClr val="50646A"/>
                </a:solidFill>
                <a:latin typeface="Arial"/>
                <a:ea typeface="Arial"/>
                <a:cs typeface="Arial"/>
              </a:defRPr>
            </a:pPr>
            <a:r>
              <a:rPr sz="1575" b="0">
                <a:solidFill>
                  <a:srgbClr val="50646A"/>
                </a:solidFill>
                <a:latin typeface="Arial"/>
                <a:ea typeface="Arial"/>
                <a:cs typeface="Arial"/>
              </a:rPr>
              <a:t>Abgabe: portables Lane-ZIP, Labelprotokoll und dokumentierte Datenabdeckung</a:t>
            </a:r>
          </a:p>
        </p:txBody>
      </p:sp>
    </p:spTree>
    <p:extLst>
      <p:ext uri="{BB962C8B-B14F-4D97-AF65-F5344CB8AC3E}">
        <p14:creationId xmlns:p14="http://schemas.microsoft.com/office/powerpoint/2010/main" val="1999173040"/>
      </p:ext>
    </p:extLst>
  </p:cSld>
</p:sld>
</file>

<file path=ppt/slides/slide41.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FE8EC927-4476-4CD6-9780-36C96ECEAD32}"/>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B2F38"/>
                </a:solidFill>
                <a:latin typeface="Arial"/>
                <a:ea typeface="Arial"/>
                <a:cs typeface="Arial"/>
              </a:defRPr>
            </a:defPPr>
            <a:lvl1pPr algn="l">
              <a:defRPr sz="3300" b="1">
                <a:solidFill>
                  <a:srgbClr val="0B2F38"/>
                </a:solidFill>
                <a:latin typeface="Arial"/>
                <a:ea typeface="Arial"/>
                <a:cs typeface="Arial"/>
              </a:defRPr>
            </a:lvl1pPr>
            <a:lvl2pPr algn="l">
              <a:defRPr sz="3300" b="1">
                <a:solidFill>
                  <a:srgbClr val="0B2F38"/>
                </a:solidFill>
                <a:latin typeface="Arial"/>
                <a:ea typeface="Arial"/>
                <a:cs typeface="Arial"/>
              </a:defRPr>
            </a:lvl2pPr>
            <a:lvl3pPr algn="l">
              <a:defRPr sz="3300" b="1">
                <a:solidFill>
                  <a:srgbClr val="0B2F38"/>
                </a:solidFill>
                <a:latin typeface="Arial"/>
                <a:ea typeface="Arial"/>
                <a:cs typeface="Arial"/>
              </a:defRPr>
            </a:lvl3pPr>
            <a:lvl4pPr algn="l">
              <a:defRPr sz="3300" b="1">
                <a:solidFill>
                  <a:srgbClr val="0B2F38"/>
                </a:solidFill>
                <a:latin typeface="Arial"/>
                <a:ea typeface="Arial"/>
                <a:cs typeface="Arial"/>
              </a:defRPr>
            </a:lvl4pPr>
            <a:lvl5pPr algn="l">
              <a:defRPr sz="3300" b="1">
                <a:solidFill>
                  <a:srgbClr val="0B2F38"/>
                </a:solidFill>
                <a:latin typeface="Arial"/>
                <a:ea typeface="Arial"/>
                <a:cs typeface="Arial"/>
              </a:defRPr>
            </a:lvl5pPr>
            <a:lvl6pPr algn="l">
              <a:defRPr sz="3300" b="1">
                <a:solidFill>
                  <a:srgbClr val="0B2F38"/>
                </a:solidFill>
                <a:latin typeface="Arial"/>
                <a:ea typeface="Arial"/>
                <a:cs typeface="Arial"/>
              </a:defRPr>
            </a:lvl6pPr>
            <a:lvl7pPr algn="l">
              <a:defRPr sz="3300" b="1">
                <a:solidFill>
                  <a:srgbClr val="0B2F38"/>
                </a:solidFill>
                <a:latin typeface="Arial"/>
                <a:ea typeface="Arial"/>
                <a:cs typeface="Arial"/>
              </a:defRPr>
            </a:lvl7pPr>
            <a:lvl8pPr algn="l">
              <a:defRPr sz="3300" b="1">
                <a:solidFill>
                  <a:srgbClr val="0B2F38"/>
                </a:solidFill>
                <a:latin typeface="Arial"/>
                <a:ea typeface="Arial"/>
                <a:cs typeface="Arial"/>
              </a:defRPr>
            </a:lvl8pPr>
            <a:lvl9pPr algn="l">
              <a:defRPr sz="3300" b="1">
                <a:solidFill>
                  <a:srgbClr val="0B2F38"/>
                </a:solidFill>
                <a:latin typeface="Arial"/>
                <a:ea typeface="Arial"/>
                <a:cs typeface="Arial"/>
              </a:defRPr>
            </a:lvl9pPr>
          </a:lstStyle>
          <a:p xmlns:a="http://schemas.openxmlformats.org/drawingml/2006/main">
            <a:pPr algn="l">
              <a:defRPr sz="3300" b="1">
                <a:solidFill>
                  <a:srgbClr val="0B2F38"/>
                </a:solidFill>
                <a:latin typeface="Arial"/>
                <a:ea typeface="Arial"/>
                <a:cs typeface="Arial"/>
              </a:defRPr>
            </a:pPr>
            <a:r>
              <a:rPr sz="3300" b="1">
                <a:solidFill>
                  <a:srgbClr val="0B2F38"/>
                </a:solidFill>
                <a:latin typeface="Arial"/>
                <a:ea typeface="Arial"/>
                <a:cs typeface="Arial"/>
              </a:rPr>
              <a:t>Projekt B · Lernen, testen und bereitstellen</a:t>
            </a:r>
          </a:p>
        </p:txBody>
      </p:sp>
      <p:sp>
        <p:nvSpPr>
          <p:cNvPr id="2" name="text-1">
            <a:extLst xmlns:a="http://schemas.openxmlformats.org/drawingml/2006/main">
              <a:ext uri="{FF2B5EF4-FFF2-40B4-BE49-F238E27FC236}">
                <a16:creationId xmlns:a16="http://schemas.microsoft.com/office/drawing/2014/main" id="{6E67DD87-84CC-40CA-A0D9-53EFE8775CC5}"/>
              </a:ext>
            </a:extLst>
          </p:cNvPr>
          <p:cNvSpPr>
            <a:spLocks xmlns:a="http://schemas.openxmlformats.org/drawingml/2006/main" noGrp="1"/>
          </p:cNvSpPr>
          <p:nvPr/>
        </p:nvSpPr>
        <p:spPr>
          <a:xfrm xmlns:a="http://schemas.openxmlformats.org/drawingml/2006/main">
            <a:off x="11144250" y="6477000"/>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defRPr sz="1125" b="0">
                <a:solidFill>
                  <a:srgbClr val="50646A"/>
                </a:solidFill>
                <a:latin typeface="Arial"/>
                <a:ea typeface="Arial"/>
                <a:cs typeface="Arial"/>
              </a:defRPr>
            </a:lvl1pPr>
            <a:lvl2pPr algn="r">
              <a:defRPr sz="1125" b="0">
                <a:solidFill>
                  <a:srgbClr val="50646A"/>
                </a:solidFill>
                <a:latin typeface="Arial"/>
                <a:ea typeface="Arial"/>
                <a:cs typeface="Arial"/>
              </a:defRPr>
            </a:lvl2pPr>
            <a:lvl3pPr algn="r">
              <a:defRPr sz="1125" b="0">
                <a:solidFill>
                  <a:srgbClr val="50646A"/>
                </a:solidFill>
                <a:latin typeface="Arial"/>
                <a:ea typeface="Arial"/>
                <a:cs typeface="Arial"/>
              </a:defRPr>
            </a:lvl3pPr>
            <a:lvl4pPr algn="r">
              <a:defRPr sz="1125" b="0">
                <a:solidFill>
                  <a:srgbClr val="50646A"/>
                </a:solidFill>
                <a:latin typeface="Arial"/>
                <a:ea typeface="Arial"/>
                <a:cs typeface="Arial"/>
              </a:defRPr>
            </a:lvl4pPr>
            <a:lvl5pPr algn="r">
              <a:defRPr sz="1125" b="0">
                <a:solidFill>
                  <a:srgbClr val="50646A"/>
                </a:solidFill>
                <a:latin typeface="Arial"/>
                <a:ea typeface="Arial"/>
                <a:cs typeface="Arial"/>
              </a:defRPr>
            </a:lvl5pPr>
            <a:lvl6pPr algn="r">
              <a:defRPr sz="1125" b="0">
                <a:solidFill>
                  <a:srgbClr val="50646A"/>
                </a:solidFill>
                <a:latin typeface="Arial"/>
                <a:ea typeface="Arial"/>
                <a:cs typeface="Arial"/>
              </a:defRPr>
            </a:lvl6pPr>
            <a:lvl7pPr algn="r">
              <a:defRPr sz="1125" b="0">
                <a:solidFill>
                  <a:srgbClr val="50646A"/>
                </a:solidFill>
                <a:latin typeface="Arial"/>
                <a:ea typeface="Arial"/>
                <a:cs typeface="Arial"/>
              </a:defRPr>
            </a:lvl7pPr>
            <a:lvl8pPr algn="r">
              <a:defRPr sz="1125" b="0">
                <a:solidFill>
                  <a:srgbClr val="50646A"/>
                </a:solidFill>
                <a:latin typeface="Arial"/>
                <a:ea typeface="Arial"/>
                <a:cs typeface="Arial"/>
              </a:defRPr>
            </a:lvl8pPr>
            <a:lvl9pPr algn="r">
              <a:defRPr sz="1125" b="0">
                <a:solidFill>
                  <a:srgbClr val="50646A"/>
                </a:solidFill>
                <a:latin typeface="Arial"/>
                <a:ea typeface="Arial"/>
                <a:cs typeface="Arial"/>
              </a:defRPr>
            </a:lvl9pPr>
          </a:lstStyle>
          <a:p xmlns:a="http://schemas.openxmlformats.org/drawingml/2006/main">
            <a:pPr algn="r">
              <a:defRPr sz="1125" b="0">
                <a:solidFill>
                  <a:srgbClr val="50646A"/>
                </a:solidFill>
                <a:latin typeface="Arial"/>
                <a:ea typeface="Arial"/>
                <a:cs typeface="Arial"/>
              </a:defRPr>
            </a:pPr>
            <a:r>
              <a:rPr sz="1125" b="0">
                <a:solidFill>
                  <a:srgbClr val="50646A"/>
                </a:solidFill>
                <a:latin typeface="Arial"/>
                <a:ea typeface="Arial"/>
                <a:cs typeface="Arial"/>
              </a:rPr>
              <a:t>41</a:t>
            </a:r>
          </a:p>
        </p:txBody>
      </p:sp>
      <p:sp>
        <p:nvSpPr>
          <p:cNvPr id="3" name="text-2">
            <a:extLst xmlns:a="http://schemas.openxmlformats.org/drawingml/2006/main">
              <a:ext uri="{FF2B5EF4-FFF2-40B4-BE49-F238E27FC236}">
                <a16:creationId xmlns:a16="http://schemas.microsoft.com/office/drawing/2014/main" id="{39029BDB-53E8-4E18-9D0B-52163A0397A0}"/>
              </a:ext>
            </a:extLst>
          </p:cNvPr>
          <p:cNvSpPr>
            <a:spLocks xmlns:a="http://schemas.openxmlformats.org/drawingml/2006/main" noGrp="1"/>
          </p:cNvSpPr>
          <p:nvPr/>
        </p:nvSpPr>
        <p:spPr>
          <a:xfrm xmlns:a="http://schemas.openxmlformats.org/drawingml/2006/main">
            <a:off x="609600" y="17145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0B2F38"/>
                </a:solidFill>
                <a:latin typeface="Arial"/>
                <a:ea typeface="Arial"/>
                <a:cs typeface="Arial"/>
              </a:defRPr>
            </a:defPPr>
            <a:lvl1pPr algn="l">
              <a:defRPr sz="2250" b="0">
                <a:solidFill>
                  <a:srgbClr val="0B2F38"/>
                </a:solidFill>
                <a:latin typeface="Arial"/>
                <a:ea typeface="Arial"/>
                <a:cs typeface="Arial"/>
              </a:defRPr>
            </a:lvl1pPr>
            <a:lvl2pPr algn="l">
              <a:defRPr sz="2250" b="0">
                <a:solidFill>
                  <a:srgbClr val="0B2F38"/>
                </a:solidFill>
                <a:latin typeface="Arial"/>
                <a:ea typeface="Arial"/>
                <a:cs typeface="Arial"/>
              </a:defRPr>
            </a:lvl2pPr>
            <a:lvl3pPr algn="l">
              <a:defRPr sz="2250" b="0">
                <a:solidFill>
                  <a:srgbClr val="0B2F38"/>
                </a:solidFill>
                <a:latin typeface="Arial"/>
                <a:ea typeface="Arial"/>
                <a:cs typeface="Arial"/>
              </a:defRPr>
            </a:lvl3pPr>
            <a:lvl4pPr algn="l">
              <a:defRPr sz="2250" b="0">
                <a:solidFill>
                  <a:srgbClr val="0B2F38"/>
                </a:solidFill>
                <a:latin typeface="Arial"/>
                <a:ea typeface="Arial"/>
                <a:cs typeface="Arial"/>
              </a:defRPr>
            </a:lvl4pPr>
            <a:lvl5pPr algn="l">
              <a:defRPr sz="2250" b="0">
                <a:solidFill>
                  <a:srgbClr val="0B2F38"/>
                </a:solidFill>
                <a:latin typeface="Arial"/>
                <a:ea typeface="Arial"/>
                <a:cs typeface="Arial"/>
              </a:defRPr>
            </a:lvl5pPr>
            <a:lvl6pPr algn="l">
              <a:defRPr sz="2250" b="0">
                <a:solidFill>
                  <a:srgbClr val="0B2F38"/>
                </a:solidFill>
                <a:latin typeface="Arial"/>
                <a:ea typeface="Arial"/>
                <a:cs typeface="Arial"/>
              </a:defRPr>
            </a:lvl6pPr>
            <a:lvl7pPr algn="l">
              <a:defRPr sz="2250" b="0">
                <a:solidFill>
                  <a:srgbClr val="0B2F38"/>
                </a:solidFill>
                <a:latin typeface="Arial"/>
                <a:ea typeface="Arial"/>
                <a:cs typeface="Arial"/>
              </a:defRPr>
            </a:lvl7pPr>
            <a:lvl8pPr algn="l">
              <a:defRPr sz="2250" b="0">
                <a:solidFill>
                  <a:srgbClr val="0B2F38"/>
                </a:solidFill>
                <a:latin typeface="Arial"/>
                <a:ea typeface="Arial"/>
                <a:cs typeface="Arial"/>
              </a:defRPr>
            </a:lvl8pPr>
            <a:lvl9pPr algn="l">
              <a:defRPr sz="2250" b="0">
                <a:solidFill>
                  <a:srgbClr val="0B2F38"/>
                </a:solidFill>
                <a:latin typeface="Arial"/>
                <a:ea typeface="Arial"/>
                <a:cs typeface="Arial"/>
              </a:defRPr>
            </a:lvl9pPr>
          </a:lstStyle>
          <a:p xmlns:a="http://schemas.openxmlformats.org/drawingml/2006/main">
            <a:pPr algn="l">
              <a:defRPr sz="2250" b="0">
                <a:solidFill>
                  <a:srgbClr val="0B2F38"/>
                </a:solidFill>
                <a:latin typeface="Arial"/>
                <a:ea typeface="Arial"/>
                <a:cs typeface="Arial"/>
              </a:defRPr>
            </a:pPr>
            <a:r>
              <a:rPr sz="2250" b="0">
                <a:solidFill>
                  <a:srgbClr val="0B2F38"/>
                </a:solidFill>
                <a:latin typeface="Arial"/>
                <a:ea typeface="Arial"/>
                <a:cs typeface="Arial"/>
              </a:rPr>
              <a:t>Überwachtes Spurmodell gegen die vorhandene CV-Basis vergleichen</a:t>
            </a:r>
          </a:p>
        </p:txBody>
      </p:sp>
      <p:sp>
        <p:nvSpPr>
          <p:cNvPr id="4" name="text-3">
            <a:extLst xmlns:a="http://schemas.openxmlformats.org/drawingml/2006/main">
              <a:ext uri="{FF2B5EF4-FFF2-40B4-BE49-F238E27FC236}">
                <a16:creationId xmlns:a16="http://schemas.microsoft.com/office/drawing/2014/main" id="{32401C39-4E10-4A1F-BB09-BB3A72F35639}"/>
              </a:ext>
            </a:extLst>
          </p:cNvPr>
          <p:cNvSpPr>
            <a:spLocks xmlns:a="http://schemas.openxmlformats.org/drawingml/2006/main" noGrp="1"/>
          </p:cNvSpPr>
          <p:nvPr/>
        </p:nvSpPr>
        <p:spPr>
          <a:xfrm xmlns:a="http://schemas.openxmlformats.org/drawingml/2006/main">
            <a:off x="609600" y="264795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0B2F38"/>
                </a:solidFill>
                <a:latin typeface="Arial"/>
                <a:ea typeface="Arial"/>
                <a:cs typeface="Arial"/>
              </a:defRPr>
            </a:defPPr>
            <a:lvl1pPr algn="l">
              <a:defRPr sz="2250" b="0">
                <a:solidFill>
                  <a:srgbClr val="0B2F38"/>
                </a:solidFill>
                <a:latin typeface="Arial"/>
                <a:ea typeface="Arial"/>
                <a:cs typeface="Arial"/>
              </a:defRPr>
            </a:lvl1pPr>
            <a:lvl2pPr algn="l">
              <a:defRPr sz="2250" b="0">
                <a:solidFill>
                  <a:srgbClr val="0B2F38"/>
                </a:solidFill>
                <a:latin typeface="Arial"/>
                <a:ea typeface="Arial"/>
                <a:cs typeface="Arial"/>
              </a:defRPr>
            </a:lvl2pPr>
            <a:lvl3pPr algn="l">
              <a:defRPr sz="2250" b="0">
                <a:solidFill>
                  <a:srgbClr val="0B2F38"/>
                </a:solidFill>
                <a:latin typeface="Arial"/>
                <a:ea typeface="Arial"/>
                <a:cs typeface="Arial"/>
              </a:defRPr>
            </a:lvl3pPr>
            <a:lvl4pPr algn="l">
              <a:defRPr sz="2250" b="0">
                <a:solidFill>
                  <a:srgbClr val="0B2F38"/>
                </a:solidFill>
                <a:latin typeface="Arial"/>
                <a:ea typeface="Arial"/>
                <a:cs typeface="Arial"/>
              </a:defRPr>
            </a:lvl4pPr>
            <a:lvl5pPr algn="l">
              <a:defRPr sz="2250" b="0">
                <a:solidFill>
                  <a:srgbClr val="0B2F38"/>
                </a:solidFill>
                <a:latin typeface="Arial"/>
                <a:ea typeface="Arial"/>
                <a:cs typeface="Arial"/>
              </a:defRPr>
            </a:lvl5pPr>
            <a:lvl6pPr algn="l">
              <a:defRPr sz="2250" b="0">
                <a:solidFill>
                  <a:srgbClr val="0B2F38"/>
                </a:solidFill>
                <a:latin typeface="Arial"/>
                <a:ea typeface="Arial"/>
                <a:cs typeface="Arial"/>
              </a:defRPr>
            </a:lvl6pPr>
            <a:lvl7pPr algn="l">
              <a:defRPr sz="2250" b="0">
                <a:solidFill>
                  <a:srgbClr val="0B2F38"/>
                </a:solidFill>
                <a:latin typeface="Arial"/>
                <a:ea typeface="Arial"/>
                <a:cs typeface="Arial"/>
              </a:defRPr>
            </a:lvl7pPr>
            <a:lvl8pPr algn="l">
              <a:defRPr sz="2250" b="0">
                <a:solidFill>
                  <a:srgbClr val="0B2F38"/>
                </a:solidFill>
                <a:latin typeface="Arial"/>
                <a:ea typeface="Arial"/>
                <a:cs typeface="Arial"/>
              </a:defRPr>
            </a:lvl8pPr>
            <a:lvl9pPr algn="l">
              <a:defRPr sz="2250" b="0">
                <a:solidFill>
                  <a:srgbClr val="0B2F38"/>
                </a:solidFill>
                <a:latin typeface="Arial"/>
                <a:ea typeface="Arial"/>
                <a:cs typeface="Arial"/>
              </a:defRPr>
            </a:lvl9pPr>
          </a:lstStyle>
          <a:p xmlns:a="http://schemas.openxmlformats.org/drawingml/2006/main">
            <a:pPr algn="l">
              <a:defRPr sz="2250" b="0">
                <a:solidFill>
                  <a:srgbClr val="0B2F38"/>
                </a:solidFill>
                <a:latin typeface="Arial"/>
                <a:ea typeface="Arial"/>
                <a:cs typeface="Arial"/>
              </a:defRPr>
            </a:pPr>
            <a:r>
              <a:rPr sz="2250" b="0">
                <a:solidFill>
                  <a:srgbClr val="0B2F38"/>
                </a:solidFill>
                <a:latin typeface="Arial"/>
                <a:ea typeface="Arial"/>
                <a:cs typeface="Arial"/>
              </a:rPr>
              <a:t>Geometrie und zeitliche Stabilität auf fremden Fahrten messen</a:t>
            </a:r>
          </a:p>
        </p:txBody>
      </p:sp>
      <p:sp>
        <p:nvSpPr>
          <p:cNvPr id="5" name="text-4">
            <a:extLst xmlns:a="http://schemas.openxmlformats.org/drawingml/2006/main">
              <a:ext uri="{FF2B5EF4-FFF2-40B4-BE49-F238E27FC236}">
                <a16:creationId xmlns:a16="http://schemas.microsoft.com/office/drawing/2014/main" id="{005DA3DC-C51B-4BA1-9383-BD0E40074DF6}"/>
              </a:ext>
            </a:extLst>
          </p:cNvPr>
          <p:cNvSpPr>
            <a:spLocks xmlns:a="http://schemas.openxmlformats.org/drawingml/2006/main" noGrp="1"/>
          </p:cNvSpPr>
          <p:nvPr/>
        </p:nvSpPr>
        <p:spPr>
          <a:xfrm xmlns:a="http://schemas.openxmlformats.org/drawingml/2006/main">
            <a:off x="609600" y="35814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0B2F38"/>
                </a:solidFill>
                <a:latin typeface="Arial"/>
                <a:ea typeface="Arial"/>
                <a:cs typeface="Arial"/>
              </a:defRPr>
            </a:defPPr>
            <a:lvl1pPr algn="l">
              <a:defRPr sz="2250" b="0">
                <a:solidFill>
                  <a:srgbClr val="0B2F38"/>
                </a:solidFill>
                <a:latin typeface="Arial"/>
                <a:ea typeface="Arial"/>
                <a:cs typeface="Arial"/>
              </a:defRPr>
            </a:lvl1pPr>
            <a:lvl2pPr algn="l">
              <a:defRPr sz="2250" b="0">
                <a:solidFill>
                  <a:srgbClr val="0B2F38"/>
                </a:solidFill>
                <a:latin typeface="Arial"/>
                <a:ea typeface="Arial"/>
                <a:cs typeface="Arial"/>
              </a:defRPr>
            </a:lvl2pPr>
            <a:lvl3pPr algn="l">
              <a:defRPr sz="2250" b="0">
                <a:solidFill>
                  <a:srgbClr val="0B2F38"/>
                </a:solidFill>
                <a:latin typeface="Arial"/>
                <a:ea typeface="Arial"/>
                <a:cs typeface="Arial"/>
              </a:defRPr>
            </a:lvl3pPr>
            <a:lvl4pPr algn="l">
              <a:defRPr sz="2250" b="0">
                <a:solidFill>
                  <a:srgbClr val="0B2F38"/>
                </a:solidFill>
                <a:latin typeface="Arial"/>
                <a:ea typeface="Arial"/>
                <a:cs typeface="Arial"/>
              </a:defRPr>
            </a:lvl4pPr>
            <a:lvl5pPr algn="l">
              <a:defRPr sz="2250" b="0">
                <a:solidFill>
                  <a:srgbClr val="0B2F38"/>
                </a:solidFill>
                <a:latin typeface="Arial"/>
                <a:ea typeface="Arial"/>
                <a:cs typeface="Arial"/>
              </a:defRPr>
            </a:lvl5pPr>
            <a:lvl6pPr algn="l">
              <a:defRPr sz="2250" b="0">
                <a:solidFill>
                  <a:srgbClr val="0B2F38"/>
                </a:solidFill>
                <a:latin typeface="Arial"/>
                <a:ea typeface="Arial"/>
                <a:cs typeface="Arial"/>
              </a:defRPr>
            </a:lvl6pPr>
            <a:lvl7pPr algn="l">
              <a:defRPr sz="2250" b="0">
                <a:solidFill>
                  <a:srgbClr val="0B2F38"/>
                </a:solidFill>
                <a:latin typeface="Arial"/>
                <a:ea typeface="Arial"/>
                <a:cs typeface="Arial"/>
              </a:defRPr>
            </a:lvl7pPr>
            <a:lvl8pPr algn="l">
              <a:defRPr sz="2250" b="0">
                <a:solidFill>
                  <a:srgbClr val="0B2F38"/>
                </a:solidFill>
                <a:latin typeface="Arial"/>
                <a:ea typeface="Arial"/>
                <a:cs typeface="Arial"/>
              </a:defRPr>
            </a:lvl8pPr>
            <a:lvl9pPr algn="l">
              <a:defRPr sz="2250" b="0">
                <a:solidFill>
                  <a:srgbClr val="0B2F38"/>
                </a:solidFill>
                <a:latin typeface="Arial"/>
                <a:ea typeface="Arial"/>
                <a:cs typeface="Arial"/>
              </a:defRPr>
            </a:lvl9pPr>
          </a:lstStyle>
          <a:p xmlns:a="http://schemas.openxmlformats.org/drawingml/2006/main">
            <a:pPr algn="l">
              <a:defRPr sz="2250" b="0">
                <a:solidFill>
                  <a:srgbClr val="0B2F38"/>
                </a:solidFill>
                <a:latin typeface="Arial"/>
                <a:ea typeface="Arial"/>
                <a:cs typeface="Arial"/>
              </a:defRPr>
            </a:pPr>
            <a:r>
              <a:rPr sz="2250" b="0">
                <a:solidFill>
                  <a:srgbClr val="0B2F38"/>
                </a:solidFill>
                <a:latin typeface="Arial"/>
                <a:ea typeface="Arial"/>
                <a:cs typeface="Arial"/>
              </a:rPr>
              <a:t>Serverseitige Evaluation und mobile Laufzeit nachweisen</a:t>
            </a:r>
          </a:p>
        </p:txBody>
      </p:sp>
      <p:sp>
        <p:nvSpPr>
          <p:cNvPr id="6" name="text-5">
            <a:extLst xmlns:a="http://schemas.openxmlformats.org/drawingml/2006/main">
              <a:ext uri="{FF2B5EF4-FFF2-40B4-BE49-F238E27FC236}">
                <a16:creationId xmlns:a16="http://schemas.microsoft.com/office/drawing/2014/main" id="{1CEA90DD-C2AA-4724-9F4C-8AF02D44FC72}"/>
              </a:ext>
            </a:extLst>
          </p:cNvPr>
          <p:cNvSpPr>
            <a:spLocks xmlns:a="http://schemas.openxmlformats.org/drawingml/2006/main" noGrp="1"/>
          </p:cNvSpPr>
          <p:nvPr/>
        </p:nvSpPr>
        <p:spPr>
          <a:xfrm xmlns:a="http://schemas.openxmlformats.org/drawingml/2006/main">
            <a:off x="609600" y="451485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0B2F38"/>
                </a:solidFill>
                <a:latin typeface="Arial"/>
                <a:ea typeface="Arial"/>
                <a:cs typeface="Arial"/>
              </a:defRPr>
            </a:defPPr>
            <a:lvl1pPr algn="l">
              <a:defRPr sz="2250" b="0">
                <a:solidFill>
                  <a:srgbClr val="0B2F38"/>
                </a:solidFill>
                <a:latin typeface="Arial"/>
                <a:ea typeface="Arial"/>
                <a:cs typeface="Arial"/>
              </a:defRPr>
            </a:lvl1pPr>
            <a:lvl2pPr algn="l">
              <a:defRPr sz="2250" b="0">
                <a:solidFill>
                  <a:srgbClr val="0B2F38"/>
                </a:solidFill>
                <a:latin typeface="Arial"/>
                <a:ea typeface="Arial"/>
                <a:cs typeface="Arial"/>
              </a:defRPr>
            </a:lvl2pPr>
            <a:lvl3pPr algn="l">
              <a:defRPr sz="2250" b="0">
                <a:solidFill>
                  <a:srgbClr val="0B2F38"/>
                </a:solidFill>
                <a:latin typeface="Arial"/>
                <a:ea typeface="Arial"/>
                <a:cs typeface="Arial"/>
              </a:defRPr>
            </a:lvl3pPr>
            <a:lvl4pPr algn="l">
              <a:defRPr sz="2250" b="0">
                <a:solidFill>
                  <a:srgbClr val="0B2F38"/>
                </a:solidFill>
                <a:latin typeface="Arial"/>
                <a:ea typeface="Arial"/>
                <a:cs typeface="Arial"/>
              </a:defRPr>
            </a:lvl4pPr>
            <a:lvl5pPr algn="l">
              <a:defRPr sz="2250" b="0">
                <a:solidFill>
                  <a:srgbClr val="0B2F38"/>
                </a:solidFill>
                <a:latin typeface="Arial"/>
                <a:ea typeface="Arial"/>
                <a:cs typeface="Arial"/>
              </a:defRPr>
            </a:lvl5pPr>
            <a:lvl6pPr algn="l">
              <a:defRPr sz="2250" b="0">
                <a:solidFill>
                  <a:srgbClr val="0B2F38"/>
                </a:solidFill>
                <a:latin typeface="Arial"/>
                <a:ea typeface="Arial"/>
                <a:cs typeface="Arial"/>
              </a:defRPr>
            </a:lvl6pPr>
            <a:lvl7pPr algn="l">
              <a:defRPr sz="2250" b="0">
                <a:solidFill>
                  <a:srgbClr val="0B2F38"/>
                </a:solidFill>
                <a:latin typeface="Arial"/>
                <a:ea typeface="Arial"/>
                <a:cs typeface="Arial"/>
              </a:defRPr>
            </a:lvl7pPr>
            <a:lvl8pPr algn="l">
              <a:defRPr sz="2250" b="0">
                <a:solidFill>
                  <a:srgbClr val="0B2F38"/>
                </a:solidFill>
                <a:latin typeface="Arial"/>
                <a:ea typeface="Arial"/>
                <a:cs typeface="Arial"/>
              </a:defRPr>
            </a:lvl8pPr>
            <a:lvl9pPr algn="l">
              <a:defRPr sz="2250" b="0">
                <a:solidFill>
                  <a:srgbClr val="0B2F38"/>
                </a:solidFill>
                <a:latin typeface="Arial"/>
                <a:ea typeface="Arial"/>
                <a:cs typeface="Arial"/>
              </a:defRPr>
            </a:lvl9pPr>
          </a:lstStyle>
          <a:p xmlns:a="http://schemas.openxmlformats.org/drawingml/2006/main">
            <a:pPr algn="l">
              <a:defRPr sz="2250" b="0">
                <a:solidFill>
                  <a:srgbClr val="0B2F38"/>
                </a:solidFill>
                <a:latin typeface="Arial"/>
                <a:ea typeface="Arial"/>
                <a:cs typeface="Arial"/>
              </a:defRPr>
            </a:pPr>
            <a:r>
              <a:rPr sz="2250" b="0">
                <a:solidFill>
                  <a:srgbClr val="0B2F38"/>
                </a:solidFill>
                <a:latin typeface="Arial"/>
                <a:ea typeface="Arial"/>
                <a:cs typeface="Arial"/>
              </a:rPr>
              <a:t>Fehleranalyse, Fallback und Rückkehr zur Basisversion dokumentieren</a:t>
            </a:r>
          </a:p>
        </p:txBody>
      </p:sp>
      <p:sp>
        <p:nvSpPr>
          <p:cNvPr id="7" name="text-6">
            <a:extLst xmlns:a="http://schemas.openxmlformats.org/drawingml/2006/main">
              <a:ext uri="{FF2B5EF4-FFF2-40B4-BE49-F238E27FC236}">
                <a16:creationId xmlns:a16="http://schemas.microsoft.com/office/drawing/2014/main" id="{BC1874F7-DA2F-4DFD-B1CA-EE965F4F16BD}"/>
              </a:ext>
            </a:extLst>
          </p:cNvPr>
          <p:cNvSpPr>
            <a:spLocks xmlns:a="http://schemas.openxmlformats.org/drawingml/2006/main" noGrp="1"/>
          </p:cNvSpPr>
          <p:nvPr/>
        </p:nvSpPr>
        <p:spPr>
          <a:xfrm xmlns:a="http://schemas.openxmlformats.org/drawingml/2006/main">
            <a:off x="609600" y="601980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0646A"/>
                </a:solidFill>
                <a:latin typeface="Arial"/>
                <a:ea typeface="Arial"/>
                <a:cs typeface="Arial"/>
              </a:defRPr>
            </a:defPPr>
            <a:lvl1pPr algn="l">
              <a:defRPr sz="1575" b="0">
                <a:solidFill>
                  <a:srgbClr val="50646A"/>
                </a:solidFill>
                <a:latin typeface="Arial"/>
                <a:ea typeface="Arial"/>
                <a:cs typeface="Arial"/>
              </a:defRPr>
            </a:lvl1pPr>
            <a:lvl2pPr algn="l">
              <a:defRPr sz="1575" b="0">
                <a:solidFill>
                  <a:srgbClr val="50646A"/>
                </a:solidFill>
                <a:latin typeface="Arial"/>
                <a:ea typeface="Arial"/>
                <a:cs typeface="Arial"/>
              </a:defRPr>
            </a:lvl2pPr>
            <a:lvl3pPr algn="l">
              <a:defRPr sz="1575" b="0">
                <a:solidFill>
                  <a:srgbClr val="50646A"/>
                </a:solidFill>
                <a:latin typeface="Arial"/>
                <a:ea typeface="Arial"/>
                <a:cs typeface="Arial"/>
              </a:defRPr>
            </a:lvl3pPr>
            <a:lvl4pPr algn="l">
              <a:defRPr sz="1575" b="0">
                <a:solidFill>
                  <a:srgbClr val="50646A"/>
                </a:solidFill>
                <a:latin typeface="Arial"/>
                <a:ea typeface="Arial"/>
                <a:cs typeface="Arial"/>
              </a:defRPr>
            </a:lvl4pPr>
            <a:lvl5pPr algn="l">
              <a:defRPr sz="1575" b="0">
                <a:solidFill>
                  <a:srgbClr val="50646A"/>
                </a:solidFill>
                <a:latin typeface="Arial"/>
                <a:ea typeface="Arial"/>
                <a:cs typeface="Arial"/>
              </a:defRPr>
            </a:lvl5pPr>
            <a:lvl6pPr algn="l">
              <a:defRPr sz="1575" b="0">
                <a:solidFill>
                  <a:srgbClr val="50646A"/>
                </a:solidFill>
                <a:latin typeface="Arial"/>
                <a:ea typeface="Arial"/>
                <a:cs typeface="Arial"/>
              </a:defRPr>
            </a:lvl6pPr>
            <a:lvl7pPr algn="l">
              <a:defRPr sz="1575" b="0">
                <a:solidFill>
                  <a:srgbClr val="50646A"/>
                </a:solidFill>
                <a:latin typeface="Arial"/>
                <a:ea typeface="Arial"/>
                <a:cs typeface="Arial"/>
              </a:defRPr>
            </a:lvl7pPr>
            <a:lvl8pPr algn="l">
              <a:defRPr sz="1575" b="0">
                <a:solidFill>
                  <a:srgbClr val="50646A"/>
                </a:solidFill>
                <a:latin typeface="Arial"/>
                <a:ea typeface="Arial"/>
                <a:cs typeface="Arial"/>
              </a:defRPr>
            </a:lvl8pPr>
            <a:lvl9pPr algn="l">
              <a:defRPr sz="1575" b="0">
                <a:solidFill>
                  <a:srgbClr val="50646A"/>
                </a:solidFill>
                <a:latin typeface="Arial"/>
                <a:ea typeface="Arial"/>
                <a:cs typeface="Arial"/>
              </a:defRPr>
            </a:lvl9pPr>
          </a:lstStyle>
          <a:p xmlns:a="http://schemas.openxmlformats.org/drawingml/2006/main">
            <a:pPr algn="l">
              <a:defRPr sz="1575" b="0">
                <a:solidFill>
                  <a:srgbClr val="50646A"/>
                </a:solidFill>
                <a:latin typeface="Arial"/>
                <a:ea typeface="Arial"/>
                <a:cs typeface="Arial"/>
              </a:defRPr>
            </a:pPr>
            <a:r>
              <a:rPr sz="1575" b="0">
                <a:solidFill>
                  <a:srgbClr val="50646A"/>
                </a:solidFill>
                <a:latin typeface="Arial"/>
                <a:ea typeface="Arial"/>
                <a:cs typeface="Arial"/>
              </a:rPr>
              <a:t>Abgabe: reproduzierbares Experiment, Vergleich und erprobbarer Deployment-Kandidat</a:t>
            </a:r>
          </a:p>
        </p:txBody>
      </p:sp>
    </p:spTree>
    <p:extLst>
      <p:ext uri="{BB962C8B-B14F-4D97-AF65-F5344CB8AC3E}">
        <p14:creationId xmlns:p14="http://schemas.microsoft.com/office/powerpoint/2010/main" val="1726207999"/>
      </p:ext>
    </p:extLst>
  </p:cSld>
</p:sld>
</file>

<file path=ppt/slides/slide42.xml><?xml version="1.0" encoding="utf-8"?>
<p:sld xmlns:p="http://schemas.openxmlformats.org/presentationml/2006/main">
  <p:cSld>
    <p:bg>
      <p:bgPr>
        <a:solidFill xmlns:a="http://schemas.openxmlformats.org/drawingml/2006/main">
          <a:srgbClr val="092C35"/>
        </a:solidFill>
      </p:bgPr>
    </p:bg>
    <p:spTree>
      <p:nvGrpSpPr>
        <p:cNvPr id="1" name=""/>
        <p:cNvGrpSpPr/>
        <p:nvPr/>
      </p:nvGrpSpPr>
      <p:grpSpPr>
        <a:xfrm xmlns:a="http://schemas.openxmlformats.org/drawingml/2006/main"/>
      </p:grpSpPr>
      <p:sp>
        <p:nvSpPr>
          <p:cNvPr id="2" name="text-0">
            <a:extLst xmlns:a="http://schemas.openxmlformats.org/drawingml/2006/main">
              <a:ext uri="{FF2B5EF4-FFF2-40B4-BE49-F238E27FC236}">
                <a16:creationId xmlns:a16="http://schemas.microsoft.com/office/drawing/2014/main" id="{6CA75F85-AC32-47A7-B875-EFE46F2FFA99}"/>
              </a:ext>
            </a:extLst>
          </p:cNvPr>
          <p:cNvSpPr>
            <a:spLocks xmlns:a="http://schemas.openxmlformats.org/drawingml/2006/main" noGrp="1"/>
          </p:cNvSpPr>
          <p:nvPr/>
        </p:nvSpPr>
        <p:spPr>
          <a:xfrm xmlns:a="http://schemas.openxmlformats.org/drawingml/2006/main">
            <a:off x="609600" y="2781300"/>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5700" b="1">
                <a:solidFill>
                  <a:srgbClr val="FFFFFF"/>
                </a:solidFill>
                <a:latin typeface="Arial"/>
                <a:ea typeface="Arial"/>
                <a:cs typeface="Arial"/>
              </a:defRPr>
            </a:defPPr>
            <a:lvl1pPr algn="ctr">
              <a:defRPr sz="5700" b="1">
                <a:solidFill>
                  <a:srgbClr val="FFFFFF"/>
                </a:solidFill>
                <a:latin typeface="Arial"/>
                <a:ea typeface="Arial"/>
                <a:cs typeface="Arial"/>
              </a:defRPr>
            </a:lvl1pPr>
            <a:lvl2pPr algn="ctr">
              <a:defRPr sz="5700" b="1">
                <a:solidFill>
                  <a:srgbClr val="FFFFFF"/>
                </a:solidFill>
                <a:latin typeface="Arial"/>
                <a:ea typeface="Arial"/>
                <a:cs typeface="Arial"/>
              </a:defRPr>
            </a:lvl2pPr>
            <a:lvl3pPr algn="ctr">
              <a:defRPr sz="5700" b="1">
                <a:solidFill>
                  <a:srgbClr val="FFFFFF"/>
                </a:solidFill>
                <a:latin typeface="Arial"/>
                <a:ea typeface="Arial"/>
                <a:cs typeface="Arial"/>
              </a:defRPr>
            </a:lvl3pPr>
            <a:lvl4pPr algn="ctr">
              <a:defRPr sz="5700" b="1">
                <a:solidFill>
                  <a:srgbClr val="FFFFFF"/>
                </a:solidFill>
                <a:latin typeface="Arial"/>
                <a:ea typeface="Arial"/>
                <a:cs typeface="Arial"/>
              </a:defRPr>
            </a:lvl4pPr>
            <a:lvl5pPr algn="ctr">
              <a:defRPr sz="5700" b="1">
                <a:solidFill>
                  <a:srgbClr val="FFFFFF"/>
                </a:solidFill>
                <a:latin typeface="Arial"/>
                <a:ea typeface="Arial"/>
                <a:cs typeface="Arial"/>
              </a:defRPr>
            </a:lvl5pPr>
            <a:lvl6pPr algn="ctr">
              <a:defRPr sz="5700" b="1">
                <a:solidFill>
                  <a:srgbClr val="FFFFFF"/>
                </a:solidFill>
                <a:latin typeface="Arial"/>
                <a:ea typeface="Arial"/>
                <a:cs typeface="Arial"/>
              </a:defRPr>
            </a:lvl6pPr>
            <a:lvl7pPr algn="ctr">
              <a:defRPr sz="5700" b="1">
                <a:solidFill>
                  <a:srgbClr val="FFFFFF"/>
                </a:solidFill>
                <a:latin typeface="Arial"/>
                <a:ea typeface="Arial"/>
                <a:cs typeface="Arial"/>
              </a:defRPr>
            </a:lvl7pPr>
            <a:lvl8pPr algn="ctr">
              <a:defRPr sz="5700" b="1">
                <a:solidFill>
                  <a:srgbClr val="FFFFFF"/>
                </a:solidFill>
                <a:latin typeface="Arial"/>
                <a:ea typeface="Arial"/>
                <a:cs typeface="Arial"/>
              </a:defRPr>
            </a:lvl8pPr>
            <a:lvl9pPr algn="ctr">
              <a:defRPr sz="5700" b="1">
                <a:solidFill>
                  <a:srgbClr val="FFFFFF"/>
                </a:solidFill>
                <a:latin typeface="Arial"/>
                <a:ea typeface="Arial"/>
                <a:cs typeface="Arial"/>
              </a:defRPr>
            </a:lvl9pPr>
          </a:lstStyle>
          <a:p xmlns:a="http://schemas.openxmlformats.org/drawingml/2006/main">
            <a:pPr algn="ctr">
              <a:defRPr sz="5700" b="1">
                <a:solidFill>
                  <a:srgbClr val="FFFFFF"/>
                </a:solidFill>
                <a:latin typeface="Arial"/>
                <a:ea typeface="Arial"/>
                <a:cs typeface="Arial"/>
              </a:defRPr>
            </a:pPr>
            <a:r>
              <a:rPr sz="5700" b="1">
                <a:solidFill>
                  <a:srgbClr val="FFFFFF"/>
                </a:solidFill>
                <a:latin typeface="Arial"/>
                <a:ea typeface="Arial"/>
                <a:cs typeface="Arial"/>
              </a:rPr>
              <a:t>Nur Fragen?</a:t>
            </a:r>
          </a:p>
        </p:txBody>
      </p:sp>
    </p:spTree>
    <p:extLst>
      <p:ext uri="{BB962C8B-B14F-4D97-AF65-F5344CB8AC3E}">
        <p14:creationId xmlns:p14="http://schemas.microsoft.com/office/powerpoint/2010/main" val="25242246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2026-10-18T14:17:06.8270000Z</dcterms:created>
  <dcterms:modified xsi:type="dcterms:W3CDTF">2026-10-18T14:17:06.8280000Z</dcterms:modified>
</coreProperties>
</file>